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1.jpeg" ContentType="image/jpeg"/>
  <Override PartName="/ppt/media/image2.jpeg" ContentType="image/jpeg"/>
  <Override PartName="/ppt/media/image8.png" ContentType="image/png"/>
  <Override PartName="/ppt/media/image3.jpeg" ContentType="image/jpeg"/>
  <Override PartName="/ppt/media/image5.png" ContentType="image/png"/>
  <Override PartName="/ppt/media/image4.png" ContentType="image/png"/>
  <Override PartName="/ppt/media/image6.png" ContentType="image/png"/>
  <Override PartName="/ppt/media/image7.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notesSlides/notesSlide1.xml" ContentType="application/vnd.openxmlformats-officedocument.presentationml.notesSlide+xml"/>
  <Override PartName="/ppt/notesSlides/_rels/notesSlide1.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2190413" cy="6859588"/>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9D1218-E0D1-47CD-A331-83FE93E2D60A}" type="doc">
      <dgm:prSet loTypeId="urn:microsoft.com/office/officeart/2005/8/layout/cycle6" loCatId="cycle" qsTypeId="urn:microsoft.com/office/officeart/2005/8/quickstyle/3d1" qsCatId="3D" csTypeId="urn:microsoft.com/office/officeart/2005/8/colors/accent6_2" csCatId="accent6" phldr="1"/>
      <dgm:spPr/>
      <dgm:t>
        <a:bodyPr/>
        <a:lstStyle/>
        <a:p>
          <a:endParaRPr lang="fr-FR"/>
        </a:p>
      </dgm:t>
    </dgm:pt>
    <dgm:pt modelId="{0D7DCD6E-FFA3-4F3E-AA9A-56486BBEF48F}">
      <dgm:prSet phldrT="[Texte]" phldr="0" custT="1"/>
      <dgm:spPr/>
      <dgm:t>
        <a:bodyPr/>
        <a:lstStyle/>
        <a:p>
          <a:pPr algn="ctr"/>
          <a:r>
            <a:rPr lang="fr-FR" sz="1400" b="1" dirty="0"/>
            <a:t>Licéité, loyauté et transparence</a:t>
          </a:r>
        </a:p>
        <a:p>
          <a:pPr algn="ctr"/>
          <a:r>
            <a:rPr lang="fr-FR" sz="800" dirty="0"/>
            <a:t>Consentement explicite et information claire de l’utilisateur</a:t>
          </a:r>
          <a:endParaRPr lang="fr-FR" sz="1400" b="1" dirty="0"/>
        </a:p>
      </dgm:t>
    </dgm:pt>
    <dgm:pt modelId="{12DBA3BE-0E03-40BC-B493-C24451E0A7DA}" type="parTrans" cxnId="{72A91053-B50A-44F4-9044-5FA1748C98C9}">
      <dgm:prSet/>
      <dgm:spPr/>
      <dgm:t>
        <a:bodyPr/>
        <a:lstStyle/>
        <a:p>
          <a:endParaRPr lang="fr-FR"/>
        </a:p>
      </dgm:t>
    </dgm:pt>
    <dgm:pt modelId="{AD1EEC09-657A-4B89-B36A-330756B8BC25}" type="sibTrans" cxnId="{72A91053-B50A-44F4-9044-5FA1748C98C9}">
      <dgm:prSet/>
      <dgm:spPr/>
      <dgm:t>
        <a:bodyPr/>
        <a:lstStyle/>
        <a:p>
          <a:endParaRPr lang="fr-FR"/>
        </a:p>
      </dgm:t>
    </dgm:pt>
    <dgm:pt modelId="{8538801A-9BF4-4970-9F7A-3890D68A6810}">
      <dgm:prSet phldrT="[Texte]" phldr="0" custT="1"/>
      <dgm:spPr/>
      <dgm:t>
        <a:bodyPr/>
        <a:lstStyle/>
        <a:p>
          <a:pPr algn="ctr"/>
          <a:r>
            <a:rPr lang="fr-FR" sz="1400" b="1" dirty="0"/>
            <a:t>Limitation des finalités</a:t>
          </a:r>
        </a:p>
        <a:p>
          <a:pPr algn="ctr"/>
          <a:r>
            <a:rPr lang="fr-FR" sz="800" dirty="0"/>
            <a:t>Utilisation stricte dans le cadre documenté dans le registre CNIL</a:t>
          </a:r>
          <a:endParaRPr lang="fr-FR" sz="1400" b="1" dirty="0"/>
        </a:p>
      </dgm:t>
    </dgm:pt>
    <dgm:pt modelId="{00494AA4-CC12-445A-B0D7-02A3EC052AB1}" type="parTrans" cxnId="{C3FC7DF0-5BE5-4009-AB81-B9E230F3B1EE}">
      <dgm:prSet/>
      <dgm:spPr/>
      <dgm:t>
        <a:bodyPr/>
        <a:lstStyle/>
        <a:p>
          <a:endParaRPr lang="fr-FR"/>
        </a:p>
      </dgm:t>
    </dgm:pt>
    <dgm:pt modelId="{ABCFF8A4-AFE0-4814-BA28-31EAACB6D82C}" type="sibTrans" cxnId="{C3FC7DF0-5BE5-4009-AB81-B9E230F3B1EE}">
      <dgm:prSet/>
      <dgm:spPr/>
      <dgm:t>
        <a:bodyPr/>
        <a:lstStyle/>
        <a:p>
          <a:endParaRPr lang="fr-FR"/>
        </a:p>
      </dgm:t>
    </dgm:pt>
    <dgm:pt modelId="{3E9D535A-D497-4D9E-9119-E7C019F357DB}">
      <dgm:prSet phldrT="[Texte]" phldr="0" custT="1"/>
      <dgm:spPr/>
      <dgm:t>
        <a:bodyPr/>
        <a:lstStyle/>
        <a:p>
          <a:pPr algn="ctr"/>
          <a:r>
            <a:rPr lang="fr-FR" sz="1400" b="1" dirty="0"/>
            <a:t>Exactitude des données</a:t>
          </a:r>
        </a:p>
        <a:p>
          <a:pPr algn="ctr"/>
          <a:r>
            <a:rPr lang="fr-FR" sz="800" dirty="0"/>
            <a:t>Possibilité de modification et suppression par l’utilisateur</a:t>
          </a:r>
          <a:endParaRPr lang="fr-FR" sz="1400" b="1" dirty="0"/>
        </a:p>
      </dgm:t>
    </dgm:pt>
    <dgm:pt modelId="{A703EC4F-2F27-4436-A65B-247FEA7C3EE2}" type="parTrans" cxnId="{C0B714F0-F8A5-43B7-9520-5DB01EA5432A}">
      <dgm:prSet/>
      <dgm:spPr/>
      <dgm:t>
        <a:bodyPr/>
        <a:lstStyle/>
        <a:p>
          <a:endParaRPr lang="fr-FR"/>
        </a:p>
      </dgm:t>
    </dgm:pt>
    <dgm:pt modelId="{B11ECF75-25B1-4243-B6FB-49CE6BAF114E}" type="sibTrans" cxnId="{C0B714F0-F8A5-43B7-9520-5DB01EA5432A}">
      <dgm:prSet/>
      <dgm:spPr/>
      <dgm:t>
        <a:bodyPr/>
        <a:lstStyle/>
        <a:p>
          <a:endParaRPr lang="fr-FR"/>
        </a:p>
      </dgm:t>
    </dgm:pt>
    <dgm:pt modelId="{E5B00F44-82D1-4F9B-BF47-24F89696FD27}">
      <dgm:prSet phldrT="[Texte]" phldr="0" custT="1"/>
      <dgm:spPr/>
      <dgm:t>
        <a:bodyPr/>
        <a:lstStyle/>
        <a:p>
          <a:pPr algn="ctr"/>
          <a:r>
            <a:rPr lang="fr-FR" sz="1400" b="1" dirty="0"/>
            <a:t>Limitation de la durée de conservation</a:t>
          </a:r>
        </a:p>
        <a:p>
          <a:pPr algn="ctr"/>
          <a:r>
            <a:rPr lang="fr-FR" sz="800" dirty="0"/>
            <a:t>Suppression après la fin de la date de conservation  documentée dans le registre CNIL</a:t>
          </a:r>
          <a:endParaRPr lang="fr-FR" sz="1400" b="1" dirty="0"/>
        </a:p>
      </dgm:t>
    </dgm:pt>
    <dgm:pt modelId="{B8377F4C-C7DB-486E-9199-2F56B41AB35D}" type="parTrans" cxnId="{0AA95583-85E5-481F-A2B9-6D03EFC2E5E9}">
      <dgm:prSet/>
      <dgm:spPr/>
      <dgm:t>
        <a:bodyPr/>
        <a:lstStyle/>
        <a:p>
          <a:endParaRPr lang="fr-FR"/>
        </a:p>
      </dgm:t>
    </dgm:pt>
    <dgm:pt modelId="{DE9E4060-C082-45BC-8F7E-67B22588D83F}" type="sibTrans" cxnId="{0AA95583-85E5-481F-A2B9-6D03EFC2E5E9}">
      <dgm:prSet/>
      <dgm:spPr/>
      <dgm:t>
        <a:bodyPr/>
        <a:lstStyle/>
        <a:p>
          <a:endParaRPr lang="fr-FR"/>
        </a:p>
      </dgm:t>
    </dgm:pt>
    <dgm:pt modelId="{CD5D9941-A405-413A-BEA2-CF76732826D9}">
      <dgm:prSet phldrT="[Texte]" phldr="0" custT="1"/>
      <dgm:spPr/>
      <dgm:t>
        <a:bodyPr/>
        <a:lstStyle/>
        <a:p>
          <a:pPr algn="ctr"/>
          <a:r>
            <a:rPr lang="fr-FR" sz="1400" b="1" dirty="0"/>
            <a:t>Sécurité et confidentialité</a:t>
          </a:r>
        </a:p>
        <a:p>
          <a:pPr algn="ctr"/>
          <a:r>
            <a:rPr lang="fr-FR" sz="900" dirty="0"/>
            <a:t>Obligation de sécuriser l’accès aux données</a:t>
          </a:r>
          <a:endParaRPr lang="fr-FR" sz="1400" b="1" dirty="0"/>
        </a:p>
      </dgm:t>
    </dgm:pt>
    <dgm:pt modelId="{EDA58F94-2485-47FC-804F-ECA07206DC39}" type="parTrans" cxnId="{CF4285A5-7517-48DF-9FAE-4C0F3F13390A}">
      <dgm:prSet/>
      <dgm:spPr/>
      <dgm:t>
        <a:bodyPr/>
        <a:lstStyle/>
        <a:p>
          <a:endParaRPr lang="fr-FR"/>
        </a:p>
      </dgm:t>
    </dgm:pt>
    <dgm:pt modelId="{2EC71590-245A-4AFB-BE33-7AB1D8E97A5B}" type="sibTrans" cxnId="{CF4285A5-7517-48DF-9FAE-4C0F3F13390A}">
      <dgm:prSet/>
      <dgm:spPr/>
      <dgm:t>
        <a:bodyPr/>
        <a:lstStyle/>
        <a:p>
          <a:endParaRPr lang="fr-FR"/>
        </a:p>
      </dgm:t>
    </dgm:pt>
    <dgm:pt modelId="{C34B7492-920F-4334-8849-2FF34E22C083}">
      <dgm:prSet phldrT="[Texte]" phldr="0" custT="1"/>
      <dgm:spPr/>
      <dgm:t>
        <a:bodyPr/>
        <a:lstStyle/>
        <a:p>
          <a:pPr algn="ctr"/>
          <a:r>
            <a:rPr lang="fr-FR" sz="1400" b="1" dirty="0"/>
            <a:t>Minimisation des données</a:t>
          </a:r>
        </a:p>
        <a:p>
          <a:pPr algn="ctr"/>
          <a:r>
            <a:rPr lang="fr-FR" sz="800" dirty="0"/>
            <a:t>Collection des données strictement nécessaires</a:t>
          </a:r>
          <a:endParaRPr lang="fr-FR" sz="1400" b="1" dirty="0"/>
        </a:p>
      </dgm:t>
    </dgm:pt>
    <dgm:pt modelId="{7EF6B11E-25D9-47FC-B811-D1E5DD392D7A}" type="parTrans" cxnId="{CE49E4AE-87C7-4476-B39F-96DA827D7945}">
      <dgm:prSet/>
      <dgm:spPr/>
      <dgm:t>
        <a:bodyPr/>
        <a:lstStyle/>
        <a:p>
          <a:endParaRPr lang="fr-FR"/>
        </a:p>
      </dgm:t>
    </dgm:pt>
    <dgm:pt modelId="{29539F95-35C1-4F24-B368-1E7F9A9599DD}" type="sibTrans" cxnId="{CE49E4AE-87C7-4476-B39F-96DA827D7945}">
      <dgm:prSet/>
      <dgm:spPr/>
      <dgm:t>
        <a:bodyPr/>
        <a:lstStyle/>
        <a:p>
          <a:endParaRPr lang="fr-FR"/>
        </a:p>
      </dgm:t>
    </dgm:pt>
    <dgm:pt modelId="{A847B6D0-92E8-482F-AB38-39AF224C81AC}">
      <dgm:prSet phldrT="[Texte]" phldr="0" custT="1"/>
      <dgm:spPr/>
      <dgm:t>
        <a:bodyPr/>
        <a:lstStyle/>
        <a:p>
          <a:pPr algn="ctr"/>
          <a:r>
            <a:rPr lang="fr-FR" sz="1400" b="1" dirty="0"/>
            <a:t>Droit des personnes</a:t>
          </a:r>
        </a:p>
        <a:p>
          <a:pPr algn="ctr"/>
          <a:r>
            <a:rPr lang="fr-FR" sz="900" dirty="0"/>
            <a:t>Droit d’accès, de rectification, d’effacement, d’opposition et de portabilité</a:t>
          </a:r>
          <a:endParaRPr lang="fr-FR" sz="1400" b="1" dirty="0"/>
        </a:p>
      </dgm:t>
    </dgm:pt>
    <dgm:pt modelId="{6E9962B4-E31A-43DD-B1BB-D601CD148F54}" type="parTrans" cxnId="{24208FFA-D02F-4C17-AE25-D4D9A8767725}">
      <dgm:prSet/>
      <dgm:spPr/>
      <dgm:t>
        <a:bodyPr/>
        <a:lstStyle/>
        <a:p>
          <a:endParaRPr lang="fr-FR"/>
        </a:p>
      </dgm:t>
    </dgm:pt>
    <dgm:pt modelId="{24F0003C-7876-4888-AA05-5A133F523D4F}" type="sibTrans" cxnId="{24208FFA-D02F-4C17-AE25-D4D9A8767725}">
      <dgm:prSet/>
      <dgm:spPr/>
      <dgm:t>
        <a:bodyPr/>
        <a:lstStyle/>
        <a:p>
          <a:endParaRPr lang="fr-FR"/>
        </a:p>
      </dgm:t>
    </dgm:pt>
    <dgm:pt modelId="{ACFD1D00-A6D5-41F9-8138-3D9DFE7D1504}" type="pres">
      <dgm:prSet presAssocID="{679D1218-E0D1-47CD-A331-83FE93E2D60A}" presName="cycle" presStyleCnt="0">
        <dgm:presLayoutVars>
          <dgm:dir/>
          <dgm:resizeHandles val="exact"/>
        </dgm:presLayoutVars>
      </dgm:prSet>
      <dgm:spPr/>
    </dgm:pt>
    <dgm:pt modelId="{D09B7F8C-086A-45F2-B2E7-33123735D69B}" type="pres">
      <dgm:prSet presAssocID="{0D7DCD6E-FFA3-4F3E-AA9A-56486BBEF48F}" presName="node" presStyleLbl="node1" presStyleIdx="0" presStyleCnt="7">
        <dgm:presLayoutVars>
          <dgm:bulletEnabled val="1"/>
        </dgm:presLayoutVars>
      </dgm:prSet>
      <dgm:spPr/>
    </dgm:pt>
    <dgm:pt modelId="{7F1D2484-6074-4E1F-8A5E-430898285C3B}" type="pres">
      <dgm:prSet presAssocID="{0D7DCD6E-FFA3-4F3E-AA9A-56486BBEF48F}" presName="spNode" presStyleCnt="0"/>
      <dgm:spPr/>
    </dgm:pt>
    <dgm:pt modelId="{890E838D-0A32-4639-B2C1-2F3592D942C5}" type="pres">
      <dgm:prSet presAssocID="{AD1EEC09-657A-4B89-B36A-330756B8BC25}" presName="sibTrans" presStyleLbl="sibTrans1D1" presStyleIdx="0" presStyleCnt="7"/>
      <dgm:spPr/>
    </dgm:pt>
    <dgm:pt modelId="{B93D1BA4-5778-46F7-904F-444F8FFFE4AD}" type="pres">
      <dgm:prSet presAssocID="{8538801A-9BF4-4970-9F7A-3890D68A6810}" presName="node" presStyleLbl="node1" presStyleIdx="1" presStyleCnt="7">
        <dgm:presLayoutVars>
          <dgm:bulletEnabled val="1"/>
        </dgm:presLayoutVars>
      </dgm:prSet>
      <dgm:spPr/>
    </dgm:pt>
    <dgm:pt modelId="{E7C94A3C-5D4F-453A-AB1F-D23C4E9B7299}" type="pres">
      <dgm:prSet presAssocID="{8538801A-9BF4-4970-9F7A-3890D68A6810}" presName="spNode" presStyleCnt="0"/>
      <dgm:spPr/>
    </dgm:pt>
    <dgm:pt modelId="{47B1AD44-B79E-4FCA-B88A-6E40F220759B}" type="pres">
      <dgm:prSet presAssocID="{ABCFF8A4-AFE0-4814-BA28-31EAACB6D82C}" presName="sibTrans" presStyleLbl="sibTrans1D1" presStyleIdx="1" presStyleCnt="7"/>
      <dgm:spPr/>
    </dgm:pt>
    <dgm:pt modelId="{E5D08914-9DD1-4B2C-8946-9B7ADDE2B87C}" type="pres">
      <dgm:prSet presAssocID="{C34B7492-920F-4334-8849-2FF34E22C083}" presName="node" presStyleLbl="node1" presStyleIdx="2" presStyleCnt="7">
        <dgm:presLayoutVars>
          <dgm:bulletEnabled val="1"/>
        </dgm:presLayoutVars>
      </dgm:prSet>
      <dgm:spPr/>
    </dgm:pt>
    <dgm:pt modelId="{5923CBDF-A344-49FB-B0D0-5F9C3E0A422E}" type="pres">
      <dgm:prSet presAssocID="{C34B7492-920F-4334-8849-2FF34E22C083}" presName="spNode" presStyleCnt="0"/>
      <dgm:spPr/>
    </dgm:pt>
    <dgm:pt modelId="{025F63F9-0667-4349-AFB4-715708328752}" type="pres">
      <dgm:prSet presAssocID="{29539F95-35C1-4F24-B368-1E7F9A9599DD}" presName="sibTrans" presStyleLbl="sibTrans1D1" presStyleIdx="2" presStyleCnt="7"/>
      <dgm:spPr/>
    </dgm:pt>
    <dgm:pt modelId="{D7EE2E2C-DA2D-4485-91C5-99F83853D02E}" type="pres">
      <dgm:prSet presAssocID="{3E9D535A-D497-4D9E-9119-E7C019F357DB}" presName="node" presStyleLbl="node1" presStyleIdx="3" presStyleCnt="7" custScaleX="116483">
        <dgm:presLayoutVars>
          <dgm:bulletEnabled val="1"/>
        </dgm:presLayoutVars>
      </dgm:prSet>
      <dgm:spPr/>
    </dgm:pt>
    <dgm:pt modelId="{EAA61EE4-A965-4038-B5A6-EC8AA2B7C81B}" type="pres">
      <dgm:prSet presAssocID="{3E9D535A-D497-4D9E-9119-E7C019F357DB}" presName="spNode" presStyleCnt="0"/>
      <dgm:spPr/>
    </dgm:pt>
    <dgm:pt modelId="{1C2D3156-A0A4-42D6-B5AC-40CA1B29E5BB}" type="pres">
      <dgm:prSet presAssocID="{B11ECF75-25B1-4243-B6FB-49CE6BAF114E}" presName="sibTrans" presStyleLbl="sibTrans1D1" presStyleIdx="3" presStyleCnt="7"/>
      <dgm:spPr/>
    </dgm:pt>
    <dgm:pt modelId="{6F5EA422-F05A-4A2F-AD0B-11263B8E337C}" type="pres">
      <dgm:prSet presAssocID="{E5B00F44-82D1-4F9B-BF47-24F89696FD27}" presName="node" presStyleLbl="node1" presStyleIdx="4" presStyleCnt="7" custScaleX="113208">
        <dgm:presLayoutVars>
          <dgm:bulletEnabled val="1"/>
        </dgm:presLayoutVars>
      </dgm:prSet>
      <dgm:spPr/>
    </dgm:pt>
    <dgm:pt modelId="{7C66138D-DE45-4824-AA53-895F4077918F}" type="pres">
      <dgm:prSet presAssocID="{E5B00F44-82D1-4F9B-BF47-24F89696FD27}" presName="spNode" presStyleCnt="0"/>
      <dgm:spPr/>
    </dgm:pt>
    <dgm:pt modelId="{455E4A96-7E1F-4B89-91FF-AD49C2E87DAC}" type="pres">
      <dgm:prSet presAssocID="{DE9E4060-C082-45BC-8F7E-67B22588D83F}" presName="sibTrans" presStyleLbl="sibTrans1D1" presStyleIdx="4" presStyleCnt="7"/>
      <dgm:spPr/>
    </dgm:pt>
    <dgm:pt modelId="{C96D48AE-10B7-4C92-9016-F265672CCDDF}" type="pres">
      <dgm:prSet presAssocID="{CD5D9941-A405-413A-BEA2-CF76732826D9}" presName="node" presStyleLbl="node1" presStyleIdx="5" presStyleCnt="7">
        <dgm:presLayoutVars>
          <dgm:bulletEnabled val="1"/>
        </dgm:presLayoutVars>
      </dgm:prSet>
      <dgm:spPr/>
    </dgm:pt>
    <dgm:pt modelId="{8FE530F9-B7F7-4540-81AD-889097CC6617}" type="pres">
      <dgm:prSet presAssocID="{CD5D9941-A405-413A-BEA2-CF76732826D9}" presName="spNode" presStyleCnt="0"/>
      <dgm:spPr/>
    </dgm:pt>
    <dgm:pt modelId="{4C7350E0-FFFB-458E-8A55-A9E353503E8D}" type="pres">
      <dgm:prSet presAssocID="{2EC71590-245A-4AFB-BE33-7AB1D8E97A5B}" presName="sibTrans" presStyleLbl="sibTrans1D1" presStyleIdx="5" presStyleCnt="7"/>
      <dgm:spPr/>
    </dgm:pt>
    <dgm:pt modelId="{CD217F47-D198-45E9-9DF7-4306679E843F}" type="pres">
      <dgm:prSet presAssocID="{A847B6D0-92E8-482F-AB38-39AF224C81AC}" presName="node" presStyleLbl="node1" presStyleIdx="6" presStyleCnt="7">
        <dgm:presLayoutVars>
          <dgm:bulletEnabled val="1"/>
        </dgm:presLayoutVars>
      </dgm:prSet>
      <dgm:spPr/>
    </dgm:pt>
    <dgm:pt modelId="{BEBC90C0-B4AF-4D5C-98D0-08F786724FBF}" type="pres">
      <dgm:prSet presAssocID="{A847B6D0-92E8-482F-AB38-39AF224C81AC}" presName="spNode" presStyleCnt="0"/>
      <dgm:spPr/>
    </dgm:pt>
    <dgm:pt modelId="{EFECD94C-60DE-4A06-9E75-50C161E57F92}" type="pres">
      <dgm:prSet presAssocID="{24F0003C-7876-4888-AA05-5A133F523D4F}" presName="sibTrans" presStyleLbl="sibTrans1D1" presStyleIdx="6" presStyleCnt="7"/>
      <dgm:spPr/>
    </dgm:pt>
  </dgm:ptLst>
  <dgm:cxnLst>
    <dgm:cxn modelId="{82FF5012-40AD-4D37-9483-05E84BA3A615}" type="presOf" srcId="{A847B6D0-92E8-482F-AB38-39AF224C81AC}" destId="{CD217F47-D198-45E9-9DF7-4306679E843F}" srcOrd="0" destOrd="0" presId="urn:microsoft.com/office/officeart/2005/8/layout/cycle6"/>
    <dgm:cxn modelId="{D7D72315-0F78-4D4F-A35A-E1280E4470CD}" type="presOf" srcId="{8538801A-9BF4-4970-9F7A-3890D68A6810}" destId="{B93D1BA4-5778-46F7-904F-444F8FFFE4AD}" srcOrd="0" destOrd="0" presId="urn:microsoft.com/office/officeart/2005/8/layout/cycle6"/>
    <dgm:cxn modelId="{9FD2BF37-01F9-46E1-BAFD-E6B2E9E11F3E}" type="presOf" srcId="{679D1218-E0D1-47CD-A331-83FE93E2D60A}" destId="{ACFD1D00-A6D5-41F9-8138-3D9DFE7D1504}" srcOrd="0" destOrd="0" presId="urn:microsoft.com/office/officeart/2005/8/layout/cycle6"/>
    <dgm:cxn modelId="{9C023D3C-78E9-4A3F-86A2-7988406201AB}" type="presOf" srcId="{2EC71590-245A-4AFB-BE33-7AB1D8E97A5B}" destId="{4C7350E0-FFFB-458E-8A55-A9E353503E8D}" srcOrd="0" destOrd="0" presId="urn:microsoft.com/office/officeart/2005/8/layout/cycle6"/>
    <dgm:cxn modelId="{911DC544-9237-4DE9-B863-188AB35A6704}" type="presOf" srcId="{0D7DCD6E-FFA3-4F3E-AA9A-56486BBEF48F}" destId="{D09B7F8C-086A-45F2-B2E7-33123735D69B}" srcOrd="0" destOrd="0" presId="urn:microsoft.com/office/officeart/2005/8/layout/cycle6"/>
    <dgm:cxn modelId="{C284E668-AEFA-461F-9CE7-B792487A3715}" type="presOf" srcId="{ABCFF8A4-AFE0-4814-BA28-31EAACB6D82C}" destId="{47B1AD44-B79E-4FCA-B88A-6E40F220759B}" srcOrd="0" destOrd="0" presId="urn:microsoft.com/office/officeart/2005/8/layout/cycle6"/>
    <dgm:cxn modelId="{72A91053-B50A-44F4-9044-5FA1748C98C9}" srcId="{679D1218-E0D1-47CD-A331-83FE93E2D60A}" destId="{0D7DCD6E-FFA3-4F3E-AA9A-56486BBEF48F}" srcOrd="0" destOrd="0" parTransId="{12DBA3BE-0E03-40BC-B493-C24451E0A7DA}" sibTransId="{AD1EEC09-657A-4B89-B36A-330756B8BC25}"/>
    <dgm:cxn modelId="{0AA95583-85E5-481F-A2B9-6D03EFC2E5E9}" srcId="{679D1218-E0D1-47CD-A331-83FE93E2D60A}" destId="{E5B00F44-82D1-4F9B-BF47-24F89696FD27}" srcOrd="4" destOrd="0" parTransId="{B8377F4C-C7DB-486E-9199-2F56B41AB35D}" sibTransId="{DE9E4060-C082-45BC-8F7E-67B22588D83F}"/>
    <dgm:cxn modelId="{94279984-A2E3-4066-B06C-6F2792C8EF89}" type="presOf" srcId="{29539F95-35C1-4F24-B368-1E7F9A9599DD}" destId="{025F63F9-0667-4349-AFB4-715708328752}" srcOrd="0" destOrd="0" presId="urn:microsoft.com/office/officeart/2005/8/layout/cycle6"/>
    <dgm:cxn modelId="{56138389-4F4A-4501-B226-BF8D687FCE71}" type="presOf" srcId="{AD1EEC09-657A-4B89-B36A-330756B8BC25}" destId="{890E838D-0A32-4639-B2C1-2F3592D942C5}" srcOrd="0" destOrd="0" presId="urn:microsoft.com/office/officeart/2005/8/layout/cycle6"/>
    <dgm:cxn modelId="{05767D8C-CBC2-4074-9A81-048F075074CB}" type="presOf" srcId="{E5B00F44-82D1-4F9B-BF47-24F89696FD27}" destId="{6F5EA422-F05A-4A2F-AD0B-11263B8E337C}" srcOrd="0" destOrd="0" presId="urn:microsoft.com/office/officeart/2005/8/layout/cycle6"/>
    <dgm:cxn modelId="{617EC190-3A1D-4CD0-8FCF-33D0D2904150}" type="presOf" srcId="{24F0003C-7876-4888-AA05-5A133F523D4F}" destId="{EFECD94C-60DE-4A06-9E75-50C161E57F92}" srcOrd="0" destOrd="0" presId="urn:microsoft.com/office/officeart/2005/8/layout/cycle6"/>
    <dgm:cxn modelId="{CF4285A5-7517-48DF-9FAE-4C0F3F13390A}" srcId="{679D1218-E0D1-47CD-A331-83FE93E2D60A}" destId="{CD5D9941-A405-413A-BEA2-CF76732826D9}" srcOrd="5" destOrd="0" parTransId="{EDA58F94-2485-47FC-804F-ECA07206DC39}" sibTransId="{2EC71590-245A-4AFB-BE33-7AB1D8E97A5B}"/>
    <dgm:cxn modelId="{CE49E4AE-87C7-4476-B39F-96DA827D7945}" srcId="{679D1218-E0D1-47CD-A331-83FE93E2D60A}" destId="{C34B7492-920F-4334-8849-2FF34E22C083}" srcOrd="2" destOrd="0" parTransId="{7EF6B11E-25D9-47FC-B811-D1E5DD392D7A}" sibTransId="{29539F95-35C1-4F24-B368-1E7F9A9599DD}"/>
    <dgm:cxn modelId="{A1AFFEB6-CA33-45D1-8B0F-FA5460498FE0}" type="presOf" srcId="{DE9E4060-C082-45BC-8F7E-67B22588D83F}" destId="{455E4A96-7E1F-4B89-91FF-AD49C2E87DAC}" srcOrd="0" destOrd="0" presId="urn:microsoft.com/office/officeart/2005/8/layout/cycle6"/>
    <dgm:cxn modelId="{8CB9D1C6-8BEF-40F7-B648-340F219B214D}" type="presOf" srcId="{CD5D9941-A405-413A-BEA2-CF76732826D9}" destId="{C96D48AE-10B7-4C92-9016-F265672CCDDF}" srcOrd="0" destOrd="0" presId="urn:microsoft.com/office/officeart/2005/8/layout/cycle6"/>
    <dgm:cxn modelId="{14A164CE-821F-4402-AE50-CAE3B22D3E0B}" type="presOf" srcId="{C34B7492-920F-4334-8849-2FF34E22C083}" destId="{E5D08914-9DD1-4B2C-8946-9B7ADDE2B87C}" srcOrd="0" destOrd="0" presId="urn:microsoft.com/office/officeart/2005/8/layout/cycle6"/>
    <dgm:cxn modelId="{C0B714F0-F8A5-43B7-9520-5DB01EA5432A}" srcId="{679D1218-E0D1-47CD-A331-83FE93E2D60A}" destId="{3E9D535A-D497-4D9E-9119-E7C019F357DB}" srcOrd="3" destOrd="0" parTransId="{A703EC4F-2F27-4436-A65B-247FEA7C3EE2}" sibTransId="{B11ECF75-25B1-4243-B6FB-49CE6BAF114E}"/>
    <dgm:cxn modelId="{C3FC7DF0-5BE5-4009-AB81-B9E230F3B1EE}" srcId="{679D1218-E0D1-47CD-A331-83FE93E2D60A}" destId="{8538801A-9BF4-4970-9F7A-3890D68A6810}" srcOrd="1" destOrd="0" parTransId="{00494AA4-CC12-445A-B0D7-02A3EC052AB1}" sibTransId="{ABCFF8A4-AFE0-4814-BA28-31EAACB6D82C}"/>
    <dgm:cxn modelId="{DE25A8F8-6B94-4FEE-8627-BABA8063B56C}" type="presOf" srcId="{B11ECF75-25B1-4243-B6FB-49CE6BAF114E}" destId="{1C2D3156-A0A4-42D6-B5AC-40CA1B29E5BB}" srcOrd="0" destOrd="0" presId="urn:microsoft.com/office/officeart/2005/8/layout/cycle6"/>
    <dgm:cxn modelId="{24208FFA-D02F-4C17-AE25-D4D9A8767725}" srcId="{679D1218-E0D1-47CD-A331-83FE93E2D60A}" destId="{A847B6D0-92E8-482F-AB38-39AF224C81AC}" srcOrd="6" destOrd="0" parTransId="{6E9962B4-E31A-43DD-B1BB-D601CD148F54}" sibTransId="{24F0003C-7876-4888-AA05-5A133F523D4F}"/>
    <dgm:cxn modelId="{D545D9FC-7BB9-45A5-B266-0AB6C2CBCDF5}" type="presOf" srcId="{3E9D535A-D497-4D9E-9119-E7C019F357DB}" destId="{D7EE2E2C-DA2D-4485-91C5-99F83853D02E}" srcOrd="0" destOrd="0" presId="urn:microsoft.com/office/officeart/2005/8/layout/cycle6"/>
    <dgm:cxn modelId="{D5C4DEE7-E148-4998-826E-CAC523544244}" type="presParOf" srcId="{ACFD1D00-A6D5-41F9-8138-3D9DFE7D1504}" destId="{D09B7F8C-086A-45F2-B2E7-33123735D69B}" srcOrd="0" destOrd="0" presId="urn:microsoft.com/office/officeart/2005/8/layout/cycle6"/>
    <dgm:cxn modelId="{7A9EA723-896F-4582-A563-D15E6EE1C33B}" type="presParOf" srcId="{ACFD1D00-A6D5-41F9-8138-3D9DFE7D1504}" destId="{7F1D2484-6074-4E1F-8A5E-430898285C3B}" srcOrd="1" destOrd="0" presId="urn:microsoft.com/office/officeart/2005/8/layout/cycle6"/>
    <dgm:cxn modelId="{81FDFDA3-FAD5-4C9D-9522-47CABAF15C2A}" type="presParOf" srcId="{ACFD1D00-A6D5-41F9-8138-3D9DFE7D1504}" destId="{890E838D-0A32-4639-B2C1-2F3592D942C5}" srcOrd="2" destOrd="0" presId="urn:microsoft.com/office/officeart/2005/8/layout/cycle6"/>
    <dgm:cxn modelId="{230CF85A-B555-463E-B09C-3BECCD1A4D2F}" type="presParOf" srcId="{ACFD1D00-A6D5-41F9-8138-3D9DFE7D1504}" destId="{B93D1BA4-5778-46F7-904F-444F8FFFE4AD}" srcOrd="3" destOrd="0" presId="urn:microsoft.com/office/officeart/2005/8/layout/cycle6"/>
    <dgm:cxn modelId="{499BD5F6-0D3A-43DA-8325-E195AE49A029}" type="presParOf" srcId="{ACFD1D00-A6D5-41F9-8138-3D9DFE7D1504}" destId="{E7C94A3C-5D4F-453A-AB1F-D23C4E9B7299}" srcOrd="4" destOrd="0" presId="urn:microsoft.com/office/officeart/2005/8/layout/cycle6"/>
    <dgm:cxn modelId="{9211A472-45F5-4E55-8ECE-12FDD0BBD267}" type="presParOf" srcId="{ACFD1D00-A6D5-41F9-8138-3D9DFE7D1504}" destId="{47B1AD44-B79E-4FCA-B88A-6E40F220759B}" srcOrd="5" destOrd="0" presId="urn:microsoft.com/office/officeart/2005/8/layout/cycle6"/>
    <dgm:cxn modelId="{1485DDDC-4904-42D8-BF7B-B2CEDF738213}" type="presParOf" srcId="{ACFD1D00-A6D5-41F9-8138-3D9DFE7D1504}" destId="{E5D08914-9DD1-4B2C-8946-9B7ADDE2B87C}" srcOrd="6" destOrd="0" presId="urn:microsoft.com/office/officeart/2005/8/layout/cycle6"/>
    <dgm:cxn modelId="{F60DC573-6411-4C4E-9AF4-786D03C9429B}" type="presParOf" srcId="{ACFD1D00-A6D5-41F9-8138-3D9DFE7D1504}" destId="{5923CBDF-A344-49FB-B0D0-5F9C3E0A422E}" srcOrd="7" destOrd="0" presId="urn:microsoft.com/office/officeart/2005/8/layout/cycle6"/>
    <dgm:cxn modelId="{C05CCD02-77EC-431F-BBBF-491F81A1829A}" type="presParOf" srcId="{ACFD1D00-A6D5-41F9-8138-3D9DFE7D1504}" destId="{025F63F9-0667-4349-AFB4-715708328752}" srcOrd="8" destOrd="0" presId="urn:microsoft.com/office/officeart/2005/8/layout/cycle6"/>
    <dgm:cxn modelId="{DDF2110E-3147-4E96-8364-274B4DFFCCBD}" type="presParOf" srcId="{ACFD1D00-A6D5-41F9-8138-3D9DFE7D1504}" destId="{D7EE2E2C-DA2D-4485-91C5-99F83853D02E}" srcOrd="9" destOrd="0" presId="urn:microsoft.com/office/officeart/2005/8/layout/cycle6"/>
    <dgm:cxn modelId="{747B38AB-C70B-4A5F-9165-C63546F64E3A}" type="presParOf" srcId="{ACFD1D00-A6D5-41F9-8138-3D9DFE7D1504}" destId="{EAA61EE4-A965-4038-B5A6-EC8AA2B7C81B}" srcOrd="10" destOrd="0" presId="urn:microsoft.com/office/officeart/2005/8/layout/cycle6"/>
    <dgm:cxn modelId="{0F308D2A-654A-4F0A-A40E-A9BBB6C86610}" type="presParOf" srcId="{ACFD1D00-A6D5-41F9-8138-3D9DFE7D1504}" destId="{1C2D3156-A0A4-42D6-B5AC-40CA1B29E5BB}" srcOrd="11" destOrd="0" presId="urn:microsoft.com/office/officeart/2005/8/layout/cycle6"/>
    <dgm:cxn modelId="{4B3E9BBA-A8CB-40AB-A5FD-26A031E0DF63}" type="presParOf" srcId="{ACFD1D00-A6D5-41F9-8138-3D9DFE7D1504}" destId="{6F5EA422-F05A-4A2F-AD0B-11263B8E337C}" srcOrd="12" destOrd="0" presId="urn:microsoft.com/office/officeart/2005/8/layout/cycle6"/>
    <dgm:cxn modelId="{B46D64BC-BB45-4BB9-ADCD-B027E9719C37}" type="presParOf" srcId="{ACFD1D00-A6D5-41F9-8138-3D9DFE7D1504}" destId="{7C66138D-DE45-4824-AA53-895F4077918F}" srcOrd="13" destOrd="0" presId="urn:microsoft.com/office/officeart/2005/8/layout/cycle6"/>
    <dgm:cxn modelId="{D8671366-7FC2-461B-B027-10EE67014F44}" type="presParOf" srcId="{ACFD1D00-A6D5-41F9-8138-3D9DFE7D1504}" destId="{455E4A96-7E1F-4B89-91FF-AD49C2E87DAC}" srcOrd="14" destOrd="0" presId="urn:microsoft.com/office/officeart/2005/8/layout/cycle6"/>
    <dgm:cxn modelId="{05459044-0191-4B70-A6C1-0ABD700CEB49}" type="presParOf" srcId="{ACFD1D00-A6D5-41F9-8138-3D9DFE7D1504}" destId="{C96D48AE-10B7-4C92-9016-F265672CCDDF}" srcOrd="15" destOrd="0" presId="urn:microsoft.com/office/officeart/2005/8/layout/cycle6"/>
    <dgm:cxn modelId="{706EC24E-BBF8-4782-BB9B-A3CE5A6BC391}" type="presParOf" srcId="{ACFD1D00-A6D5-41F9-8138-3D9DFE7D1504}" destId="{8FE530F9-B7F7-4540-81AD-889097CC6617}" srcOrd="16" destOrd="0" presId="urn:microsoft.com/office/officeart/2005/8/layout/cycle6"/>
    <dgm:cxn modelId="{96899382-DA0C-40AC-B322-F327ADABABDE}" type="presParOf" srcId="{ACFD1D00-A6D5-41F9-8138-3D9DFE7D1504}" destId="{4C7350E0-FFFB-458E-8A55-A9E353503E8D}" srcOrd="17" destOrd="0" presId="urn:microsoft.com/office/officeart/2005/8/layout/cycle6"/>
    <dgm:cxn modelId="{05DBFD0B-AAFF-4D8D-80CE-99F087AA8918}" type="presParOf" srcId="{ACFD1D00-A6D5-41F9-8138-3D9DFE7D1504}" destId="{CD217F47-D198-45E9-9DF7-4306679E843F}" srcOrd="18" destOrd="0" presId="urn:microsoft.com/office/officeart/2005/8/layout/cycle6"/>
    <dgm:cxn modelId="{801F365D-96DE-4C09-B1C4-047E72297C6D}" type="presParOf" srcId="{ACFD1D00-A6D5-41F9-8138-3D9DFE7D1504}" destId="{BEBC90C0-B4AF-4D5C-98D0-08F786724FBF}" srcOrd="19" destOrd="0" presId="urn:microsoft.com/office/officeart/2005/8/layout/cycle6"/>
    <dgm:cxn modelId="{AFB41072-9BF3-4AE1-9EA9-697FB7F82F16}" type="presParOf" srcId="{ACFD1D00-A6D5-41F9-8138-3D9DFE7D1504}" destId="{EFECD94C-60DE-4A06-9E75-50C161E57F92}" srcOrd="20" destOrd="0" presId="urn:microsoft.com/office/officeart/2005/8/layout/cycle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B7F8C-086A-45F2-B2E7-33123735D69B}">
      <dsp:nvSpPr>
        <dsp:cNvPr id="0" name=""/>
        <dsp:cNvSpPr/>
      </dsp:nvSpPr>
      <dsp:spPr>
        <a:xfrm>
          <a:off x="4235217" y="2862"/>
          <a:ext cx="1551200" cy="1008280"/>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Licéité, loyauté et transparence</a:t>
          </a:r>
        </a:p>
        <a:p>
          <a:pPr marL="0" lvl="0" indent="0" algn="ctr" defTabSz="622300">
            <a:lnSpc>
              <a:spcPct val="90000"/>
            </a:lnSpc>
            <a:spcBef>
              <a:spcPct val="0"/>
            </a:spcBef>
            <a:spcAft>
              <a:spcPct val="35000"/>
            </a:spcAft>
            <a:buNone/>
          </a:pPr>
          <a:r>
            <a:rPr lang="fr-FR" sz="800" kern="1200" dirty="0"/>
            <a:t>Consentement explicite et information claire de l’utilisateur</a:t>
          </a:r>
          <a:endParaRPr lang="fr-FR" sz="1400" b="1" kern="1200" dirty="0"/>
        </a:p>
      </dsp:txBody>
      <dsp:txXfrm>
        <a:off x="4284437" y="52082"/>
        <a:ext cx="1452760" cy="909840"/>
      </dsp:txXfrm>
    </dsp:sp>
    <dsp:sp modelId="{890E838D-0A32-4639-B2C1-2F3592D942C5}">
      <dsp:nvSpPr>
        <dsp:cNvPr id="0" name=""/>
        <dsp:cNvSpPr/>
      </dsp:nvSpPr>
      <dsp:spPr>
        <a:xfrm>
          <a:off x="2134988" y="507002"/>
          <a:ext cx="5751659" cy="5751659"/>
        </a:xfrm>
        <a:custGeom>
          <a:avLst/>
          <a:gdLst/>
          <a:ahLst/>
          <a:cxnLst/>
          <a:rect l="0" t="0" r="0" b="0"/>
          <a:pathLst>
            <a:path>
              <a:moveTo>
                <a:pt x="3661678" y="109453"/>
              </a:moveTo>
              <a:arcTo wR="2875829" hR="2875829" stAng="17151501" swAng="1254874"/>
            </a:path>
          </a:pathLst>
        </a:custGeom>
        <a:noFill/>
        <a:ln w="9525" cap="flat" cmpd="sng" algn="ctr">
          <a:solidFill>
            <a:schemeClr val="accent6">
              <a:hueOff val="0"/>
              <a:satOff val="0"/>
              <a:lumOff val="0"/>
              <a:alphaOff val="0"/>
            </a:schemeClr>
          </a:solidFill>
          <a:prstDash val="solid"/>
          <a:miter/>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B93D1BA4-5778-46F7-904F-444F8FFFE4AD}">
      <dsp:nvSpPr>
        <dsp:cNvPr id="0" name=""/>
        <dsp:cNvSpPr/>
      </dsp:nvSpPr>
      <dsp:spPr>
        <a:xfrm>
          <a:off x="6483631" y="1085641"/>
          <a:ext cx="1551200" cy="1008280"/>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Limitation des finalités</a:t>
          </a:r>
        </a:p>
        <a:p>
          <a:pPr marL="0" lvl="0" indent="0" algn="ctr" defTabSz="622300">
            <a:lnSpc>
              <a:spcPct val="90000"/>
            </a:lnSpc>
            <a:spcBef>
              <a:spcPct val="0"/>
            </a:spcBef>
            <a:spcAft>
              <a:spcPct val="35000"/>
            </a:spcAft>
            <a:buNone/>
          </a:pPr>
          <a:r>
            <a:rPr lang="fr-FR" sz="800" kern="1200" dirty="0"/>
            <a:t>Utilisation stricte dans le cadre documenté dans le registre CNIL</a:t>
          </a:r>
          <a:endParaRPr lang="fr-FR" sz="1400" b="1" kern="1200" dirty="0"/>
        </a:p>
      </dsp:txBody>
      <dsp:txXfrm>
        <a:off x="6532851" y="1134861"/>
        <a:ext cx="1452760" cy="909840"/>
      </dsp:txXfrm>
    </dsp:sp>
    <dsp:sp modelId="{47B1AD44-B79E-4FCA-B88A-6E40F220759B}">
      <dsp:nvSpPr>
        <dsp:cNvPr id="0" name=""/>
        <dsp:cNvSpPr/>
      </dsp:nvSpPr>
      <dsp:spPr>
        <a:xfrm>
          <a:off x="2134988" y="507002"/>
          <a:ext cx="5751659" cy="5751659"/>
        </a:xfrm>
        <a:custGeom>
          <a:avLst/>
          <a:gdLst/>
          <a:ahLst/>
          <a:cxnLst/>
          <a:rect l="0" t="0" r="0" b="0"/>
          <a:pathLst>
            <a:path>
              <a:moveTo>
                <a:pt x="5453141" y="1599954"/>
              </a:moveTo>
              <a:arcTo wR="2875829" hR="2875829" stAng="20019762" swAng="1725214"/>
            </a:path>
          </a:pathLst>
        </a:custGeom>
        <a:noFill/>
        <a:ln w="9525" cap="flat" cmpd="sng" algn="ctr">
          <a:solidFill>
            <a:schemeClr val="accent6">
              <a:hueOff val="0"/>
              <a:satOff val="0"/>
              <a:lumOff val="0"/>
              <a:alphaOff val="0"/>
            </a:schemeClr>
          </a:solidFill>
          <a:prstDash val="solid"/>
          <a:miter/>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E5D08914-9DD1-4B2C-8946-9B7ADDE2B87C}">
      <dsp:nvSpPr>
        <dsp:cNvPr id="0" name=""/>
        <dsp:cNvSpPr/>
      </dsp:nvSpPr>
      <dsp:spPr>
        <a:xfrm>
          <a:off x="7038944" y="3518624"/>
          <a:ext cx="1551200" cy="1008280"/>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Minimisation des données</a:t>
          </a:r>
        </a:p>
        <a:p>
          <a:pPr marL="0" lvl="0" indent="0" algn="ctr" defTabSz="622300">
            <a:lnSpc>
              <a:spcPct val="90000"/>
            </a:lnSpc>
            <a:spcBef>
              <a:spcPct val="0"/>
            </a:spcBef>
            <a:spcAft>
              <a:spcPct val="35000"/>
            </a:spcAft>
            <a:buNone/>
          </a:pPr>
          <a:r>
            <a:rPr lang="fr-FR" sz="800" kern="1200" dirty="0"/>
            <a:t>Collection des données strictement nécessaires</a:t>
          </a:r>
          <a:endParaRPr lang="fr-FR" sz="1400" b="1" kern="1200" dirty="0"/>
        </a:p>
      </dsp:txBody>
      <dsp:txXfrm>
        <a:off x="7088164" y="3567844"/>
        <a:ext cx="1452760" cy="909840"/>
      </dsp:txXfrm>
    </dsp:sp>
    <dsp:sp modelId="{025F63F9-0667-4349-AFB4-715708328752}">
      <dsp:nvSpPr>
        <dsp:cNvPr id="0" name=""/>
        <dsp:cNvSpPr/>
      </dsp:nvSpPr>
      <dsp:spPr>
        <a:xfrm>
          <a:off x="2134988" y="507002"/>
          <a:ext cx="5751659" cy="5751659"/>
        </a:xfrm>
        <a:custGeom>
          <a:avLst/>
          <a:gdLst/>
          <a:ahLst/>
          <a:cxnLst/>
          <a:rect l="0" t="0" r="0" b="0"/>
          <a:pathLst>
            <a:path>
              <a:moveTo>
                <a:pt x="5509694" y="4030450"/>
              </a:moveTo>
              <a:arcTo wR="2875829" hR="2875829" stAng="1420287" swAng="1357416"/>
            </a:path>
          </a:pathLst>
        </a:custGeom>
        <a:noFill/>
        <a:ln w="9525" cap="flat" cmpd="sng" algn="ctr">
          <a:solidFill>
            <a:schemeClr val="accent6">
              <a:hueOff val="0"/>
              <a:satOff val="0"/>
              <a:lumOff val="0"/>
              <a:alphaOff val="0"/>
            </a:schemeClr>
          </a:solidFill>
          <a:prstDash val="solid"/>
          <a:miter/>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D7EE2E2C-DA2D-4485-91C5-99F83853D02E}">
      <dsp:nvSpPr>
        <dsp:cNvPr id="0" name=""/>
        <dsp:cNvSpPr/>
      </dsp:nvSpPr>
      <dsp:spPr>
        <a:xfrm>
          <a:off x="5355151" y="5469725"/>
          <a:ext cx="1806884" cy="1008280"/>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Exactitude des données</a:t>
          </a:r>
        </a:p>
        <a:p>
          <a:pPr marL="0" lvl="0" indent="0" algn="ctr" defTabSz="622300">
            <a:lnSpc>
              <a:spcPct val="90000"/>
            </a:lnSpc>
            <a:spcBef>
              <a:spcPct val="0"/>
            </a:spcBef>
            <a:spcAft>
              <a:spcPct val="35000"/>
            </a:spcAft>
            <a:buNone/>
          </a:pPr>
          <a:r>
            <a:rPr lang="fr-FR" sz="800" kern="1200" dirty="0"/>
            <a:t>Possibilité de modification et suppression par l’utilisateur</a:t>
          </a:r>
          <a:endParaRPr lang="fr-FR" sz="1400" b="1" kern="1200" dirty="0"/>
        </a:p>
      </dsp:txBody>
      <dsp:txXfrm>
        <a:off x="5404371" y="5518945"/>
        <a:ext cx="1708444" cy="909840"/>
      </dsp:txXfrm>
    </dsp:sp>
    <dsp:sp modelId="{1C2D3156-A0A4-42D6-B5AC-40CA1B29E5BB}">
      <dsp:nvSpPr>
        <dsp:cNvPr id="0" name=""/>
        <dsp:cNvSpPr/>
      </dsp:nvSpPr>
      <dsp:spPr>
        <a:xfrm>
          <a:off x="2134988" y="507002"/>
          <a:ext cx="5751659" cy="5751659"/>
        </a:xfrm>
        <a:custGeom>
          <a:avLst/>
          <a:gdLst/>
          <a:ahLst/>
          <a:cxnLst/>
          <a:rect l="0" t="0" r="0" b="0"/>
          <a:pathLst>
            <a:path>
              <a:moveTo>
                <a:pt x="3213072" y="5731816"/>
              </a:moveTo>
              <a:arcTo wR="2875829" hR="2875829" stAng="4995932" swAng="838736"/>
            </a:path>
          </a:pathLst>
        </a:custGeom>
        <a:noFill/>
        <a:ln w="9525" cap="flat" cmpd="sng" algn="ctr">
          <a:solidFill>
            <a:schemeClr val="accent6">
              <a:hueOff val="0"/>
              <a:satOff val="0"/>
              <a:lumOff val="0"/>
              <a:alphaOff val="0"/>
            </a:schemeClr>
          </a:solidFill>
          <a:prstDash val="solid"/>
          <a:miter/>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6F5EA422-F05A-4A2F-AD0B-11263B8E337C}">
      <dsp:nvSpPr>
        <dsp:cNvPr id="0" name=""/>
        <dsp:cNvSpPr/>
      </dsp:nvSpPr>
      <dsp:spPr>
        <a:xfrm>
          <a:off x="2885000" y="5469725"/>
          <a:ext cx="1756083" cy="1008280"/>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Limitation de la durée de conservation</a:t>
          </a:r>
        </a:p>
        <a:p>
          <a:pPr marL="0" lvl="0" indent="0" algn="ctr" defTabSz="622300">
            <a:lnSpc>
              <a:spcPct val="90000"/>
            </a:lnSpc>
            <a:spcBef>
              <a:spcPct val="0"/>
            </a:spcBef>
            <a:spcAft>
              <a:spcPct val="35000"/>
            </a:spcAft>
            <a:buNone/>
          </a:pPr>
          <a:r>
            <a:rPr lang="fr-FR" sz="800" kern="1200" dirty="0"/>
            <a:t>Suppression après la fin de la date de conservation  documentée dans le registre CNIL</a:t>
          </a:r>
          <a:endParaRPr lang="fr-FR" sz="1400" b="1" kern="1200" dirty="0"/>
        </a:p>
      </dsp:txBody>
      <dsp:txXfrm>
        <a:off x="2934220" y="5518945"/>
        <a:ext cx="1657643" cy="909840"/>
      </dsp:txXfrm>
    </dsp:sp>
    <dsp:sp modelId="{455E4A96-7E1F-4B89-91FF-AD49C2E87DAC}">
      <dsp:nvSpPr>
        <dsp:cNvPr id="0" name=""/>
        <dsp:cNvSpPr/>
      </dsp:nvSpPr>
      <dsp:spPr>
        <a:xfrm>
          <a:off x="2134988" y="507002"/>
          <a:ext cx="5751659" cy="5751659"/>
        </a:xfrm>
        <a:custGeom>
          <a:avLst/>
          <a:gdLst/>
          <a:ahLst/>
          <a:cxnLst/>
          <a:rect l="0" t="0" r="0" b="0"/>
          <a:pathLst>
            <a:path>
              <a:moveTo>
                <a:pt x="888789" y="4954788"/>
              </a:moveTo>
              <a:arcTo wR="2875829" hR="2875829" stAng="8022297" swAng="1357416"/>
            </a:path>
          </a:pathLst>
        </a:custGeom>
        <a:noFill/>
        <a:ln w="9525" cap="flat" cmpd="sng" algn="ctr">
          <a:solidFill>
            <a:schemeClr val="accent6">
              <a:hueOff val="0"/>
              <a:satOff val="0"/>
              <a:lumOff val="0"/>
              <a:alphaOff val="0"/>
            </a:schemeClr>
          </a:solidFill>
          <a:prstDash val="solid"/>
          <a:miter/>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C96D48AE-10B7-4C92-9016-F265672CCDDF}">
      <dsp:nvSpPr>
        <dsp:cNvPr id="0" name=""/>
        <dsp:cNvSpPr/>
      </dsp:nvSpPr>
      <dsp:spPr>
        <a:xfrm>
          <a:off x="1431491" y="3518624"/>
          <a:ext cx="1551200" cy="1008280"/>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Sécurité et confidentialité</a:t>
          </a:r>
        </a:p>
        <a:p>
          <a:pPr marL="0" lvl="0" indent="0" algn="ctr" defTabSz="622300">
            <a:lnSpc>
              <a:spcPct val="90000"/>
            </a:lnSpc>
            <a:spcBef>
              <a:spcPct val="0"/>
            </a:spcBef>
            <a:spcAft>
              <a:spcPct val="35000"/>
            </a:spcAft>
            <a:buNone/>
          </a:pPr>
          <a:r>
            <a:rPr lang="fr-FR" sz="900" kern="1200" dirty="0"/>
            <a:t>Obligation de sécuriser l’accès aux données</a:t>
          </a:r>
          <a:endParaRPr lang="fr-FR" sz="1400" b="1" kern="1200" dirty="0"/>
        </a:p>
      </dsp:txBody>
      <dsp:txXfrm>
        <a:off x="1480711" y="3567844"/>
        <a:ext cx="1452760" cy="909840"/>
      </dsp:txXfrm>
    </dsp:sp>
    <dsp:sp modelId="{4C7350E0-FFFB-458E-8A55-A9E353503E8D}">
      <dsp:nvSpPr>
        <dsp:cNvPr id="0" name=""/>
        <dsp:cNvSpPr/>
      </dsp:nvSpPr>
      <dsp:spPr>
        <a:xfrm>
          <a:off x="2134988" y="507002"/>
          <a:ext cx="5751659" cy="5751659"/>
        </a:xfrm>
        <a:custGeom>
          <a:avLst/>
          <a:gdLst/>
          <a:ahLst/>
          <a:cxnLst/>
          <a:rect l="0" t="0" r="0" b="0"/>
          <a:pathLst>
            <a:path>
              <a:moveTo>
                <a:pt x="2556" y="2997073"/>
              </a:moveTo>
              <a:arcTo wR="2875829" hR="2875829" stAng="10655023" swAng="1725214"/>
            </a:path>
          </a:pathLst>
        </a:custGeom>
        <a:noFill/>
        <a:ln w="9525" cap="flat" cmpd="sng" algn="ctr">
          <a:solidFill>
            <a:schemeClr val="accent6">
              <a:hueOff val="0"/>
              <a:satOff val="0"/>
              <a:lumOff val="0"/>
              <a:alphaOff val="0"/>
            </a:schemeClr>
          </a:solidFill>
          <a:prstDash val="solid"/>
          <a:miter/>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CD217F47-D198-45E9-9DF7-4306679E843F}">
      <dsp:nvSpPr>
        <dsp:cNvPr id="0" name=""/>
        <dsp:cNvSpPr/>
      </dsp:nvSpPr>
      <dsp:spPr>
        <a:xfrm>
          <a:off x="1986803" y="1085641"/>
          <a:ext cx="1551200" cy="1008280"/>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Droit des personnes</a:t>
          </a:r>
        </a:p>
        <a:p>
          <a:pPr marL="0" lvl="0" indent="0" algn="ctr" defTabSz="622300">
            <a:lnSpc>
              <a:spcPct val="90000"/>
            </a:lnSpc>
            <a:spcBef>
              <a:spcPct val="0"/>
            </a:spcBef>
            <a:spcAft>
              <a:spcPct val="35000"/>
            </a:spcAft>
            <a:buNone/>
          </a:pPr>
          <a:r>
            <a:rPr lang="fr-FR" sz="900" kern="1200" dirty="0"/>
            <a:t>Droit d’accès, de rectification, d’effacement, d’opposition et de portabilité</a:t>
          </a:r>
          <a:endParaRPr lang="fr-FR" sz="1400" b="1" kern="1200" dirty="0"/>
        </a:p>
      </dsp:txBody>
      <dsp:txXfrm>
        <a:off x="2036023" y="1134861"/>
        <a:ext cx="1452760" cy="909840"/>
      </dsp:txXfrm>
    </dsp:sp>
    <dsp:sp modelId="{EFECD94C-60DE-4A06-9E75-50C161E57F92}">
      <dsp:nvSpPr>
        <dsp:cNvPr id="0" name=""/>
        <dsp:cNvSpPr/>
      </dsp:nvSpPr>
      <dsp:spPr>
        <a:xfrm>
          <a:off x="2134988" y="507002"/>
          <a:ext cx="5751659" cy="5751659"/>
        </a:xfrm>
        <a:custGeom>
          <a:avLst/>
          <a:gdLst/>
          <a:ahLst/>
          <a:cxnLst/>
          <a:rect l="0" t="0" r="0" b="0"/>
          <a:pathLst>
            <a:path>
              <a:moveTo>
                <a:pt x="1154228" y="572248"/>
              </a:moveTo>
              <a:arcTo wR="2875829" hR="2875829" stAng="13993625" swAng="1254874"/>
            </a:path>
          </a:pathLst>
        </a:custGeom>
        <a:noFill/>
        <a:ln w="9525" cap="flat" cmpd="sng" algn="ctr">
          <a:solidFill>
            <a:schemeClr val="accent6">
              <a:hueOff val="0"/>
              <a:satOff val="0"/>
              <a:lumOff val="0"/>
              <a:alphaOff val="0"/>
            </a:schemeClr>
          </a:solidFill>
          <a:prstDash val="solid"/>
          <a:miter/>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fr-FR" sz="4400" spc="-1" strike="noStrike">
                <a:latin typeface="Arial"/>
              </a:rPr>
              <a:t>Cliquez pour déplacer la diapo</a:t>
            </a:r>
            <a:endParaRPr b="0" lang="fr-FR" sz="4400" spc="-1" strike="noStrike">
              <a:latin typeface="Arial"/>
            </a:endParaRPr>
          </a:p>
        </p:txBody>
      </p:sp>
      <p:sp>
        <p:nvSpPr>
          <p:cNvPr id="12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fr-FR" sz="2000" spc="-1" strike="noStrike">
                <a:latin typeface="Arial"/>
              </a:rPr>
              <a:t>Cliquez pour modifier le format des notes</a:t>
            </a:r>
            <a:endParaRPr b="0" lang="fr-FR" sz="2000" spc="-1" strike="noStrike">
              <a:latin typeface="Arial"/>
            </a:endParaRPr>
          </a:p>
        </p:txBody>
      </p:sp>
      <p:sp>
        <p:nvSpPr>
          <p:cNvPr id="12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latin typeface="Times New Roman"/>
              </a:rPr>
              <a:t>&lt;en-tête&gt;</a:t>
            </a:r>
            <a:endParaRPr b="0" lang="fr-FR" sz="1400" spc="-1" strike="noStrike">
              <a:latin typeface="Times New Roman"/>
            </a:endParaRPr>
          </a:p>
        </p:txBody>
      </p:sp>
      <p:sp>
        <p:nvSpPr>
          <p:cNvPr id="129" name="PlaceHolder 4"/>
          <p:cNvSpPr>
            <a:spLocks noGrp="1"/>
          </p:cNvSpPr>
          <p:nvPr>
            <p:ph type="dt" idx="10"/>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latin typeface="Times New Roman"/>
              </a:defRPr>
            </a:lvl1pPr>
          </a:lstStyle>
          <a:p>
            <a:pPr indent="0" algn="r">
              <a:buNone/>
            </a:pPr>
            <a:r>
              <a:rPr b="0" lang="fr-FR" sz="1400" spc="-1" strike="noStrike">
                <a:latin typeface="Times New Roman"/>
              </a:rPr>
              <a:t>&lt;date/heure&gt;</a:t>
            </a:r>
            <a:endParaRPr b="0" lang="fr-FR" sz="1400" spc="-1" strike="noStrike">
              <a:latin typeface="Times New Roman"/>
            </a:endParaRPr>
          </a:p>
        </p:txBody>
      </p:sp>
      <p:sp>
        <p:nvSpPr>
          <p:cNvPr id="130" name="PlaceHolder 5"/>
          <p:cNvSpPr>
            <a:spLocks noGrp="1"/>
          </p:cNvSpPr>
          <p:nvPr>
            <p:ph type="ftr" idx="11"/>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latin typeface="Times New Roman"/>
              </a:defRPr>
            </a:lvl1pPr>
          </a:lstStyle>
          <a:p>
            <a:pPr indent="0">
              <a:buNone/>
            </a:pPr>
            <a:r>
              <a:rPr b="0" lang="fr-FR" sz="1400" spc="-1" strike="noStrike">
                <a:latin typeface="Times New Roman"/>
              </a:rPr>
              <a:t>&lt;pied de page&gt;</a:t>
            </a:r>
            <a:endParaRPr b="0" lang="fr-FR" sz="1400" spc="-1" strike="noStrike">
              <a:latin typeface="Times New Roman"/>
            </a:endParaRPr>
          </a:p>
        </p:txBody>
      </p:sp>
      <p:sp>
        <p:nvSpPr>
          <p:cNvPr id="131" name="PlaceHolder 6"/>
          <p:cNvSpPr>
            <a:spLocks noGrp="1"/>
          </p:cNvSpPr>
          <p:nvPr>
            <p:ph type="sldNum" idx="12"/>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latin typeface="Times New Roman"/>
              </a:defRPr>
            </a:lvl1pPr>
          </a:lstStyle>
          <a:p>
            <a:pPr indent="0" algn="r">
              <a:buNone/>
            </a:pPr>
            <a:fld id="{4A0C3595-65F0-4374-BAC9-A90E91A37FAB}" type="slidenum">
              <a:rPr b="0" lang="fr-FR" sz="1400" spc="-1" strike="noStrike">
                <a:latin typeface="Times New Roman"/>
              </a:rPr>
              <a:t>&lt;numéro&gt;</a:t>
            </a:fld>
            <a:endParaRPr b="0" lang="fr-FR"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382680" y="685800"/>
            <a:ext cx="6091920" cy="3427920"/>
          </a:xfrm>
          <a:prstGeom prst="rect">
            <a:avLst/>
          </a:prstGeom>
          <a:ln w="0">
            <a:noFill/>
          </a:ln>
        </p:spPr>
      </p:sp>
      <p:sp>
        <p:nvSpPr>
          <p:cNvPr id="251" name="PlaceHolder 2"/>
          <p:cNvSpPr>
            <a:spLocks noGrp="1"/>
          </p:cNvSpPr>
          <p:nvPr>
            <p:ph type="body"/>
          </p:nvPr>
        </p:nvSpPr>
        <p:spPr>
          <a:xfrm>
            <a:off x="685800" y="4343400"/>
            <a:ext cx="5485320" cy="4113720"/>
          </a:xfrm>
          <a:prstGeom prst="rect">
            <a:avLst/>
          </a:prstGeom>
          <a:noFill/>
          <a:ln w="0">
            <a:noFill/>
          </a:ln>
        </p:spPr>
        <p:txBody>
          <a:bodyPr lIns="0" rIns="0" tIns="0" bIns="0" anchor="t">
            <a:normAutofit/>
          </a:bodyPr>
          <a:p>
            <a:pPr marL="216000" indent="0">
              <a:buNone/>
            </a:pPr>
            <a:endParaRPr b="0" lang="fr-FR" sz="2000" spc="-1" strike="noStrike">
              <a:latin typeface="Arial"/>
            </a:endParaRPr>
          </a:p>
        </p:txBody>
      </p:sp>
      <p:sp>
        <p:nvSpPr>
          <p:cNvPr id="252" name="PlaceHolder 3"/>
          <p:cNvSpPr>
            <a:spLocks noGrp="1"/>
          </p:cNvSpPr>
          <p:nvPr>
            <p:ph type="sldNum" idx="13"/>
          </p:nvPr>
        </p:nvSpPr>
        <p:spPr>
          <a:xfrm>
            <a:off x="3884760" y="8685360"/>
            <a:ext cx="2970720" cy="456120"/>
          </a:xfrm>
          <a:prstGeom prst="rect">
            <a:avLst/>
          </a:prstGeom>
          <a:noFill/>
          <a:ln w="0">
            <a:noFill/>
          </a:ln>
        </p:spPr>
        <p:txBody>
          <a:bodyPr lIns="0" rIns="0" tIns="0" bIns="0" anchor="b">
            <a:noAutofit/>
          </a:bodyPr>
          <a:lstStyle>
            <a:lvl1pPr indent="0" algn="r">
              <a:lnSpc>
                <a:spcPct val="100000"/>
              </a:lnSpc>
              <a:buNone/>
              <a:tabLst>
                <a:tab algn="l" pos="0"/>
              </a:tabLst>
              <a:defRPr b="0" lang="fr-FR" sz="1200" spc="-1" strike="noStrike">
                <a:solidFill>
                  <a:srgbClr val="000000"/>
                </a:solidFill>
                <a:latin typeface="+mn-lt"/>
                <a:ea typeface="+mn-ea"/>
              </a:defRPr>
            </a:lvl1pPr>
          </a:lstStyle>
          <a:p>
            <a:pPr indent="0" algn="r">
              <a:lnSpc>
                <a:spcPct val="100000"/>
              </a:lnSpc>
              <a:buNone/>
              <a:tabLst>
                <a:tab algn="l" pos="0"/>
              </a:tabLst>
            </a:pPr>
            <a:fld id="{8B6AFA0C-A60F-486E-A7B1-5F848BD07307}" type="slidenum">
              <a:rPr b="0" lang="fr-FR" sz="1200" spc="-1" strike="noStrike">
                <a:solidFill>
                  <a:srgbClr val="000000"/>
                </a:solidFill>
                <a:latin typeface="+mn-lt"/>
                <a:ea typeface="+mn-ea"/>
              </a:rPr>
              <a:t>&lt;numéro&gt;</a:t>
            </a:fld>
            <a:endParaRPr b="0" lang="fr-FR"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91870060-C190-4D2C-81D5-5BB33349EF7D}" type="slidenum">
              <a:t>&lt;#&gt;</a:t>
            </a:fld>
          </a:p>
        </p:txBody>
      </p:sp>
      <p:sp>
        <p:nvSpPr>
          <p:cNvPr id="4" name="PlaceHolder 3"/>
          <p:cNvSpPr>
            <a:spLocks noGrp="1"/>
          </p:cNvSpPr>
          <p:nvPr>
            <p:ph type="dt" idx="3"/>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7" name="PlaceHolder 2"/>
          <p:cNvSpPr>
            <a:spLocks noGrp="1"/>
          </p:cNvSpPr>
          <p:nvPr>
            <p:ph type="subTitle"/>
          </p:nvPr>
        </p:nvSpPr>
        <p:spPr>
          <a:xfrm>
            <a:off x="609480" y="1604880"/>
            <a:ext cx="10970640" cy="3978000"/>
          </a:xfrm>
          <a:prstGeom prst="rect">
            <a:avLst/>
          </a:prstGeom>
          <a:noFill/>
          <a:ln w="0">
            <a:noFill/>
          </a:ln>
        </p:spPr>
        <p:txBody>
          <a:bodyPr lIns="0" rIns="0" tIns="0" bIns="0" anchor="ctr">
            <a:noAutofit/>
          </a:bodyPr>
          <a:p>
            <a:pPr indent="0" algn="ctr">
              <a:buNone/>
            </a:pPr>
            <a:endParaRPr b="0" lang="fr-FR"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9E5B121-3C8E-4CF2-B0D2-6CD81C47EA89}" type="slidenum">
              <a:t>&lt;#&gt;</a:t>
            </a:fld>
          </a:p>
        </p:txBody>
      </p:sp>
      <p:sp>
        <p:nvSpPr>
          <p:cNvPr id="6" name="PlaceHolder 5"/>
          <p:cNvSpPr>
            <a:spLocks noGrp="1"/>
          </p:cNvSpPr>
          <p:nvPr>
            <p:ph type="dt" idx="3"/>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9" name="PlaceHolder 2"/>
          <p:cNvSpPr>
            <a:spLocks noGrp="1"/>
          </p:cNvSpPr>
          <p:nvPr>
            <p:ph/>
          </p:nvPr>
        </p:nvSpPr>
        <p:spPr>
          <a:xfrm>
            <a:off x="609480" y="1604880"/>
            <a:ext cx="1097064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18E4462-5F0B-4CEF-8839-CD69CAF0F8F2}" type="slidenum">
              <a:t>&lt;#&gt;</a:t>
            </a:fld>
          </a:p>
        </p:txBody>
      </p:sp>
      <p:sp>
        <p:nvSpPr>
          <p:cNvPr id="6" name="PlaceHolder 5"/>
          <p:cNvSpPr>
            <a:spLocks noGrp="1"/>
          </p:cNvSpPr>
          <p:nvPr>
            <p:ph type="dt" idx="3"/>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11" name="PlaceHolder 2"/>
          <p:cNvSpPr>
            <a:spLocks noGrp="1"/>
          </p:cNvSpPr>
          <p:nvPr>
            <p:ph/>
          </p:nvPr>
        </p:nvSpPr>
        <p:spPr>
          <a:xfrm>
            <a:off x="60948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2" name="PlaceHolder 3"/>
          <p:cNvSpPr>
            <a:spLocks noGrp="1"/>
          </p:cNvSpPr>
          <p:nvPr>
            <p:ph/>
          </p:nvPr>
        </p:nvSpPr>
        <p:spPr>
          <a:xfrm>
            <a:off x="623124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5250B17F-ABF0-4257-8639-1C14F6A6684D}" type="slidenum">
              <a:t>&lt;#&gt;</a:t>
            </a:fld>
          </a:p>
        </p:txBody>
      </p:sp>
      <p:sp>
        <p:nvSpPr>
          <p:cNvPr id="7" name="PlaceHolder 6"/>
          <p:cNvSpPr>
            <a:spLocks noGrp="1"/>
          </p:cNvSpPr>
          <p:nvPr>
            <p:ph type="dt" idx="3"/>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198E7C39-97C4-41FC-AE0F-35B92AA7D7C4}" type="slidenum">
              <a:t>&lt;#&gt;</a:t>
            </a:fld>
          </a:p>
        </p:txBody>
      </p:sp>
      <p:sp>
        <p:nvSpPr>
          <p:cNvPr id="5" name="PlaceHolder 4"/>
          <p:cNvSpPr>
            <a:spLocks noGrp="1"/>
          </p:cNvSpPr>
          <p:nvPr>
            <p:ph type="dt" idx="3"/>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0640" cy="5309640"/>
          </a:xfrm>
          <a:prstGeom prst="rect">
            <a:avLst/>
          </a:prstGeom>
          <a:noFill/>
          <a:ln w="0">
            <a:noFill/>
          </a:ln>
        </p:spPr>
        <p:txBody>
          <a:bodyPr lIns="0" rIns="0" tIns="0" bIns="0" anchor="ctr">
            <a:noAutofit/>
          </a:bodyPr>
          <a:p>
            <a:pPr algn="ctr"/>
            <a:endParaRPr b="0" lang="fr-FR"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349B141A-18DB-42C8-84B2-FA97342C7A85}" type="slidenum">
              <a:t>&lt;#&gt;</a:t>
            </a:fld>
          </a:p>
        </p:txBody>
      </p:sp>
      <p:sp>
        <p:nvSpPr>
          <p:cNvPr id="5" name="PlaceHolder 4"/>
          <p:cNvSpPr>
            <a:spLocks noGrp="1"/>
          </p:cNvSpPr>
          <p:nvPr>
            <p:ph type="dt" idx="3"/>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16" name="PlaceHolder 2"/>
          <p:cNvSpPr>
            <a:spLocks noGrp="1"/>
          </p:cNvSpPr>
          <p:nvPr>
            <p:ph/>
          </p:nvPr>
        </p:nvSpPr>
        <p:spPr>
          <a:xfrm>
            <a:off x="60948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7" name="PlaceHolder 3"/>
          <p:cNvSpPr>
            <a:spLocks noGrp="1"/>
          </p:cNvSpPr>
          <p:nvPr>
            <p:ph/>
          </p:nvPr>
        </p:nvSpPr>
        <p:spPr>
          <a:xfrm>
            <a:off x="623124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8" name="PlaceHolder 4"/>
          <p:cNvSpPr>
            <a:spLocks noGrp="1"/>
          </p:cNvSpPr>
          <p:nvPr>
            <p:ph/>
          </p:nvPr>
        </p:nvSpPr>
        <p:spPr>
          <a:xfrm>
            <a:off x="60948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EAD93EB7-3F36-4D3D-9754-76D7C9BFDA40}" type="slidenum">
              <a:t>&lt;#&gt;</a:t>
            </a:fld>
          </a:p>
        </p:txBody>
      </p:sp>
      <p:sp>
        <p:nvSpPr>
          <p:cNvPr id="8" name="PlaceHolder 7"/>
          <p:cNvSpPr>
            <a:spLocks noGrp="1"/>
          </p:cNvSpPr>
          <p:nvPr>
            <p:ph type="dt" idx="3"/>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20" name="PlaceHolder 2"/>
          <p:cNvSpPr>
            <a:spLocks noGrp="1"/>
          </p:cNvSpPr>
          <p:nvPr>
            <p:ph/>
          </p:nvPr>
        </p:nvSpPr>
        <p:spPr>
          <a:xfrm>
            <a:off x="60948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21" name="PlaceHolder 3"/>
          <p:cNvSpPr>
            <a:spLocks noGrp="1"/>
          </p:cNvSpPr>
          <p:nvPr>
            <p:ph/>
          </p:nvPr>
        </p:nvSpPr>
        <p:spPr>
          <a:xfrm>
            <a:off x="623124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22" name="PlaceHolder 4"/>
          <p:cNvSpPr>
            <a:spLocks noGrp="1"/>
          </p:cNvSpPr>
          <p:nvPr>
            <p:ph/>
          </p:nvPr>
        </p:nvSpPr>
        <p:spPr>
          <a:xfrm>
            <a:off x="623124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35B03BF-BC70-4D62-BE13-AC2DA4D620CD}" type="slidenum">
              <a:t>&lt;#&gt;</a:t>
            </a:fld>
          </a:p>
        </p:txBody>
      </p:sp>
      <p:sp>
        <p:nvSpPr>
          <p:cNvPr id="8" name="PlaceHolder 7"/>
          <p:cNvSpPr>
            <a:spLocks noGrp="1"/>
          </p:cNvSpPr>
          <p:nvPr>
            <p:ph type="dt" idx="3"/>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24" name="PlaceHolder 2"/>
          <p:cNvSpPr>
            <a:spLocks noGrp="1"/>
          </p:cNvSpPr>
          <p:nvPr>
            <p:ph/>
          </p:nvPr>
        </p:nvSpPr>
        <p:spPr>
          <a:xfrm>
            <a:off x="60948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25" name="PlaceHolder 3"/>
          <p:cNvSpPr>
            <a:spLocks noGrp="1"/>
          </p:cNvSpPr>
          <p:nvPr>
            <p:ph/>
          </p:nvPr>
        </p:nvSpPr>
        <p:spPr>
          <a:xfrm>
            <a:off x="623124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26" name="PlaceHolder 4"/>
          <p:cNvSpPr>
            <a:spLocks noGrp="1"/>
          </p:cNvSpPr>
          <p:nvPr>
            <p:ph/>
          </p:nvPr>
        </p:nvSpPr>
        <p:spPr>
          <a:xfrm>
            <a:off x="609480" y="3682800"/>
            <a:ext cx="1097064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381DA33B-2F04-4D61-9E2F-DB69575A4B03}" type="slidenum">
              <a:t>&lt;#&gt;</a:t>
            </a:fld>
          </a:p>
        </p:txBody>
      </p:sp>
      <p:sp>
        <p:nvSpPr>
          <p:cNvPr id="8" name="PlaceHolder 7"/>
          <p:cNvSpPr>
            <a:spLocks noGrp="1"/>
          </p:cNvSpPr>
          <p:nvPr>
            <p:ph type="dt" idx="3"/>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28" name="PlaceHolder 2"/>
          <p:cNvSpPr>
            <a:spLocks noGrp="1"/>
          </p:cNvSpPr>
          <p:nvPr>
            <p:ph/>
          </p:nvPr>
        </p:nvSpPr>
        <p:spPr>
          <a:xfrm>
            <a:off x="609480" y="1604880"/>
            <a:ext cx="1097064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29" name="PlaceHolder 3"/>
          <p:cNvSpPr>
            <a:spLocks noGrp="1"/>
          </p:cNvSpPr>
          <p:nvPr>
            <p:ph/>
          </p:nvPr>
        </p:nvSpPr>
        <p:spPr>
          <a:xfrm>
            <a:off x="609480" y="3682800"/>
            <a:ext cx="1097064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ADBC13E3-BAD2-44A9-BCB6-167AB0285B5D}" type="slidenum">
              <a:t>&lt;#&gt;</a:t>
            </a:fld>
          </a:p>
        </p:txBody>
      </p:sp>
      <p:sp>
        <p:nvSpPr>
          <p:cNvPr id="7" name="PlaceHolder 6"/>
          <p:cNvSpPr>
            <a:spLocks noGrp="1"/>
          </p:cNvSpPr>
          <p:nvPr>
            <p:ph type="dt" idx="3"/>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31" name="PlaceHolder 2"/>
          <p:cNvSpPr>
            <a:spLocks noGrp="1"/>
          </p:cNvSpPr>
          <p:nvPr>
            <p:ph/>
          </p:nvPr>
        </p:nvSpPr>
        <p:spPr>
          <a:xfrm>
            <a:off x="60948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32" name="PlaceHolder 3"/>
          <p:cNvSpPr>
            <a:spLocks noGrp="1"/>
          </p:cNvSpPr>
          <p:nvPr>
            <p:ph/>
          </p:nvPr>
        </p:nvSpPr>
        <p:spPr>
          <a:xfrm>
            <a:off x="623124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33" name="PlaceHolder 4"/>
          <p:cNvSpPr>
            <a:spLocks noGrp="1"/>
          </p:cNvSpPr>
          <p:nvPr>
            <p:ph/>
          </p:nvPr>
        </p:nvSpPr>
        <p:spPr>
          <a:xfrm>
            <a:off x="60948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34" name="PlaceHolder 5"/>
          <p:cNvSpPr>
            <a:spLocks noGrp="1"/>
          </p:cNvSpPr>
          <p:nvPr>
            <p:ph/>
          </p:nvPr>
        </p:nvSpPr>
        <p:spPr>
          <a:xfrm>
            <a:off x="623124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0291464D-D00F-4F3E-A345-45EEFB206896}" type="slidenum">
              <a:t>&lt;#&gt;</a:t>
            </a:fld>
          </a:p>
        </p:txBody>
      </p:sp>
      <p:sp>
        <p:nvSpPr>
          <p:cNvPr id="9" name="PlaceHolder 8"/>
          <p:cNvSpPr>
            <a:spLocks noGrp="1"/>
          </p:cNvSpPr>
          <p:nvPr>
            <p:ph type="dt" idx="3"/>
          </p:nvPr>
        </p:nvSpPr>
        <p:spPr/>
        <p:txBody>
          <a:bodyPr/>
          <a:p>
            <a:r>
              <a:rPr lang="fr-F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36" name="PlaceHolder 2"/>
          <p:cNvSpPr>
            <a:spLocks noGrp="1"/>
          </p:cNvSpPr>
          <p:nvPr>
            <p:ph/>
          </p:nvPr>
        </p:nvSpPr>
        <p:spPr>
          <a:xfrm>
            <a:off x="609480" y="160488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37" name="PlaceHolder 3"/>
          <p:cNvSpPr>
            <a:spLocks noGrp="1"/>
          </p:cNvSpPr>
          <p:nvPr>
            <p:ph/>
          </p:nvPr>
        </p:nvSpPr>
        <p:spPr>
          <a:xfrm>
            <a:off x="4318920" y="160488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38" name="PlaceHolder 4"/>
          <p:cNvSpPr>
            <a:spLocks noGrp="1"/>
          </p:cNvSpPr>
          <p:nvPr>
            <p:ph/>
          </p:nvPr>
        </p:nvSpPr>
        <p:spPr>
          <a:xfrm>
            <a:off x="8028000" y="160488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39" name="PlaceHolder 5"/>
          <p:cNvSpPr>
            <a:spLocks noGrp="1"/>
          </p:cNvSpPr>
          <p:nvPr>
            <p:ph/>
          </p:nvPr>
        </p:nvSpPr>
        <p:spPr>
          <a:xfrm>
            <a:off x="609480" y="368280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40" name="PlaceHolder 6"/>
          <p:cNvSpPr>
            <a:spLocks noGrp="1"/>
          </p:cNvSpPr>
          <p:nvPr>
            <p:ph/>
          </p:nvPr>
        </p:nvSpPr>
        <p:spPr>
          <a:xfrm>
            <a:off x="4318920" y="368280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41" name="PlaceHolder 7"/>
          <p:cNvSpPr>
            <a:spLocks noGrp="1"/>
          </p:cNvSpPr>
          <p:nvPr>
            <p:ph/>
          </p:nvPr>
        </p:nvSpPr>
        <p:spPr>
          <a:xfrm>
            <a:off x="8028000" y="368280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CF87B22D-E335-4929-933F-DFDA4E5445A0}" type="slidenum">
              <a:t>&lt;#&gt;</a:t>
            </a:fld>
          </a:p>
        </p:txBody>
      </p:sp>
      <p:sp>
        <p:nvSpPr>
          <p:cNvPr id="11" name="PlaceHolder 10"/>
          <p:cNvSpPr>
            <a:spLocks noGrp="1"/>
          </p:cNvSpPr>
          <p:nvPr>
            <p:ph type="dt" idx="3"/>
          </p:nvPr>
        </p:nvSpPr>
        <p:spPr/>
        <p:txBody>
          <a:bodyPr/>
          <a:p>
            <a:r>
              <a:rPr lang="fr-FR"/>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9CE3C9BF-B81B-47CD-9C69-59976FB71194}" type="slidenum">
              <a:t>&lt;#&gt;</a:t>
            </a:fld>
          </a:p>
        </p:txBody>
      </p:sp>
      <p:sp>
        <p:nvSpPr>
          <p:cNvPr id="4" name="PlaceHolder 3"/>
          <p:cNvSpPr>
            <a:spLocks noGrp="1"/>
          </p:cNvSpPr>
          <p:nvPr>
            <p:ph type="dt" idx="6"/>
          </p:nvPr>
        </p:nvSpPr>
        <p:spPr/>
        <p:txBody>
          <a:bodyPr/>
          <a:p>
            <a:r>
              <a:rPr lang="fr-FR"/>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49" name="PlaceHolder 2"/>
          <p:cNvSpPr>
            <a:spLocks noGrp="1"/>
          </p:cNvSpPr>
          <p:nvPr>
            <p:ph type="subTitle"/>
          </p:nvPr>
        </p:nvSpPr>
        <p:spPr>
          <a:xfrm>
            <a:off x="609480" y="1604880"/>
            <a:ext cx="10970640" cy="3978000"/>
          </a:xfrm>
          <a:prstGeom prst="rect">
            <a:avLst/>
          </a:prstGeom>
          <a:noFill/>
          <a:ln w="0">
            <a:noFill/>
          </a:ln>
        </p:spPr>
        <p:txBody>
          <a:bodyPr lIns="0" rIns="0" tIns="0" bIns="0" anchor="ctr">
            <a:noAutofit/>
          </a:bodyPr>
          <a:p>
            <a:pPr indent="0" algn="ctr">
              <a:buNone/>
            </a:pPr>
            <a:endParaRPr b="0" lang="fr-FR"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F09FD73-4517-4E01-953D-312C2694C105}" type="slidenum">
              <a:t>&lt;#&gt;</a:t>
            </a:fld>
          </a:p>
        </p:txBody>
      </p:sp>
      <p:sp>
        <p:nvSpPr>
          <p:cNvPr id="6" name="PlaceHolder 5"/>
          <p:cNvSpPr>
            <a:spLocks noGrp="1"/>
          </p:cNvSpPr>
          <p:nvPr>
            <p:ph type="dt" idx="6"/>
          </p:nvPr>
        </p:nvSpPr>
        <p:spPr/>
        <p:txBody>
          <a:bodyPr/>
          <a:p>
            <a:r>
              <a:rPr lang="fr-FR"/>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51" name="PlaceHolder 2"/>
          <p:cNvSpPr>
            <a:spLocks noGrp="1"/>
          </p:cNvSpPr>
          <p:nvPr>
            <p:ph/>
          </p:nvPr>
        </p:nvSpPr>
        <p:spPr>
          <a:xfrm>
            <a:off x="609480" y="1604880"/>
            <a:ext cx="1097064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61023F9F-90F1-4114-9B44-2DB926B5352E}" type="slidenum">
              <a:t>&lt;#&gt;</a:t>
            </a:fld>
          </a:p>
        </p:txBody>
      </p:sp>
      <p:sp>
        <p:nvSpPr>
          <p:cNvPr id="6" name="PlaceHolder 5"/>
          <p:cNvSpPr>
            <a:spLocks noGrp="1"/>
          </p:cNvSpPr>
          <p:nvPr>
            <p:ph type="dt" idx="6"/>
          </p:nvPr>
        </p:nvSpPr>
        <p:spPr/>
        <p:txBody>
          <a:bodyPr/>
          <a:p>
            <a:r>
              <a:rPr lang="fr-FR"/>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53" name="PlaceHolder 2"/>
          <p:cNvSpPr>
            <a:spLocks noGrp="1"/>
          </p:cNvSpPr>
          <p:nvPr>
            <p:ph/>
          </p:nvPr>
        </p:nvSpPr>
        <p:spPr>
          <a:xfrm>
            <a:off x="60948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54" name="PlaceHolder 3"/>
          <p:cNvSpPr>
            <a:spLocks noGrp="1"/>
          </p:cNvSpPr>
          <p:nvPr>
            <p:ph/>
          </p:nvPr>
        </p:nvSpPr>
        <p:spPr>
          <a:xfrm>
            <a:off x="623124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21C2DADE-5232-4754-82A4-54505535C5B5}" type="slidenum">
              <a:t>&lt;#&gt;</a:t>
            </a:fld>
          </a:p>
        </p:txBody>
      </p:sp>
      <p:sp>
        <p:nvSpPr>
          <p:cNvPr id="7" name="PlaceHolder 6"/>
          <p:cNvSpPr>
            <a:spLocks noGrp="1"/>
          </p:cNvSpPr>
          <p:nvPr>
            <p:ph type="dt" idx="6"/>
          </p:nvPr>
        </p:nvSpPr>
        <p:spPr/>
        <p:txBody>
          <a:bodyPr/>
          <a:p>
            <a:r>
              <a:rPr lang="fr-FR"/>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FEA82FB5-D19C-49BB-9264-BE9827E32124}" type="slidenum">
              <a:t>&lt;#&gt;</a:t>
            </a:fld>
          </a:p>
        </p:txBody>
      </p:sp>
      <p:sp>
        <p:nvSpPr>
          <p:cNvPr id="5" name="PlaceHolder 4"/>
          <p:cNvSpPr>
            <a:spLocks noGrp="1"/>
          </p:cNvSpPr>
          <p:nvPr>
            <p:ph type="dt" idx="6"/>
          </p:nvPr>
        </p:nvSpPr>
        <p:spPr/>
        <p:txBody>
          <a:bodyPr/>
          <a:p>
            <a:r>
              <a:rPr lang="fr-FR"/>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609480" y="273600"/>
            <a:ext cx="10970640" cy="5309640"/>
          </a:xfrm>
          <a:prstGeom prst="rect">
            <a:avLst/>
          </a:prstGeom>
          <a:noFill/>
          <a:ln w="0">
            <a:noFill/>
          </a:ln>
        </p:spPr>
        <p:txBody>
          <a:bodyPr lIns="0" rIns="0" tIns="0" bIns="0" anchor="ctr">
            <a:noAutofit/>
          </a:bodyPr>
          <a:p>
            <a:pPr algn="ctr"/>
            <a:endParaRPr b="0" lang="fr-FR"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97A24845-244F-4EFB-A8DF-8EF85A2805A4}" type="slidenum">
              <a:t>&lt;#&gt;</a:t>
            </a:fld>
          </a:p>
        </p:txBody>
      </p:sp>
      <p:sp>
        <p:nvSpPr>
          <p:cNvPr id="5" name="PlaceHolder 4"/>
          <p:cNvSpPr>
            <a:spLocks noGrp="1"/>
          </p:cNvSpPr>
          <p:nvPr>
            <p:ph type="dt" idx="6"/>
          </p:nvPr>
        </p:nvSpPr>
        <p:spPr/>
        <p:txBody>
          <a:bodyPr/>
          <a:p>
            <a:r>
              <a:rPr lang="fr-FR"/>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58" name="PlaceHolder 2"/>
          <p:cNvSpPr>
            <a:spLocks noGrp="1"/>
          </p:cNvSpPr>
          <p:nvPr>
            <p:ph/>
          </p:nvPr>
        </p:nvSpPr>
        <p:spPr>
          <a:xfrm>
            <a:off x="60948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59" name="PlaceHolder 3"/>
          <p:cNvSpPr>
            <a:spLocks noGrp="1"/>
          </p:cNvSpPr>
          <p:nvPr>
            <p:ph/>
          </p:nvPr>
        </p:nvSpPr>
        <p:spPr>
          <a:xfrm>
            <a:off x="623124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0" name="PlaceHolder 4"/>
          <p:cNvSpPr>
            <a:spLocks noGrp="1"/>
          </p:cNvSpPr>
          <p:nvPr>
            <p:ph/>
          </p:nvPr>
        </p:nvSpPr>
        <p:spPr>
          <a:xfrm>
            <a:off x="60948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454569DE-9FA8-4FB5-914C-EC5AD331708B}" type="slidenum">
              <a:t>&lt;#&gt;</a:t>
            </a:fld>
          </a:p>
        </p:txBody>
      </p:sp>
      <p:sp>
        <p:nvSpPr>
          <p:cNvPr id="8" name="PlaceHolder 7"/>
          <p:cNvSpPr>
            <a:spLocks noGrp="1"/>
          </p:cNvSpPr>
          <p:nvPr>
            <p:ph type="dt" idx="6"/>
          </p:nvPr>
        </p:nvSpPr>
        <p:spPr/>
        <p:txBody>
          <a:bodyPr/>
          <a:p>
            <a:r>
              <a:rPr lang="fr-FR"/>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62" name="PlaceHolder 2"/>
          <p:cNvSpPr>
            <a:spLocks noGrp="1"/>
          </p:cNvSpPr>
          <p:nvPr>
            <p:ph/>
          </p:nvPr>
        </p:nvSpPr>
        <p:spPr>
          <a:xfrm>
            <a:off x="60948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3" name="PlaceHolder 3"/>
          <p:cNvSpPr>
            <a:spLocks noGrp="1"/>
          </p:cNvSpPr>
          <p:nvPr>
            <p:ph/>
          </p:nvPr>
        </p:nvSpPr>
        <p:spPr>
          <a:xfrm>
            <a:off x="623124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4" name="PlaceHolder 4"/>
          <p:cNvSpPr>
            <a:spLocks noGrp="1"/>
          </p:cNvSpPr>
          <p:nvPr>
            <p:ph/>
          </p:nvPr>
        </p:nvSpPr>
        <p:spPr>
          <a:xfrm>
            <a:off x="623124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2146A85-48CD-48EF-8503-46F2C9A68D34}" type="slidenum">
              <a:t>&lt;#&gt;</a:t>
            </a:fld>
          </a:p>
        </p:txBody>
      </p:sp>
      <p:sp>
        <p:nvSpPr>
          <p:cNvPr id="8" name="PlaceHolder 7"/>
          <p:cNvSpPr>
            <a:spLocks noGrp="1"/>
          </p:cNvSpPr>
          <p:nvPr>
            <p:ph type="dt" idx="6"/>
          </p:nvPr>
        </p:nvSpPr>
        <p:spPr/>
        <p:txBody>
          <a:bodyPr/>
          <a:p>
            <a:r>
              <a:rPr lang="fr-FR"/>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66" name="PlaceHolder 2"/>
          <p:cNvSpPr>
            <a:spLocks noGrp="1"/>
          </p:cNvSpPr>
          <p:nvPr>
            <p:ph/>
          </p:nvPr>
        </p:nvSpPr>
        <p:spPr>
          <a:xfrm>
            <a:off x="60948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7" name="PlaceHolder 3"/>
          <p:cNvSpPr>
            <a:spLocks noGrp="1"/>
          </p:cNvSpPr>
          <p:nvPr>
            <p:ph/>
          </p:nvPr>
        </p:nvSpPr>
        <p:spPr>
          <a:xfrm>
            <a:off x="623124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8" name="PlaceHolder 4"/>
          <p:cNvSpPr>
            <a:spLocks noGrp="1"/>
          </p:cNvSpPr>
          <p:nvPr>
            <p:ph/>
          </p:nvPr>
        </p:nvSpPr>
        <p:spPr>
          <a:xfrm>
            <a:off x="609480" y="3682800"/>
            <a:ext cx="1097064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17060317-0329-47D3-82D6-A87D198D35C0}" type="slidenum">
              <a:t>&lt;#&gt;</a:t>
            </a:fld>
          </a:p>
        </p:txBody>
      </p:sp>
      <p:sp>
        <p:nvSpPr>
          <p:cNvPr id="8" name="PlaceHolder 7"/>
          <p:cNvSpPr>
            <a:spLocks noGrp="1"/>
          </p:cNvSpPr>
          <p:nvPr>
            <p:ph type="dt" idx="6"/>
          </p:nvPr>
        </p:nvSpPr>
        <p:spPr/>
        <p:txBody>
          <a:bodyPr/>
          <a:p>
            <a:r>
              <a:rPr lang="fr-FR"/>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70" name="PlaceHolder 2"/>
          <p:cNvSpPr>
            <a:spLocks noGrp="1"/>
          </p:cNvSpPr>
          <p:nvPr>
            <p:ph/>
          </p:nvPr>
        </p:nvSpPr>
        <p:spPr>
          <a:xfrm>
            <a:off x="609480" y="1604880"/>
            <a:ext cx="1097064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71" name="PlaceHolder 3"/>
          <p:cNvSpPr>
            <a:spLocks noGrp="1"/>
          </p:cNvSpPr>
          <p:nvPr>
            <p:ph/>
          </p:nvPr>
        </p:nvSpPr>
        <p:spPr>
          <a:xfrm>
            <a:off x="609480" y="3682800"/>
            <a:ext cx="1097064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3A52E2B8-43F3-4FC6-8F3E-80EEBF4EDA3B}" type="slidenum">
              <a:t>&lt;#&gt;</a:t>
            </a:fld>
          </a:p>
        </p:txBody>
      </p:sp>
      <p:sp>
        <p:nvSpPr>
          <p:cNvPr id="7" name="PlaceHolder 6"/>
          <p:cNvSpPr>
            <a:spLocks noGrp="1"/>
          </p:cNvSpPr>
          <p:nvPr>
            <p:ph type="dt" idx="6"/>
          </p:nvPr>
        </p:nvSpPr>
        <p:spPr/>
        <p:txBody>
          <a:bodyPr/>
          <a:p>
            <a:r>
              <a:rPr lang="fr-FR"/>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73" name="PlaceHolder 2"/>
          <p:cNvSpPr>
            <a:spLocks noGrp="1"/>
          </p:cNvSpPr>
          <p:nvPr>
            <p:ph/>
          </p:nvPr>
        </p:nvSpPr>
        <p:spPr>
          <a:xfrm>
            <a:off x="60948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74" name="PlaceHolder 3"/>
          <p:cNvSpPr>
            <a:spLocks noGrp="1"/>
          </p:cNvSpPr>
          <p:nvPr>
            <p:ph/>
          </p:nvPr>
        </p:nvSpPr>
        <p:spPr>
          <a:xfrm>
            <a:off x="623124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75" name="PlaceHolder 4"/>
          <p:cNvSpPr>
            <a:spLocks noGrp="1"/>
          </p:cNvSpPr>
          <p:nvPr>
            <p:ph/>
          </p:nvPr>
        </p:nvSpPr>
        <p:spPr>
          <a:xfrm>
            <a:off x="60948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76" name="PlaceHolder 5"/>
          <p:cNvSpPr>
            <a:spLocks noGrp="1"/>
          </p:cNvSpPr>
          <p:nvPr>
            <p:ph/>
          </p:nvPr>
        </p:nvSpPr>
        <p:spPr>
          <a:xfrm>
            <a:off x="623124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3D41656C-BD26-4408-ADFD-FA966DD0EAE7}" type="slidenum">
              <a:t>&lt;#&gt;</a:t>
            </a:fld>
          </a:p>
        </p:txBody>
      </p:sp>
      <p:sp>
        <p:nvSpPr>
          <p:cNvPr id="9" name="PlaceHolder 8"/>
          <p:cNvSpPr>
            <a:spLocks noGrp="1"/>
          </p:cNvSpPr>
          <p:nvPr>
            <p:ph type="dt" idx="6"/>
          </p:nvPr>
        </p:nvSpPr>
        <p:spPr/>
        <p:txBody>
          <a:bodyPr/>
          <a:p>
            <a:r>
              <a:rPr lang="fr-FR"/>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78" name="PlaceHolder 2"/>
          <p:cNvSpPr>
            <a:spLocks noGrp="1"/>
          </p:cNvSpPr>
          <p:nvPr>
            <p:ph/>
          </p:nvPr>
        </p:nvSpPr>
        <p:spPr>
          <a:xfrm>
            <a:off x="609480" y="160488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79" name="PlaceHolder 3"/>
          <p:cNvSpPr>
            <a:spLocks noGrp="1"/>
          </p:cNvSpPr>
          <p:nvPr>
            <p:ph/>
          </p:nvPr>
        </p:nvSpPr>
        <p:spPr>
          <a:xfrm>
            <a:off x="4318920" y="160488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80" name="PlaceHolder 4"/>
          <p:cNvSpPr>
            <a:spLocks noGrp="1"/>
          </p:cNvSpPr>
          <p:nvPr>
            <p:ph/>
          </p:nvPr>
        </p:nvSpPr>
        <p:spPr>
          <a:xfrm>
            <a:off x="8028000" y="160488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81" name="PlaceHolder 5"/>
          <p:cNvSpPr>
            <a:spLocks noGrp="1"/>
          </p:cNvSpPr>
          <p:nvPr>
            <p:ph/>
          </p:nvPr>
        </p:nvSpPr>
        <p:spPr>
          <a:xfrm>
            <a:off x="609480" y="368280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82" name="PlaceHolder 6"/>
          <p:cNvSpPr>
            <a:spLocks noGrp="1"/>
          </p:cNvSpPr>
          <p:nvPr>
            <p:ph/>
          </p:nvPr>
        </p:nvSpPr>
        <p:spPr>
          <a:xfrm>
            <a:off x="4318920" y="368280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83" name="PlaceHolder 7"/>
          <p:cNvSpPr>
            <a:spLocks noGrp="1"/>
          </p:cNvSpPr>
          <p:nvPr>
            <p:ph/>
          </p:nvPr>
        </p:nvSpPr>
        <p:spPr>
          <a:xfrm>
            <a:off x="8028000" y="368280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236C6058-AF89-4A48-ABFC-377E67395E20}" type="slidenum">
              <a:t>&lt;#&gt;</a:t>
            </a:fld>
          </a:p>
        </p:txBody>
      </p:sp>
      <p:sp>
        <p:nvSpPr>
          <p:cNvPr id="11" name="PlaceHolder 10"/>
          <p:cNvSpPr>
            <a:spLocks noGrp="1"/>
          </p:cNvSpPr>
          <p:nvPr>
            <p:ph type="dt" idx="6"/>
          </p:nvPr>
        </p:nvSpPr>
        <p:spPr/>
        <p:txBody>
          <a:bodyPr/>
          <a:p>
            <a:r>
              <a:rPr lang="fr-FR"/>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65E872B7-D7C8-49A5-95E9-C1EA2F9DF3B4}" type="slidenum">
              <a:t>&lt;#&gt;</a:t>
            </a:fld>
          </a:p>
        </p:txBody>
      </p:sp>
      <p:sp>
        <p:nvSpPr>
          <p:cNvPr id="4" name="PlaceHolder 3"/>
          <p:cNvSpPr>
            <a:spLocks noGrp="1"/>
          </p:cNvSpPr>
          <p:nvPr>
            <p:ph type="dt" idx="9"/>
          </p:nvPr>
        </p:nvSpPr>
        <p:spPr/>
        <p:txBody>
          <a:bodyPr/>
          <a:p>
            <a:r>
              <a:rPr lang="fr-FR"/>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91" name="PlaceHolder 2"/>
          <p:cNvSpPr>
            <a:spLocks noGrp="1"/>
          </p:cNvSpPr>
          <p:nvPr>
            <p:ph type="subTitle"/>
          </p:nvPr>
        </p:nvSpPr>
        <p:spPr>
          <a:xfrm>
            <a:off x="609480" y="1604880"/>
            <a:ext cx="10970640" cy="3978000"/>
          </a:xfrm>
          <a:prstGeom prst="rect">
            <a:avLst/>
          </a:prstGeom>
          <a:noFill/>
          <a:ln w="0">
            <a:noFill/>
          </a:ln>
        </p:spPr>
        <p:txBody>
          <a:bodyPr lIns="0" rIns="0" tIns="0" bIns="0" anchor="ctr">
            <a:noAutofit/>
          </a:bodyPr>
          <a:p>
            <a:pPr indent="0" algn="ctr">
              <a:buNone/>
            </a:pPr>
            <a:endParaRPr b="0" lang="fr-FR"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F6C292EC-AB2C-4FB2-9C31-9B25FA996D7A}" type="slidenum">
              <a:t>&lt;#&gt;</a:t>
            </a:fld>
          </a:p>
        </p:txBody>
      </p:sp>
      <p:sp>
        <p:nvSpPr>
          <p:cNvPr id="6" name="PlaceHolder 5"/>
          <p:cNvSpPr>
            <a:spLocks noGrp="1"/>
          </p:cNvSpPr>
          <p:nvPr>
            <p:ph type="dt" idx="9"/>
          </p:nvPr>
        </p:nvSpPr>
        <p:spPr/>
        <p:txBody>
          <a:bodyPr/>
          <a:p>
            <a:r>
              <a:rPr lang="fr-FR"/>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93" name="PlaceHolder 2"/>
          <p:cNvSpPr>
            <a:spLocks noGrp="1"/>
          </p:cNvSpPr>
          <p:nvPr>
            <p:ph/>
          </p:nvPr>
        </p:nvSpPr>
        <p:spPr>
          <a:xfrm>
            <a:off x="609480" y="1604880"/>
            <a:ext cx="1097064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B76DFC0-7D61-49D4-88FA-B0F214F74597}" type="slidenum">
              <a:t>&lt;#&gt;</a:t>
            </a:fld>
          </a:p>
        </p:txBody>
      </p:sp>
      <p:sp>
        <p:nvSpPr>
          <p:cNvPr id="6" name="PlaceHolder 5"/>
          <p:cNvSpPr>
            <a:spLocks noGrp="1"/>
          </p:cNvSpPr>
          <p:nvPr>
            <p:ph type="dt" idx="9"/>
          </p:nvPr>
        </p:nvSpPr>
        <p:spPr/>
        <p:txBody>
          <a:bodyPr/>
          <a:p>
            <a:r>
              <a:rPr lang="fr-FR"/>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95" name="PlaceHolder 2"/>
          <p:cNvSpPr>
            <a:spLocks noGrp="1"/>
          </p:cNvSpPr>
          <p:nvPr>
            <p:ph/>
          </p:nvPr>
        </p:nvSpPr>
        <p:spPr>
          <a:xfrm>
            <a:off x="60948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96" name="PlaceHolder 3"/>
          <p:cNvSpPr>
            <a:spLocks noGrp="1"/>
          </p:cNvSpPr>
          <p:nvPr>
            <p:ph/>
          </p:nvPr>
        </p:nvSpPr>
        <p:spPr>
          <a:xfrm>
            <a:off x="623124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55082D6A-66D1-44F5-803E-F4627428216C}" type="slidenum">
              <a:t>&lt;#&gt;</a:t>
            </a:fld>
          </a:p>
        </p:txBody>
      </p:sp>
      <p:sp>
        <p:nvSpPr>
          <p:cNvPr id="7" name="PlaceHolder 6"/>
          <p:cNvSpPr>
            <a:spLocks noGrp="1"/>
          </p:cNvSpPr>
          <p:nvPr>
            <p:ph type="dt" idx="9"/>
          </p:nvPr>
        </p:nvSpPr>
        <p:spPr/>
        <p:txBody>
          <a:bodyPr/>
          <a:p>
            <a:r>
              <a:rPr lang="fr-FR"/>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61CD55E1-2292-43D0-80D5-3149256A5628}" type="slidenum">
              <a:t>&lt;#&gt;</a:t>
            </a:fld>
          </a:p>
        </p:txBody>
      </p:sp>
      <p:sp>
        <p:nvSpPr>
          <p:cNvPr id="5" name="PlaceHolder 4"/>
          <p:cNvSpPr>
            <a:spLocks noGrp="1"/>
          </p:cNvSpPr>
          <p:nvPr>
            <p:ph type="dt" idx="9"/>
          </p:nvPr>
        </p:nvSpPr>
        <p:spPr/>
        <p:txBody>
          <a:bodyPr/>
          <a:p>
            <a:r>
              <a:rPr lang="fr-FR"/>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609480" y="273600"/>
            <a:ext cx="10970640" cy="5309640"/>
          </a:xfrm>
          <a:prstGeom prst="rect">
            <a:avLst/>
          </a:prstGeom>
          <a:noFill/>
          <a:ln w="0">
            <a:noFill/>
          </a:ln>
        </p:spPr>
        <p:txBody>
          <a:bodyPr lIns="0" rIns="0" tIns="0" bIns="0" anchor="ctr">
            <a:noAutofit/>
          </a:bodyPr>
          <a:p>
            <a:pPr algn="ctr"/>
            <a:endParaRPr b="0" lang="fr-FR"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719B229A-2D85-4AF5-A851-C1F94E56E3DD}" type="slidenum">
              <a:t>&lt;#&gt;</a:t>
            </a:fld>
          </a:p>
        </p:txBody>
      </p:sp>
      <p:sp>
        <p:nvSpPr>
          <p:cNvPr id="5" name="PlaceHolder 4"/>
          <p:cNvSpPr>
            <a:spLocks noGrp="1"/>
          </p:cNvSpPr>
          <p:nvPr>
            <p:ph type="dt" idx="9"/>
          </p:nvPr>
        </p:nvSpPr>
        <p:spPr/>
        <p:txBody>
          <a:bodyPr/>
          <a:p>
            <a:r>
              <a:rPr lang="fr-FR"/>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100" name="PlaceHolder 2"/>
          <p:cNvSpPr>
            <a:spLocks noGrp="1"/>
          </p:cNvSpPr>
          <p:nvPr>
            <p:ph/>
          </p:nvPr>
        </p:nvSpPr>
        <p:spPr>
          <a:xfrm>
            <a:off x="60948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01" name="PlaceHolder 3"/>
          <p:cNvSpPr>
            <a:spLocks noGrp="1"/>
          </p:cNvSpPr>
          <p:nvPr>
            <p:ph/>
          </p:nvPr>
        </p:nvSpPr>
        <p:spPr>
          <a:xfrm>
            <a:off x="623124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02" name="PlaceHolder 4"/>
          <p:cNvSpPr>
            <a:spLocks noGrp="1"/>
          </p:cNvSpPr>
          <p:nvPr>
            <p:ph/>
          </p:nvPr>
        </p:nvSpPr>
        <p:spPr>
          <a:xfrm>
            <a:off x="60948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A6BBB766-D730-47BD-812A-4A22F14B4208}" type="slidenum">
              <a:t>&lt;#&gt;</a:t>
            </a:fld>
          </a:p>
        </p:txBody>
      </p:sp>
      <p:sp>
        <p:nvSpPr>
          <p:cNvPr id="8" name="PlaceHolder 7"/>
          <p:cNvSpPr>
            <a:spLocks noGrp="1"/>
          </p:cNvSpPr>
          <p:nvPr>
            <p:ph type="dt" idx="9"/>
          </p:nvPr>
        </p:nvSpPr>
        <p:spPr/>
        <p:txBody>
          <a:bodyPr/>
          <a:p>
            <a:r>
              <a:rPr lang="fr-FR"/>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104" name="PlaceHolder 2"/>
          <p:cNvSpPr>
            <a:spLocks noGrp="1"/>
          </p:cNvSpPr>
          <p:nvPr>
            <p:ph/>
          </p:nvPr>
        </p:nvSpPr>
        <p:spPr>
          <a:xfrm>
            <a:off x="609480" y="1604880"/>
            <a:ext cx="5353560" cy="39780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05" name="PlaceHolder 3"/>
          <p:cNvSpPr>
            <a:spLocks noGrp="1"/>
          </p:cNvSpPr>
          <p:nvPr>
            <p:ph/>
          </p:nvPr>
        </p:nvSpPr>
        <p:spPr>
          <a:xfrm>
            <a:off x="623124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06" name="PlaceHolder 4"/>
          <p:cNvSpPr>
            <a:spLocks noGrp="1"/>
          </p:cNvSpPr>
          <p:nvPr>
            <p:ph/>
          </p:nvPr>
        </p:nvSpPr>
        <p:spPr>
          <a:xfrm>
            <a:off x="623124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1EF55E07-95F0-4825-A091-2FE20C0332F0}" type="slidenum">
              <a:t>&lt;#&gt;</a:t>
            </a:fld>
          </a:p>
        </p:txBody>
      </p:sp>
      <p:sp>
        <p:nvSpPr>
          <p:cNvPr id="8" name="PlaceHolder 7"/>
          <p:cNvSpPr>
            <a:spLocks noGrp="1"/>
          </p:cNvSpPr>
          <p:nvPr>
            <p:ph type="dt" idx="9"/>
          </p:nvPr>
        </p:nvSpPr>
        <p:spPr/>
        <p:txBody>
          <a:bodyPr/>
          <a:p>
            <a:r>
              <a:rPr lang="fr-FR"/>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108" name="PlaceHolder 2"/>
          <p:cNvSpPr>
            <a:spLocks noGrp="1"/>
          </p:cNvSpPr>
          <p:nvPr>
            <p:ph/>
          </p:nvPr>
        </p:nvSpPr>
        <p:spPr>
          <a:xfrm>
            <a:off x="60948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09" name="PlaceHolder 3"/>
          <p:cNvSpPr>
            <a:spLocks noGrp="1"/>
          </p:cNvSpPr>
          <p:nvPr>
            <p:ph/>
          </p:nvPr>
        </p:nvSpPr>
        <p:spPr>
          <a:xfrm>
            <a:off x="623124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10" name="PlaceHolder 4"/>
          <p:cNvSpPr>
            <a:spLocks noGrp="1"/>
          </p:cNvSpPr>
          <p:nvPr>
            <p:ph/>
          </p:nvPr>
        </p:nvSpPr>
        <p:spPr>
          <a:xfrm>
            <a:off x="609480" y="3682800"/>
            <a:ext cx="1097064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1B60EC9B-2D81-490D-BBF9-F2152474A717}" type="slidenum">
              <a:t>&lt;#&gt;</a:t>
            </a:fld>
          </a:p>
        </p:txBody>
      </p:sp>
      <p:sp>
        <p:nvSpPr>
          <p:cNvPr id="8" name="PlaceHolder 7"/>
          <p:cNvSpPr>
            <a:spLocks noGrp="1"/>
          </p:cNvSpPr>
          <p:nvPr>
            <p:ph type="dt" idx="9"/>
          </p:nvPr>
        </p:nvSpPr>
        <p:spPr/>
        <p:txBody>
          <a:bodyPr/>
          <a:p>
            <a:r>
              <a:rPr lang="fr-FR"/>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112" name="PlaceHolder 2"/>
          <p:cNvSpPr>
            <a:spLocks noGrp="1"/>
          </p:cNvSpPr>
          <p:nvPr>
            <p:ph/>
          </p:nvPr>
        </p:nvSpPr>
        <p:spPr>
          <a:xfrm>
            <a:off x="609480" y="1604880"/>
            <a:ext cx="1097064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13" name="PlaceHolder 3"/>
          <p:cNvSpPr>
            <a:spLocks noGrp="1"/>
          </p:cNvSpPr>
          <p:nvPr>
            <p:ph/>
          </p:nvPr>
        </p:nvSpPr>
        <p:spPr>
          <a:xfrm>
            <a:off x="609480" y="3682800"/>
            <a:ext cx="1097064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34742342-3180-4398-8E20-1E1292B44C7D}" type="slidenum">
              <a:t>&lt;#&gt;</a:t>
            </a:fld>
          </a:p>
        </p:txBody>
      </p:sp>
      <p:sp>
        <p:nvSpPr>
          <p:cNvPr id="7" name="PlaceHolder 6"/>
          <p:cNvSpPr>
            <a:spLocks noGrp="1"/>
          </p:cNvSpPr>
          <p:nvPr>
            <p:ph type="dt" idx="9"/>
          </p:nvPr>
        </p:nvSpPr>
        <p:spPr/>
        <p:txBody>
          <a:bodyPr/>
          <a:p>
            <a:r>
              <a:rPr lang="fr-FR"/>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115" name="PlaceHolder 2"/>
          <p:cNvSpPr>
            <a:spLocks noGrp="1"/>
          </p:cNvSpPr>
          <p:nvPr>
            <p:ph/>
          </p:nvPr>
        </p:nvSpPr>
        <p:spPr>
          <a:xfrm>
            <a:off x="60948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16" name="PlaceHolder 3"/>
          <p:cNvSpPr>
            <a:spLocks noGrp="1"/>
          </p:cNvSpPr>
          <p:nvPr>
            <p:ph/>
          </p:nvPr>
        </p:nvSpPr>
        <p:spPr>
          <a:xfrm>
            <a:off x="6231240" y="160488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17" name="PlaceHolder 4"/>
          <p:cNvSpPr>
            <a:spLocks noGrp="1"/>
          </p:cNvSpPr>
          <p:nvPr>
            <p:ph/>
          </p:nvPr>
        </p:nvSpPr>
        <p:spPr>
          <a:xfrm>
            <a:off x="60948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18" name="PlaceHolder 5"/>
          <p:cNvSpPr>
            <a:spLocks noGrp="1"/>
          </p:cNvSpPr>
          <p:nvPr>
            <p:ph/>
          </p:nvPr>
        </p:nvSpPr>
        <p:spPr>
          <a:xfrm>
            <a:off x="6231240" y="3682800"/>
            <a:ext cx="535356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B25F87F6-397C-4DCA-938D-1E84D19BD88E}" type="slidenum">
              <a:t>&lt;#&gt;</a:t>
            </a:fld>
          </a:p>
        </p:txBody>
      </p:sp>
      <p:sp>
        <p:nvSpPr>
          <p:cNvPr id="9" name="PlaceHolder 8"/>
          <p:cNvSpPr>
            <a:spLocks noGrp="1"/>
          </p:cNvSpPr>
          <p:nvPr>
            <p:ph type="dt" idx="9"/>
          </p:nvPr>
        </p:nvSpPr>
        <p:spPr/>
        <p:txBody>
          <a:bodyPr/>
          <a:p>
            <a:r>
              <a:rPr lang="fr-FR"/>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endParaRPr b="0" lang="fr-FR" sz="4400" spc="-1" strike="noStrike">
              <a:latin typeface="Arial"/>
            </a:endParaRPr>
          </a:p>
        </p:txBody>
      </p:sp>
      <p:sp>
        <p:nvSpPr>
          <p:cNvPr id="120" name="PlaceHolder 2"/>
          <p:cNvSpPr>
            <a:spLocks noGrp="1"/>
          </p:cNvSpPr>
          <p:nvPr>
            <p:ph/>
          </p:nvPr>
        </p:nvSpPr>
        <p:spPr>
          <a:xfrm>
            <a:off x="609480" y="160488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21" name="PlaceHolder 3"/>
          <p:cNvSpPr>
            <a:spLocks noGrp="1"/>
          </p:cNvSpPr>
          <p:nvPr>
            <p:ph/>
          </p:nvPr>
        </p:nvSpPr>
        <p:spPr>
          <a:xfrm>
            <a:off x="4318920" y="160488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22" name="PlaceHolder 4"/>
          <p:cNvSpPr>
            <a:spLocks noGrp="1"/>
          </p:cNvSpPr>
          <p:nvPr>
            <p:ph/>
          </p:nvPr>
        </p:nvSpPr>
        <p:spPr>
          <a:xfrm>
            <a:off x="8028000" y="160488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23" name="PlaceHolder 5"/>
          <p:cNvSpPr>
            <a:spLocks noGrp="1"/>
          </p:cNvSpPr>
          <p:nvPr>
            <p:ph/>
          </p:nvPr>
        </p:nvSpPr>
        <p:spPr>
          <a:xfrm>
            <a:off x="609480" y="368280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24" name="PlaceHolder 6"/>
          <p:cNvSpPr>
            <a:spLocks noGrp="1"/>
          </p:cNvSpPr>
          <p:nvPr>
            <p:ph/>
          </p:nvPr>
        </p:nvSpPr>
        <p:spPr>
          <a:xfrm>
            <a:off x="4318920" y="368280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125" name="PlaceHolder 7"/>
          <p:cNvSpPr>
            <a:spLocks noGrp="1"/>
          </p:cNvSpPr>
          <p:nvPr>
            <p:ph/>
          </p:nvPr>
        </p:nvSpPr>
        <p:spPr>
          <a:xfrm>
            <a:off x="8028000" y="3682800"/>
            <a:ext cx="3532320" cy="1897200"/>
          </a:xfrm>
          <a:prstGeom prst="rect">
            <a:avLst/>
          </a:prstGeom>
          <a:noFill/>
          <a:ln w="0">
            <a:noFill/>
          </a:ln>
        </p:spPr>
        <p:txBody>
          <a:bodyPr lIns="0" rIns="0" tIns="0" bIns="0" anchor="t">
            <a:normAutofit/>
          </a:bodyPr>
          <a:p>
            <a:pPr indent="0">
              <a:spcBef>
                <a:spcPts val="1417"/>
              </a:spcBef>
              <a:buNone/>
            </a:pPr>
            <a:endParaRPr b="0" lang="fr-FR"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36368812-9896-432B-AA70-FE2CB4751D1E}" type="slidenum">
              <a:t>&lt;#&gt;</a:t>
            </a:fld>
          </a:p>
        </p:txBody>
      </p:sp>
      <p:sp>
        <p:nvSpPr>
          <p:cNvPr id="11" name="PlaceHolder 10"/>
          <p:cNvSpPr>
            <a:spLocks noGrp="1"/>
          </p:cNvSpPr>
          <p:nvPr>
            <p:ph type="dt" idx="9"/>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jpe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jpe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그림 1" descr=""/>
          <p:cNvPicPr/>
          <p:nvPr/>
        </p:nvPicPr>
        <p:blipFill>
          <a:blip r:embed="rId2"/>
          <a:stretch/>
        </p:blipFill>
        <p:spPr>
          <a:xfrm>
            <a:off x="0" y="0"/>
            <a:ext cx="12189240" cy="6856200"/>
          </a:xfrm>
          <a:prstGeom prst="rect">
            <a:avLst/>
          </a:prstGeom>
          <a:ln w="0">
            <a:noFill/>
          </a:ln>
        </p:spPr>
      </p:pic>
      <p:sp>
        <p:nvSpPr>
          <p:cNvPr id="1" name="PlaceHolder 1"/>
          <p:cNvSpPr>
            <a:spLocks noGrp="1"/>
          </p:cNvSpPr>
          <p:nvPr>
            <p:ph type="ftr" idx="1"/>
          </p:nvPr>
        </p:nvSpPr>
        <p:spPr>
          <a:xfrm>
            <a:off x="4165200" y="6431040"/>
            <a:ext cx="3859200" cy="291240"/>
          </a:xfrm>
          <a:prstGeom prst="rect">
            <a:avLst/>
          </a:prstGeom>
          <a:noFill/>
          <a:ln w="0">
            <a:noFill/>
          </a:ln>
        </p:spPr>
        <p:txBody>
          <a:bodyPr lIns="99720" rIns="99720" tIns="49680" bIns="49680" anchor="ctr">
            <a:noAutofit/>
          </a:bodyPr>
          <a:lstStyle>
            <a:lvl1pPr indent="0" algn="ctr">
              <a:lnSpc>
                <a:spcPct val="100000"/>
              </a:lnSpc>
              <a:buNone/>
              <a:tabLst>
                <a:tab algn="l" pos="0"/>
              </a:tabLst>
              <a:defRPr b="0" lang="fr-FR" sz="1400" spc="-1" strike="noStrike">
                <a:solidFill>
                  <a:srgbClr val="000000"/>
                </a:solidFill>
                <a:latin typeface="Times New Roman"/>
                <a:ea typeface="DejaVu Sans"/>
              </a:defRPr>
            </a:lvl1pPr>
          </a:lstStyle>
          <a:p>
            <a:pPr indent="0" algn="ctr">
              <a:lnSpc>
                <a:spcPct val="100000"/>
              </a:lnSpc>
              <a:buNone/>
              <a:tabLst>
                <a:tab algn="l" pos="0"/>
              </a:tabLst>
            </a:pPr>
            <a:r>
              <a:rPr b="0" lang="fr-FR" sz="1400" spc="-1" strike="noStrike">
                <a:solidFill>
                  <a:srgbClr val="000000"/>
                </a:solidFill>
                <a:latin typeface="Times New Roman"/>
                <a:ea typeface="DejaVu Sans"/>
              </a:rPr>
              <a:t> </a:t>
            </a:r>
            <a:endParaRPr b="0" lang="fr-FR" sz="1400" spc="-1" strike="noStrike">
              <a:latin typeface="Times New Roman"/>
            </a:endParaRPr>
          </a:p>
        </p:txBody>
      </p:sp>
      <p:sp>
        <p:nvSpPr>
          <p:cNvPr id="2" name="PlaceHolder 2"/>
          <p:cNvSpPr>
            <a:spLocks noGrp="1"/>
          </p:cNvSpPr>
          <p:nvPr>
            <p:ph type="sldNum" idx="2"/>
          </p:nvPr>
        </p:nvSpPr>
        <p:spPr>
          <a:xfrm>
            <a:off x="8736480" y="6431040"/>
            <a:ext cx="2843280" cy="291240"/>
          </a:xfrm>
          <a:prstGeom prst="rect">
            <a:avLst/>
          </a:prstGeom>
          <a:noFill/>
          <a:ln w="0">
            <a:noFill/>
          </a:ln>
        </p:spPr>
        <p:txBody>
          <a:bodyPr lIns="99720" rIns="99720" tIns="49680" bIns="49680" anchor="ctr">
            <a:noAutofit/>
          </a:bodyPr>
          <a:lstStyle>
            <a:lvl1pPr indent="0" algn="r">
              <a:lnSpc>
                <a:spcPct val="100000"/>
              </a:lnSpc>
              <a:buNone/>
              <a:tabLst>
                <a:tab algn="l" pos="0"/>
              </a:tabLst>
              <a:defRPr b="0" lang="fr-FR" sz="1300" spc="-1" strike="noStrike">
                <a:solidFill>
                  <a:srgbClr val="8b8b8b"/>
                </a:solidFill>
                <a:latin typeface="Calibri"/>
                <a:ea typeface="맑은 고딕"/>
              </a:defRPr>
            </a:lvl1pPr>
          </a:lstStyle>
          <a:p>
            <a:pPr indent="0" algn="r">
              <a:lnSpc>
                <a:spcPct val="100000"/>
              </a:lnSpc>
              <a:buNone/>
              <a:tabLst>
                <a:tab algn="l" pos="0"/>
              </a:tabLst>
            </a:pPr>
            <a:fld id="{22A2CAF9-38ED-4C1F-8EEC-6E7B9C154BCC}" type="slidenum">
              <a:rPr b="0" lang="fr-FR" sz="1300" spc="-1" strike="noStrike">
                <a:solidFill>
                  <a:srgbClr val="8b8b8b"/>
                </a:solidFill>
                <a:latin typeface="Calibri"/>
                <a:ea typeface="맑은 고딕"/>
              </a:rPr>
              <a:t>15</a:t>
            </a:fld>
            <a:endParaRPr b="0" lang="fr-FR" sz="1300" spc="-1" strike="noStrike">
              <a:latin typeface="Times New Roman"/>
            </a:endParaRPr>
          </a:p>
        </p:txBody>
      </p:sp>
      <p:sp>
        <p:nvSpPr>
          <p:cNvPr id="3" name="PlaceHolder 3"/>
          <p:cNvSpPr>
            <a:spLocks noGrp="1"/>
          </p:cNvSpPr>
          <p:nvPr>
            <p:ph type="dt" idx="3"/>
          </p:nvPr>
        </p:nvSpPr>
        <p:spPr>
          <a:xfrm>
            <a:off x="609480" y="6431040"/>
            <a:ext cx="2843280" cy="291240"/>
          </a:xfrm>
          <a:prstGeom prst="rect">
            <a:avLst/>
          </a:prstGeom>
          <a:noFill/>
          <a:ln w="0">
            <a:noFill/>
          </a:ln>
        </p:spPr>
        <p:txBody>
          <a:bodyPr lIns="99720" rIns="99720" tIns="49680" bIns="49680" anchor="ctr">
            <a:noAutofit/>
          </a:bodyPr>
          <a:lstStyle>
            <a:lvl1pPr indent="0">
              <a:buNone/>
              <a:defRPr b="0" lang="fr-FR" sz="1400" spc="-1" strike="noStrike">
                <a:latin typeface="Times New Roman"/>
              </a:defRPr>
            </a:lvl1pPr>
          </a:lstStyle>
          <a:p>
            <a:pPr indent="0">
              <a:buNone/>
            </a:pPr>
            <a:r>
              <a:rPr b="0" lang="fr-FR" sz="1400" spc="-1" strike="noStrike">
                <a:latin typeface="Times New Roman"/>
              </a:rPr>
              <a:t> </a:t>
            </a:r>
            <a:endParaRPr b="0" lang="fr-FR" sz="1400" spc="-1" strike="noStrike">
              <a:latin typeface="Times New Roman"/>
            </a:endParaRPr>
          </a:p>
        </p:txBody>
      </p:sp>
      <p:sp>
        <p:nvSpPr>
          <p:cNvPr id="4" name="PlaceHolder 4"/>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r>
              <a:rPr b="0" lang="fr-FR" sz="4400" spc="-1" strike="noStrike">
                <a:latin typeface="Arial"/>
              </a:rPr>
              <a:t>Cliquez pour éditer le format du texte-titre</a:t>
            </a:r>
            <a:endParaRPr b="0" lang="fr-FR" sz="4400" spc="-1" strike="noStrike">
              <a:latin typeface="Arial"/>
            </a:endParaRPr>
          </a:p>
        </p:txBody>
      </p:sp>
      <p:sp>
        <p:nvSpPr>
          <p:cNvPr id="5" name="PlaceHolder 5"/>
          <p:cNvSpPr>
            <a:spLocks noGrp="1"/>
          </p:cNvSpPr>
          <p:nvPr>
            <p:ph type="body"/>
          </p:nvPr>
        </p:nvSpPr>
        <p:spPr>
          <a:xfrm>
            <a:off x="609480" y="1604880"/>
            <a:ext cx="10970640" cy="3978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latin typeface="Arial"/>
              </a:rPr>
              <a:t>Cliquez pour éditer le format du plan de texte</a:t>
            </a:r>
            <a:endParaRPr b="0" lang="fr-FR" sz="3200" spc="-1" strike="noStrike">
              <a:latin typeface="Arial"/>
            </a:endParaRPr>
          </a:p>
          <a:p>
            <a:pPr lvl="1" marL="864000" indent="-324000">
              <a:spcBef>
                <a:spcPts val="1134"/>
              </a:spcBef>
              <a:buClr>
                <a:srgbClr val="000000"/>
              </a:buClr>
              <a:buSzPct val="75000"/>
              <a:buFont typeface="Symbol" charset="2"/>
              <a:buChar char=""/>
            </a:pPr>
            <a:r>
              <a:rPr b="0" lang="fr-FR" sz="2800" spc="-1" strike="noStrike">
                <a:latin typeface="Arial"/>
              </a:rPr>
              <a:t>Second niveau de plan</a:t>
            </a:r>
            <a:endParaRPr b="0" lang="fr-FR" sz="2800" spc="-1" strike="noStrike">
              <a:latin typeface="Arial"/>
            </a:endParaRPr>
          </a:p>
          <a:p>
            <a:pPr lvl="2" marL="1296000" indent="-288000">
              <a:spcBef>
                <a:spcPts val="850"/>
              </a:spcBef>
              <a:buClr>
                <a:srgbClr val="000000"/>
              </a:buClr>
              <a:buSzPct val="45000"/>
              <a:buFont typeface="Wingdings" charset="2"/>
              <a:buChar char=""/>
            </a:pPr>
            <a:r>
              <a:rPr b="0" lang="fr-FR" sz="2400" spc="-1" strike="noStrike">
                <a:latin typeface="Arial"/>
              </a:rPr>
              <a:t>Troisième niveau de plan</a:t>
            </a:r>
            <a:endParaRPr b="0" lang="fr-FR" sz="2400" spc="-1" strike="noStrike">
              <a:latin typeface="Arial"/>
            </a:endParaRPr>
          </a:p>
          <a:p>
            <a:pPr lvl="3" marL="1728000" indent="-216000">
              <a:spcBef>
                <a:spcPts val="567"/>
              </a:spcBef>
              <a:buClr>
                <a:srgbClr val="000000"/>
              </a:buClr>
              <a:buSzPct val="75000"/>
              <a:buFont typeface="Symbol" charset="2"/>
              <a:buChar char=""/>
            </a:pPr>
            <a:r>
              <a:rPr b="0" lang="fr-FR" sz="2000" spc="-1" strike="noStrike">
                <a:latin typeface="Arial"/>
              </a:rPr>
              <a:t>Quatrième niveau de plan</a:t>
            </a:r>
            <a:endParaRPr b="0" lang="fr-FR" sz="2000" spc="-1" strike="noStrike">
              <a:latin typeface="Arial"/>
            </a:endParaRPr>
          </a:p>
          <a:p>
            <a:pPr lvl="4" marL="2160000" indent="-216000">
              <a:spcBef>
                <a:spcPts val="283"/>
              </a:spcBef>
              <a:buClr>
                <a:srgbClr val="000000"/>
              </a:buClr>
              <a:buSzPct val="45000"/>
              <a:buFont typeface="Wingdings" charset="2"/>
              <a:buChar char=""/>
            </a:pPr>
            <a:r>
              <a:rPr b="0" lang="fr-FR" sz="2000" spc="-1" strike="noStrike">
                <a:latin typeface="Arial"/>
              </a:rPr>
              <a:t>Cinquième niveau de plan</a:t>
            </a:r>
            <a:endParaRPr b="0" lang="fr-FR" sz="2000" spc="-1" strike="noStrike">
              <a:latin typeface="Arial"/>
            </a:endParaRPr>
          </a:p>
          <a:p>
            <a:pPr lvl="5" marL="2592000" indent="-216000">
              <a:spcBef>
                <a:spcPts val="283"/>
              </a:spcBef>
              <a:buClr>
                <a:srgbClr val="000000"/>
              </a:buClr>
              <a:buSzPct val="45000"/>
              <a:buFont typeface="Wingdings" charset="2"/>
              <a:buChar char=""/>
            </a:pPr>
            <a:r>
              <a:rPr b="0" lang="fr-FR" sz="2000" spc="-1" strike="noStrike">
                <a:latin typeface="Arial"/>
              </a:rPr>
              <a:t>Sixième niveau de plan</a:t>
            </a:r>
            <a:endParaRPr b="0" lang="fr-FR" sz="2000" spc="-1" strike="noStrike">
              <a:latin typeface="Arial"/>
            </a:endParaRPr>
          </a:p>
          <a:p>
            <a:pPr lvl="6" marL="3024000" indent="-216000">
              <a:spcBef>
                <a:spcPts val="283"/>
              </a:spcBef>
              <a:buClr>
                <a:srgbClr val="000000"/>
              </a:buClr>
              <a:buSzPct val="45000"/>
              <a:buFont typeface="Wingdings" charset="2"/>
              <a:buChar char=""/>
            </a:pPr>
            <a:r>
              <a:rPr b="0" lang="fr-FR" sz="2000" spc="-1" strike="noStrike">
                <a:latin typeface="Arial"/>
              </a:rPr>
              <a:t>Septième niveau de plan</a:t>
            </a:r>
            <a:endParaRPr b="0" lang="fr-FR"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그림 6" descr=""/>
          <p:cNvPicPr/>
          <p:nvPr/>
        </p:nvPicPr>
        <p:blipFill>
          <a:blip r:embed="rId2"/>
          <a:stretch/>
        </p:blipFill>
        <p:spPr>
          <a:xfrm>
            <a:off x="0" y="1080"/>
            <a:ext cx="12189240" cy="6856200"/>
          </a:xfrm>
          <a:prstGeom prst="rect">
            <a:avLst/>
          </a:prstGeom>
          <a:ln w="0">
            <a:noFill/>
          </a:ln>
        </p:spPr>
      </p:pic>
      <p:sp>
        <p:nvSpPr>
          <p:cNvPr id="43" name="PlaceHolder 1"/>
          <p:cNvSpPr>
            <a:spLocks noGrp="1"/>
          </p:cNvSpPr>
          <p:nvPr>
            <p:ph type="ftr" idx="4"/>
          </p:nvPr>
        </p:nvSpPr>
        <p:spPr>
          <a:xfrm>
            <a:off x="4165200" y="6502320"/>
            <a:ext cx="3859200" cy="219600"/>
          </a:xfrm>
          <a:prstGeom prst="rect">
            <a:avLst/>
          </a:prstGeom>
          <a:noFill/>
          <a:ln w="0">
            <a:noFill/>
          </a:ln>
        </p:spPr>
        <p:txBody>
          <a:bodyPr lIns="99720" rIns="99720" tIns="49680" bIns="49680" anchor="ctr">
            <a:noAutofit/>
          </a:bodyPr>
          <a:lstStyle>
            <a:lvl1pPr indent="0" algn="ctr">
              <a:lnSpc>
                <a:spcPct val="100000"/>
              </a:lnSpc>
              <a:buNone/>
              <a:tabLst>
                <a:tab algn="l" pos="0"/>
              </a:tabLst>
              <a:defRPr b="0" lang="fr-FR" sz="1400" spc="-1" strike="noStrike">
                <a:solidFill>
                  <a:srgbClr val="000000"/>
                </a:solidFill>
                <a:latin typeface="Times New Roman"/>
                <a:ea typeface="DejaVu Sans"/>
              </a:defRPr>
            </a:lvl1pPr>
          </a:lstStyle>
          <a:p>
            <a:pPr indent="0" algn="ctr">
              <a:lnSpc>
                <a:spcPct val="100000"/>
              </a:lnSpc>
              <a:buNone/>
              <a:tabLst>
                <a:tab algn="l" pos="0"/>
              </a:tabLst>
            </a:pPr>
            <a:r>
              <a:rPr b="0" lang="fr-FR" sz="1400" spc="-1" strike="noStrike">
                <a:solidFill>
                  <a:srgbClr val="000000"/>
                </a:solidFill>
                <a:latin typeface="Times New Roman"/>
                <a:ea typeface="DejaVu Sans"/>
              </a:rPr>
              <a:t>&lt;pied de page&gt;</a:t>
            </a:r>
            <a:endParaRPr b="0" lang="fr-FR" sz="1400" spc="-1" strike="noStrike">
              <a:latin typeface="Times New Roman"/>
            </a:endParaRPr>
          </a:p>
        </p:txBody>
      </p:sp>
      <p:sp>
        <p:nvSpPr>
          <p:cNvPr id="44" name="PlaceHolder 2"/>
          <p:cNvSpPr>
            <a:spLocks noGrp="1"/>
          </p:cNvSpPr>
          <p:nvPr>
            <p:ph type="sldNum" idx="5"/>
          </p:nvPr>
        </p:nvSpPr>
        <p:spPr>
          <a:xfrm>
            <a:off x="8736480" y="6502320"/>
            <a:ext cx="2843280" cy="219600"/>
          </a:xfrm>
          <a:prstGeom prst="rect">
            <a:avLst/>
          </a:prstGeom>
          <a:noFill/>
          <a:ln w="0">
            <a:noFill/>
          </a:ln>
        </p:spPr>
        <p:txBody>
          <a:bodyPr lIns="99720" rIns="99720" tIns="49680" bIns="49680" anchor="ctr">
            <a:noAutofit/>
          </a:bodyPr>
          <a:lstStyle>
            <a:lvl1pPr indent="0" algn="r">
              <a:lnSpc>
                <a:spcPct val="100000"/>
              </a:lnSpc>
              <a:buNone/>
              <a:tabLst>
                <a:tab algn="l" pos="0"/>
              </a:tabLst>
              <a:defRPr b="0" lang="fr-FR" sz="1300" spc="-1" strike="noStrike">
                <a:solidFill>
                  <a:srgbClr val="8b8b8b"/>
                </a:solidFill>
                <a:latin typeface="Calibri"/>
                <a:ea typeface="맑은 고딕"/>
              </a:defRPr>
            </a:lvl1pPr>
          </a:lstStyle>
          <a:p>
            <a:pPr indent="0" algn="r">
              <a:lnSpc>
                <a:spcPct val="100000"/>
              </a:lnSpc>
              <a:buNone/>
              <a:tabLst>
                <a:tab algn="l" pos="0"/>
              </a:tabLst>
            </a:pPr>
            <a:fld id="{56F84E4D-D9A7-490A-9AAD-BEEE950FC83A}" type="slidenum">
              <a:rPr b="0" lang="fr-FR" sz="1300" spc="-1" strike="noStrike">
                <a:solidFill>
                  <a:srgbClr val="8b8b8b"/>
                </a:solidFill>
                <a:latin typeface="Calibri"/>
                <a:ea typeface="맑은 고딕"/>
              </a:rPr>
              <a:t>&lt;numéro&gt;</a:t>
            </a:fld>
            <a:endParaRPr b="0" lang="fr-FR" sz="1300" spc="-1" strike="noStrike">
              <a:latin typeface="Times New Roman"/>
            </a:endParaRPr>
          </a:p>
        </p:txBody>
      </p:sp>
      <p:sp>
        <p:nvSpPr>
          <p:cNvPr id="45" name="PlaceHolder 3"/>
          <p:cNvSpPr>
            <a:spLocks noGrp="1"/>
          </p:cNvSpPr>
          <p:nvPr>
            <p:ph type="dt" idx="6"/>
          </p:nvPr>
        </p:nvSpPr>
        <p:spPr>
          <a:xfrm>
            <a:off x="609480" y="6502320"/>
            <a:ext cx="2843280" cy="219600"/>
          </a:xfrm>
          <a:prstGeom prst="rect">
            <a:avLst/>
          </a:prstGeom>
          <a:noFill/>
          <a:ln w="0">
            <a:noFill/>
          </a:ln>
        </p:spPr>
        <p:txBody>
          <a:bodyPr lIns="99720" rIns="99720" tIns="49680" bIns="49680" anchor="ctr">
            <a:noAutofit/>
          </a:bodyPr>
          <a:lstStyle>
            <a:lvl1pPr indent="0">
              <a:buNone/>
              <a:defRPr b="0" lang="fr-FR" sz="1400" spc="-1" strike="noStrike">
                <a:latin typeface="Times New Roman"/>
              </a:defRPr>
            </a:lvl1pPr>
          </a:lstStyle>
          <a:p>
            <a:pPr indent="0">
              <a:buNone/>
            </a:pPr>
            <a:r>
              <a:rPr b="0" lang="fr-FR" sz="1400" spc="-1" strike="noStrike">
                <a:latin typeface="Times New Roman"/>
              </a:rPr>
              <a:t>&lt;date/heure&gt;</a:t>
            </a:r>
            <a:endParaRPr b="0" lang="fr-FR" sz="1400" spc="-1" strike="noStrike">
              <a:latin typeface="Times New Roman"/>
            </a:endParaRPr>
          </a:p>
        </p:txBody>
      </p:sp>
      <p:sp>
        <p:nvSpPr>
          <p:cNvPr id="46" name="PlaceHolder 4"/>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r>
              <a:rPr b="0" lang="fr-FR" sz="4400" spc="-1" strike="noStrike">
                <a:latin typeface="Arial"/>
              </a:rPr>
              <a:t>Cliquez pour éditer le format du texte-titre</a:t>
            </a:r>
            <a:endParaRPr b="0" lang="fr-FR" sz="4400" spc="-1" strike="noStrike">
              <a:latin typeface="Arial"/>
            </a:endParaRPr>
          </a:p>
        </p:txBody>
      </p:sp>
      <p:sp>
        <p:nvSpPr>
          <p:cNvPr id="47" name="PlaceHolder 5"/>
          <p:cNvSpPr>
            <a:spLocks noGrp="1"/>
          </p:cNvSpPr>
          <p:nvPr>
            <p:ph type="body"/>
          </p:nvPr>
        </p:nvSpPr>
        <p:spPr>
          <a:xfrm>
            <a:off x="609480" y="1604880"/>
            <a:ext cx="10970640" cy="3978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latin typeface="Arial"/>
              </a:rPr>
              <a:t>Cliquez pour éditer le format du plan de texte</a:t>
            </a:r>
            <a:endParaRPr b="0" lang="fr-FR" sz="3200" spc="-1" strike="noStrike">
              <a:latin typeface="Arial"/>
            </a:endParaRPr>
          </a:p>
          <a:p>
            <a:pPr lvl="1" marL="864000" indent="-324000">
              <a:spcBef>
                <a:spcPts val="1134"/>
              </a:spcBef>
              <a:buClr>
                <a:srgbClr val="000000"/>
              </a:buClr>
              <a:buSzPct val="75000"/>
              <a:buFont typeface="Symbol" charset="2"/>
              <a:buChar char=""/>
            </a:pPr>
            <a:r>
              <a:rPr b="0" lang="fr-FR" sz="2800" spc="-1" strike="noStrike">
                <a:latin typeface="Arial"/>
              </a:rPr>
              <a:t>Second niveau de plan</a:t>
            </a:r>
            <a:endParaRPr b="0" lang="fr-FR" sz="2800" spc="-1" strike="noStrike">
              <a:latin typeface="Arial"/>
            </a:endParaRPr>
          </a:p>
          <a:p>
            <a:pPr lvl="2" marL="1296000" indent="-288000">
              <a:spcBef>
                <a:spcPts val="850"/>
              </a:spcBef>
              <a:buClr>
                <a:srgbClr val="000000"/>
              </a:buClr>
              <a:buSzPct val="45000"/>
              <a:buFont typeface="Wingdings" charset="2"/>
              <a:buChar char=""/>
            </a:pPr>
            <a:r>
              <a:rPr b="0" lang="fr-FR" sz="2400" spc="-1" strike="noStrike">
                <a:latin typeface="Arial"/>
              </a:rPr>
              <a:t>Troisième niveau de plan</a:t>
            </a:r>
            <a:endParaRPr b="0" lang="fr-FR" sz="2400" spc="-1" strike="noStrike">
              <a:latin typeface="Arial"/>
            </a:endParaRPr>
          </a:p>
          <a:p>
            <a:pPr lvl="3" marL="1728000" indent="-216000">
              <a:spcBef>
                <a:spcPts val="567"/>
              </a:spcBef>
              <a:buClr>
                <a:srgbClr val="000000"/>
              </a:buClr>
              <a:buSzPct val="75000"/>
              <a:buFont typeface="Symbol" charset="2"/>
              <a:buChar char=""/>
            </a:pPr>
            <a:r>
              <a:rPr b="0" lang="fr-FR" sz="2000" spc="-1" strike="noStrike">
                <a:latin typeface="Arial"/>
              </a:rPr>
              <a:t>Quatrième niveau de plan</a:t>
            </a:r>
            <a:endParaRPr b="0" lang="fr-FR" sz="2000" spc="-1" strike="noStrike">
              <a:latin typeface="Arial"/>
            </a:endParaRPr>
          </a:p>
          <a:p>
            <a:pPr lvl="4" marL="2160000" indent="-216000">
              <a:spcBef>
                <a:spcPts val="283"/>
              </a:spcBef>
              <a:buClr>
                <a:srgbClr val="000000"/>
              </a:buClr>
              <a:buSzPct val="45000"/>
              <a:buFont typeface="Wingdings" charset="2"/>
              <a:buChar char=""/>
            </a:pPr>
            <a:r>
              <a:rPr b="0" lang="fr-FR" sz="2000" spc="-1" strike="noStrike">
                <a:latin typeface="Arial"/>
              </a:rPr>
              <a:t>Cinquième niveau de plan</a:t>
            </a:r>
            <a:endParaRPr b="0" lang="fr-FR" sz="2000" spc="-1" strike="noStrike">
              <a:latin typeface="Arial"/>
            </a:endParaRPr>
          </a:p>
          <a:p>
            <a:pPr lvl="5" marL="2592000" indent="-216000">
              <a:spcBef>
                <a:spcPts val="283"/>
              </a:spcBef>
              <a:buClr>
                <a:srgbClr val="000000"/>
              </a:buClr>
              <a:buSzPct val="45000"/>
              <a:buFont typeface="Wingdings" charset="2"/>
              <a:buChar char=""/>
            </a:pPr>
            <a:r>
              <a:rPr b="0" lang="fr-FR" sz="2000" spc="-1" strike="noStrike">
                <a:latin typeface="Arial"/>
              </a:rPr>
              <a:t>Sixième niveau de plan</a:t>
            </a:r>
            <a:endParaRPr b="0" lang="fr-FR" sz="2000" spc="-1" strike="noStrike">
              <a:latin typeface="Arial"/>
            </a:endParaRPr>
          </a:p>
          <a:p>
            <a:pPr lvl="6" marL="3024000" indent="-216000">
              <a:spcBef>
                <a:spcPts val="283"/>
              </a:spcBef>
              <a:buClr>
                <a:srgbClr val="000000"/>
              </a:buClr>
              <a:buSzPct val="45000"/>
              <a:buFont typeface="Wingdings" charset="2"/>
              <a:buChar char=""/>
            </a:pPr>
            <a:r>
              <a:rPr b="0" lang="fr-FR" sz="2000" spc="-1" strike="noStrike">
                <a:latin typeface="Arial"/>
              </a:rPr>
              <a:t>Septième niveau de plan</a:t>
            </a:r>
            <a:endParaRPr b="0" lang="fr-FR"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4" name="그림 5" descr=""/>
          <p:cNvPicPr/>
          <p:nvPr/>
        </p:nvPicPr>
        <p:blipFill>
          <a:blip r:embed="rId2"/>
          <a:stretch/>
        </p:blipFill>
        <p:spPr>
          <a:xfrm>
            <a:off x="0" y="1080"/>
            <a:ext cx="12189240" cy="6856200"/>
          </a:xfrm>
          <a:prstGeom prst="rect">
            <a:avLst/>
          </a:prstGeom>
          <a:ln w="0">
            <a:noFill/>
          </a:ln>
        </p:spPr>
      </p:pic>
      <p:sp>
        <p:nvSpPr>
          <p:cNvPr id="85" name="PlaceHolder 1"/>
          <p:cNvSpPr>
            <a:spLocks noGrp="1"/>
          </p:cNvSpPr>
          <p:nvPr>
            <p:ph type="ftr" idx="7"/>
          </p:nvPr>
        </p:nvSpPr>
        <p:spPr>
          <a:xfrm>
            <a:off x="4165200" y="6431040"/>
            <a:ext cx="3859200" cy="291240"/>
          </a:xfrm>
          <a:prstGeom prst="rect">
            <a:avLst/>
          </a:prstGeom>
          <a:noFill/>
          <a:ln w="0">
            <a:noFill/>
          </a:ln>
        </p:spPr>
        <p:txBody>
          <a:bodyPr lIns="99720" rIns="99720" tIns="49680" bIns="49680" anchor="ctr">
            <a:noAutofit/>
          </a:bodyPr>
          <a:lstStyle>
            <a:lvl1pPr indent="0" algn="ctr">
              <a:lnSpc>
                <a:spcPct val="100000"/>
              </a:lnSpc>
              <a:buNone/>
              <a:tabLst>
                <a:tab algn="l" pos="0"/>
              </a:tabLst>
              <a:defRPr b="0" lang="fr-FR" sz="1400" spc="-1" strike="noStrike">
                <a:solidFill>
                  <a:srgbClr val="000000"/>
                </a:solidFill>
                <a:latin typeface="Times New Roman"/>
                <a:ea typeface="DejaVu Sans"/>
              </a:defRPr>
            </a:lvl1pPr>
          </a:lstStyle>
          <a:p>
            <a:pPr indent="0" algn="ctr">
              <a:lnSpc>
                <a:spcPct val="100000"/>
              </a:lnSpc>
              <a:buNone/>
              <a:tabLst>
                <a:tab algn="l" pos="0"/>
              </a:tabLst>
            </a:pPr>
            <a:r>
              <a:rPr b="0" lang="fr-FR" sz="1400" spc="-1" strike="noStrike">
                <a:solidFill>
                  <a:srgbClr val="000000"/>
                </a:solidFill>
                <a:latin typeface="Times New Roman"/>
                <a:ea typeface="DejaVu Sans"/>
              </a:rPr>
              <a:t>&lt;pied de page&gt;</a:t>
            </a:r>
            <a:endParaRPr b="0" lang="fr-FR" sz="1400" spc="-1" strike="noStrike">
              <a:latin typeface="Times New Roman"/>
            </a:endParaRPr>
          </a:p>
        </p:txBody>
      </p:sp>
      <p:sp>
        <p:nvSpPr>
          <p:cNvPr id="86" name="PlaceHolder 2"/>
          <p:cNvSpPr>
            <a:spLocks noGrp="1"/>
          </p:cNvSpPr>
          <p:nvPr>
            <p:ph type="sldNum" idx="8"/>
          </p:nvPr>
        </p:nvSpPr>
        <p:spPr>
          <a:xfrm>
            <a:off x="8736480" y="6431040"/>
            <a:ext cx="2843280" cy="291240"/>
          </a:xfrm>
          <a:prstGeom prst="rect">
            <a:avLst/>
          </a:prstGeom>
          <a:noFill/>
          <a:ln w="0">
            <a:noFill/>
          </a:ln>
        </p:spPr>
        <p:txBody>
          <a:bodyPr lIns="99720" rIns="99720" tIns="49680" bIns="49680" anchor="ctr">
            <a:noAutofit/>
          </a:bodyPr>
          <a:lstStyle>
            <a:lvl1pPr indent="0" algn="r">
              <a:lnSpc>
                <a:spcPct val="100000"/>
              </a:lnSpc>
              <a:buNone/>
              <a:tabLst>
                <a:tab algn="l" pos="0"/>
              </a:tabLst>
              <a:defRPr b="0" lang="fr-FR" sz="1300" spc="-1" strike="noStrike">
                <a:solidFill>
                  <a:srgbClr val="8b8b8b"/>
                </a:solidFill>
                <a:latin typeface="Calibri"/>
                <a:ea typeface="맑은 고딕"/>
              </a:defRPr>
            </a:lvl1pPr>
          </a:lstStyle>
          <a:p>
            <a:pPr indent="0" algn="r">
              <a:lnSpc>
                <a:spcPct val="100000"/>
              </a:lnSpc>
              <a:buNone/>
              <a:tabLst>
                <a:tab algn="l" pos="0"/>
              </a:tabLst>
            </a:pPr>
            <a:fld id="{F61294E6-550F-4CBE-99E9-9A40CA30C121}" type="slidenum">
              <a:rPr b="0" lang="fr-FR" sz="1300" spc="-1" strike="noStrike">
                <a:solidFill>
                  <a:srgbClr val="8b8b8b"/>
                </a:solidFill>
                <a:latin typeface="Calibri"/>
                <a:ea typeface="맑은 고딕"/>
              </a:rPr>
              <a:t>&lt;numéro&gt;</a:t>
            </a:fld>
            <a:endParaRPr b="0" lang="fr-FR" sz="1300" spc="-1" strike="noStrike">
              <a:latin typeface="Times New Roman"/>
            </a:endParaRPr>
          </a:p>
        </p:txBody>
      </p:sp>
      <p:sp>
        <p:nvSpPr>
          <p:cNvPr id="87" name="PlaceHolder 3"/>
          <p:cNvSpPr>
            <a:spLocks noGrp="1"/>
          </p:cNvSpPr>
          <p:nvPr>
            <p:ph type="dt" idx="9"/>
          </p:nvPr>
        </p:nvSpPr>
        <p:spPr>
          <a:xfrm>
            <a:off x="609480" y="6431040"/>
            <a:ext cx="2843280" cy="291240"/>
          </a:xfrm>
          <a:prstGeom prst="rect">
            <a:avLst/>
          </a:prstGeom>
          <a:noFill/>
          <a:ln w="0">
            <a:noFill/>
          </a:ln>
        </p:spPr>
        <p:txBody>
          <a:bodyPr lIns="99720" rIns="99720" tIns="49680" bIns="49680" anchor="ctr">
            <a:noAutofit/>
          </a:bodyPr>
          <a:lstStyle>
            <a:lvl1pPr indent="0">
              <a:buNone/>
              <a:defRPr b="0" lang="fr-FR" sz="1400" spc="-1" strike="noStrike">
                <a:latin typeface="Times New Roman"/>
              </a:defRPr>
            </a:lvl1pPr>
          </a:lstStyle>
          <a:p>
            <a:pPr indent="0">
              <a:buNone/>
            </a:pPr>
            <a:r>
              <a:rPr b="0" lang="fr-FR" sz="1400" spc="-1" strike="noStrike">
                <a:latin typeface="Times New Roman"/>
              </a:rPr>
              <a:t>&lt;date/heure&gt;</a:t>
            </a:r>
            <a:endParaRPr b="0" lang="fr-FR" sz="1400" spc="-1" strike="noStrike">
              <a:latin typeface="Times New Roman"/>
            </a:endParaRPr>
          </a:p>
        </p:txBody>
      </p:sp>
      <p:sp>
        <p:nvSpPr>
          <p:cNvPr id="88" name="PlaceHolder 4"/>
          <p:cNvSpPr>
            <a:spLocks noGrp="1"/>
          </p:cNvSpPr>
          <p:nvPr>
            <p:ph type="title"/>
          </p:nvPr>
        </p:nvSpPr>
        <p:spPr>
          <a:xfrm>
            <a:off x="609480" y="273600"/>
            <a:ext cx="10970640" cy="1145160"/>
          </a:xfrm>
          <a:prstGeom prst="rect">
            <a:avLst/>
          </a:prstGeom>
          <a:noFill/>
          <a:ln w="0">
            <a:noFill/>
          </a:ln>
        </p:spPr>
        <p:txBody>
          <a:bodyPr lIns="0" rIns="0" tIns="0" bIns="0" anchor="ctr">
            <a:noAutofit/>
          </a:bodyPr>
          <a:p>
            <a:pPr indent="0" algn="ctr">
              <a:buNone/>
            </a:pPr>
            <a:r>
              <a:rPr b="0" lang="fr-FR" sz="4400" spc="-1" strike="noStrike">
                <a:latin typeface="Arial"/>
              </a:rPr>
              <a:t>Cliquez pour éditer le format du texte-titre</a:t>
            </a:r>
            <a:endParaRPr b="0" lang="fr-FR" sz="4400" spc="-1" strike="noStrike">
              <a:latin typeface="Arial"/>
            </a:endParaRPr>
          </a:p>
        </p:txBody>
      </p:sp>
      <p:sp>
        <p:nvSpPr>
          <p:cNvPr id="89" name="PlaceHolder 5"/>
          <p:cNvSpPr>
            <a:spLocks noGrp="1"/>
          </p:cNvSpPr>
          <p:nvPr>
            <p:ph type="body"/>
          </p:nvPr>
        </p:nvSpPr>
        <p:spPr>
          <a:xfrm>
            <a:off x="609480" y="1604880"/>
            <a:ext cx="10970640" cy="3978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latin typeface="Arial"/>
              </a:rPr>
              <a:t>Cliquez pour éditer le format du plan de texte</a:t>
            </a:r>
            <a:endParaRPr b="0" lang="fr-FR" sz="3200" spc="-1" strike="noStrike">
              <a:latin typeface="Arial"/>
            </a:endParaRPr>
          </a:p>
          <a:p>
            <a:pPr lvl="1" marL="864000" indent="-324000">
              <a:spcBef>
                <a:spcPts val="1134"/>
              </a:spcBef>
              <a:buClr>
                <a:srgbClr val="000000"/>
              </a:buClr>
              <a:buSzPct val="75000"/>
              <a:buFont typeface="Symbol" charset="2"/>
              <a:buChar char=""/>
            </a:pPr>
            <a:r>
              <a:rPr b="0" lang="fr-FR" sz="2800" spc="-1" strike="noStrike">
                <a:latin typeface="Arial"/>
              </a:rPr>
              <a:t>Second niveau de plan</a:t>
            </a:r>
            <a:endParaRPr b="0" lang="fr-FR" sz="2800" spc="-1" strike="noStrike">
              <a:latin typeface="Arial"/>
            </a:endParaRPr>
          </a:p>
          <a:p>
            <a:pPr lvl="2" marL="1296000" indent="-288000">
              <a:spcBef>
                <a:spcPts val="850"/>
              </a:spcBef>
              <a:buClr>
                <a:srgbClr val="000000"/>
              </a:buClr>
              <a:buSzPct val="45000"/>
              <a:buFont typeface="Wingdings" charset="2"/>
              <a:buChar char=""/>
            </a:pPr>
            <a:r>
              <a:rPr b="0" lang="fr-FR" sz="2400" spc="-1" strike="noStrike">
                <a:latin typeface="Arial"/>
              </a:rPr>
              <a:t>Troisième niveau de plan</a:t>
            </a:r>
            <a:endParaRPr b="0" lang="fr-FR" sz="2400" spc="-1" strike="noStrike">
              <a:latin typeface="Arial"/>
            </a:endParaRPr>
          </a:p>
          <a:p>
            <a:pPr lvl="3" marL="1728000" indent="-216000">
              <a:spcBef>
                <a:spcPts val="567"/>
              </a:spcBef>
              <a:buClr>
                <a:srgbClr val="000000"/>
              </a:buClr>
              <a:buSzPct val="75000"/>
              <a:buFont typeface="Symbol" charset="2"/>
              <a:buChar char=""/>
            </a:pPr>
            <a:r>
              <a:rPr b="0" lang="fr-FR" sz="2000" spc="-1" strike="noStrike">
                <a:latin typeface="Arial"/>
              </a:rPr>
              <a:t>Quatrième niveau de plan</a:t>
            </a:r>
            <a:endParaRPr b="0" lang="fr-FR" sz="2000" spc="-1" strike="noStrike">
              <a:latin typeface="Arial"/>
            </a:endParaRPr>
          </a:p>
          <a:p>
            <a:pPr lvl="4" marL="2160000" indent="-216000">
              <a:spcBef>
                <a:spcPts val="283"/>
              </a:spcBef>
              <a:buClr>
                <a:srgbClr val="000000"/>
              </a:buClr>
              <a:buSzPct val="45000"/>
              <a:buFont typeface="Wingdings" charset="2"/>
              <a:buChar char=""/>
            </a:pPr>
            <a:r>
              <a:rPr b="0" lang="fr-FR" sz="2000" spc="-1" strike="noStrike">
                <a:latin typeface="Arial"/>
              </a:rPr>
              <a:t>Cinquième niveau de plan</a:t>
            </a:r>
            <a:endParaRPr b="0" lang="fr-FR" sz="2000" spc="-1" strike="noStrike">
              <a:latin typeface="Arial"/>
            </a:endParaRPr>
          </a:p>
          <a:p>
            <a:pPr lvl="5" marL="2592000" indent="-216000">
              <a:spcBef>
                <a:spcPts val="283"/>
              </a:spcBef>
              <a:buClr>
                <a:srgbClr val="000000"/>
              </a:buClr>
              <a:buSzPct val="45000"/>
              <a:buFont typeface="Wingdings" charset="2"/>
              <a:buChar char=""/>
            </a:pPr>
            <a:r>
              <a:rPr b="0" lang="fr-FR" sz="2000" spc="-1" strike="noStrike">
                <a:latin typeface="Arial"/>
              </a:rPr>
              <a:t>Sixième niveau de plan</a:t>
            </a:r>
            <a:endParaRPr b="0" lang="fr-FR" sz="2000" spc="-1" strike="noStrike">
              <a:latin typeface="Arial"/>
            </a:endParaRPr>
          </a:p>
          <a:p>
            <a:pPr lvl="6" marL="3024000" indent="-216000">
              <a:spcBef>
                <a:spcPts val="283"/>
              </a:spcBef>
              <a:buClr>
                <a:srgbClr val="000000"/>
              </a:buClr>
              <a:buSzPct val="45000"/>
              <a:buFont typeface="Wingdings" charset="2"/>
              <a:buChar char=""/>
            </a:pPr>
            <a:r>
              <a:rPr b="0" lang="fr-FR" sz="2000" spc="-1" strike="noStrike">
                <a:latin typeface="Arial"/>
              </a:rPr>
              <a:t>Septième niveau de plan</a:t>
            </a:r>
            <a:endParaRPr b="0" lang="fr-FR"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ubTitle"/>
          </p:nvPr>
        </p:nvSpPr>
        <p:spPr>
          <a:xfrm>
            <a:off x="6743160" y="2051640"/>
            <a:ext cx="5136120" cy="790920"/>
          </a:xfrm>
          <a:prstGeom prst="rect">
            <a:avLst/>
          </a:prstGeom>
          <a:noFill/>
          <a:ln w="9360">
            <a:noFill/>
          </a:ln>
        </p:spPr>
        <p:txBody>
          <a:bodyPr numCol="1" spcCol="0" lIns="99720" rIns="99720" tIns="49680" bIns="49680" anchor="t">
            <a:noAutofit/>
          </a:bodyPr>
          <a:p>
            <a:pPr marL="228600" indent="-228600" algn="ctr">
              <a:lnSpc>
                <a:spcPct val="90000"/>
              </a:lnSpc>
              <a:spcBef>
                <a:spcPts val="1001"/>
              </a:spcBef>
              <a:buClr>
                <a:srgbClr val="bddaea"/>
              </a:buClr>
              <a:buFont typeface="Arial"/>
              <a:buChar char="•"/>
              <a:tabLst>
                <a:tab algn="l" pos="0"/>
              </a:tabLst>
            </a:pPr>
            <a:r>
              <a:rPr b="0" lang="en-US" sz="2200" spc="-1" strike="noStrike">
                <a:solidFill>
                  <a:srgbClr val="bddaea"/>
                </a:solidFill>
                <a:latin typeface="Calibri"/>
                <a:ea typeface="맑은 고딕"/>
              </a:rPr>
              <a:t>OpenClassrooms Formation IA Engineer</a:t>
            </a:r>
            <a:endParaRPr b="0" lang="fr-FR" sz="2200" spc="-1" strike="noStrike">
              <a:latin typeface="Arial"/>
            </a:endParaRPr>
          </a:p>
        </p:txBody>
      </p:sp>
      <p:sp>
        <p:nvSpPr>
          <p:cNvPr id="133" name="PlaceHolder 2"/>
          <p:cNvSpPr>
            <a:spLocks noGrp="1"/>
          </p:cNvSpPr>
          <p:nvPr>
            <p:ph type="title"/>
          </p:nvPr>
        </p:nvSpPr>
        <p:spPr>
          <a:xfrm>
            <a:off x="7020000" y="2772000"/>
            <a:ext cx="4679280" cy="1871280"/>
          </a:xfrm>
          <a:prstGeom prst="rect">
            <a:avLst/>
          </a:prstGeom>
          <a:noFill/>
          <a:ln w="9360">
            <a:noFill/>
          </a:ln>
        </p:spPr>
        <p:txBody>
          <a:bodyPr numCol="1" spcCol="0" lIns="99720" rIns="99720" tIns="49680" bIns="49680" anchor="t">
            <a:noAutofit/>
          </a:bodyPr>
          <a:p>
            <a:pPr indent="0" algn="ctr">
              <a:lnSpc>
                <a:spcPct val="100000"/>
              </a:lnSpc>
              <a:buNone/>
              <a:tabLst>
                <a:tab algn="l" pos="0"/>
              </a:tabLst>
            </a:pPr>
            <a:r>
              <a:rPr b="0" lang="en-US" sz="5800" spc="-1" strike="noStrike">
                <a:solidFill>
                  <a:srgbClr val="ff6100"/>
                </a:solidFill>
                <a:latin typeface="Calibri"/>
                <a:ea typeface="맑은 고딕"/>
              </a:rPr>
              <a:t>PROJET 12 :</a:t>
            </a:r>
            <a:br>
              <a:rPr sz="5800"/>
            </a:br>
            <a:r>
              <a:rPr b="0" lang="en-US" sz="800" spc="-1" strike="noStrike">
                <a:solidFill>
                  <a:srgbClr val="ff6100"/>
                </a:solidFill>
                <a:latin typeface="Calibri"/>
                <a:ea typeface="맑은 고딕"/>
              </a:rPr>
              <a:t> </a:t>
            </a:r>
            <a:r>
              <a:rPr b="0" lang="en-US" sz="1400" spc="-1" strike="noStrike">
                <a:solidFill>
                  <a:srgbClr val="ff6100"/>
                </a:solidFill>
                <a:latin typeface="Calibri"/>
                <a:ea typeface="맑은 고딕"/>
              </a:rPr>
              <a:t> </a:t>
            </a:r>
            <a:br>
              <a:rPr sz="5800"/>
            </a:br>
            <a:r>
              <a:rPr b="0" lang="en-US" sz="4000" spc="-1" strike="noStrike">
                <a:solidFill>
                  <a:srgbClr val="ff6100"/>
                </a:solidFill>
                <a:latin typeface="Calibri"/>
                <a:ea typeface="맑은 고딕"/>
              </a:rPr>
              <a:t>Réalisez le cadrage d’un projet IA</a:t>
            </a:r>
            <a:endParaRPr b="0" lang="fr-FR" sz="40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Point clés</a:t>
            </a:r>
            <a:endParaRPr b="0" lang="fr-FR" sz="4000" spc="-1" strike="noStrike">
              <a:latin typeface="Arial"/>
            </a:endParaRPr>
          </a:p>
        </p:txBody>
      </p:sp>
      <p:sp>
        <p:nvSpPr>
          <p:cNvPr id="135" name="PlaceHolder 2"/>
          <p:cNvSpPr>
            <a:spLocks noGrp="1"/>
          </p:cNvSpPr>
          <p:nvPr>
            <p:ph/>
          </p:nvPr>
        </p:nvSpPr>
        <p:spPr>
          <a:xfrm>
            <a:off x="180000" y="1260000"/>
            <a:ext cx="11879280" cy="5533560"/>
          </a:xfrm>
          <a:prstGeom prst="rect">
            <a:avLst/>
          </a:prstGeom>
          <a:noFill/>
          <a:ln w="0">
            <a:noFill/>
          </a:ln>
        </p:spPr>
        <p:txBody>
          <a:bodyPr lIns="99720" rIns="99720" tIns="49680" bIns="49680" anchor="t">
            <a:noAutofit/>
          </a:bodyPr>
          <a:p>
            <a:pPr marL="228600" indent="0">
              <a:lnSpc>
                <a:spcPct val="100000"/>
              </a:lnSpc>
              <a:spcBef>
                <a:spcPts val="400"/>
              </a:spcBef>
              <a:buNone/>
              <a:tabLst>
                <a:tab algn="l" pos="0"/>
              </a:tabLst>
            </a:pPr>
            <a:r>
              <a:rPr b="1" lang="en-US" sz="2000" spc="-1" strike="noStrike" u="sng">
                <a:solidFill>
                  <a:srgbClr val="0d0d0d"/>
                </a:solidFill>
                <a:uFillTx/>
                <a:latin typeface="Calibri"/>
                <a:ea typeface="맑은 고딕"/>
              </a:rPr>
              <a:t>Contexte </a:t>
            </a:r>
            <a:r>
              <a:rPr b="0" lang="en-US" sz="2000" spc="-1" strike="noStrike">
                <a:solidFill>
                  <a:srgbClr val="0d0d0d"/>
                </a:solidFill>
                <a:latin typeface="Calibri"/>
                <a:ea typeface="맑은 고딕"/>
              </a:rPr>
              <a:t>: </a:t>
            </a:r>
            <a:endParaRPr b="0" lang="fr-FR" sz="2000" spc="-1" strike="noStrike">
              <a:latin typeface="Arial"/>
            </a:endParaRPr>
          </a:p>
          <a:p>
            <a:pPr marL="228600" indent="0">
              <a:lnSpc>
                <a:spcPct val="100000"/>
              </a:lnSpc>
              <a:spcBef>
                <a:spcPts val="400"/>
              </a:spcBef>
              <a:buNone/>
              <a:tabLst>
                <a:tab algn="l" pos="0"/>
              </a:tabLst>
            </a:pPr>
            <a:r>
              <a:rPr b="0" lang="en-US" sz="1800" spc="-1" strike="noStrike">
                <a:solidFill>
                  <a:srgbClr val="0d0d0d"/>
                </a:solidFill>
                <a:latin typeface="Calibri"/>
                <a:ea typeface="맑은 고딕"/>
              </a:rPr>
              <a:t>Développement une application de recommandations personnalisées et visualisables sur les photos utilisateurs.</a:t>
            </a:r>
            <a:endParaRPr b="0" lang="fr-FR" sz="1800" spc="-1" strike="noStrike">
              <a:latin typeface="Arial"/>
            </a:endParaRPr>
          </a:p>
          <a:p>
            <a:pPr marL="228600" indent="0">
              <a:lnSpc>
                <a:spcPct val="100000"/>
              </a:lnSpc>
              <a:spcBef>
                <a:spcPts val="400"/>
              </a:spcBef>
              <a:buNone/>
              <a:tabLst>
                <a:tab algn="l" pos="0"/>
              </a:tabLst>
            </a:pPr>
            <a:endParaRPr b="0" lang="fr-FR" sz="1200" spc="-1" strike="noStrike">
              <a:latin typeface="Arial"/>
            </a:endParaRPr>
          </a:p>
          <a:p>
            <a:pPr marL="228600" indent="0">
              <a:lnSpc>
                <a:spcPct val="100000"/>
              </a:lnSpc>
              <a:spcBef>
                <a:spcPts val="400"/>
              </a:spcBef>
              <a:buNone/>
              <a:tabLst>
                <a:tab algn="l" pos="0"/>
              </a:tabLst>
            </a:pPr>
            <a:r>
              <a:rPr b="1" lang="en-US" sz="2000" spc="-1" strike="noStrike" u="sng">
                <a:solidFill>
                  <a:srgbClr val="0d0d0d"/>
                </a:solidFill>
                <a:uFillTx/>
                <a:latin typeface="Calibri"/>
                <a:ea typeface="맑은 고딕"/>
              </a:rPr>
              <a:t>Objectif </a:t>
            </a:r>
            <a:r>
              <a:rPr b="0" lang="en-US" sz="2000" spc="-1" strike="noStrike">
                <a:solidFill>
                  <a:srgbClr val="0d0d0d"/>
                </a:solidFill>
                <a:latin typeface="Calibri"/>
                <a:ea typeface="맑은 고딕"/>
              </a:rPr>
              <a:t>: </a:t>
            </a:r>
            <a:endParaRPr b="0" lang="fr-FR" sz="2000" spc="-1" strike="noStrike">
              <a:latin typeface="Arial"/>
            </a:endParaRPr>
          </a:p>
          <a:p>
            <a:pPr marL="228600" indent="0">
              <a:lnSpc>
                <a:spcPct val="100000"/>
              </a:lnSpc>
              <a:spcBef>
                <a:spcPts val="400"/>
              </a:spcBef>
              <a:buNone/>
              <a:tabLst>
                <a:tab algn="l" pos="0"/>
              </a:tabLst>
            </a:pPr>
            <a:r>
              <a:rPr b="0" lang="en-US" sz="1800" spc="-1" strike="noStrike">
                <a:solidFill>
                  <a:srgbClr val="0d0d0d"/>
                </a:solidFill>
                <a:latin typeface="Calibri"/>
                <a:ea typeface="맑은 고딕"/>
              </a:rPr>
              <a:t>Augmentation des ventes et amélioration de l’image de marque via cette innovation.</a:t>
            </a:r>
            <a:endParaRPr b="0" lang="fr-FR" sz="1800" spc="-1" strike="noStrike">
              <a:latin typeface="Arial"/>
            </a:endParaRPr>
          </a:p>
          <a:p>
            <a:pPr marL="228600" indent="0">
              <a:lnSpc>
                <a:spcPct val="100000"/>
              </a:lnSpc>
              <a:spcBef>
                <a:spcPts val="400"/>
              </a:spcBef>
              <a:buNone/>
              <a:tabLst>
                <a:tab algn="l" pos="0"/>
              </a:tabLst>
            </a:pPr>
            <a:endParaRPr b="0" lang="fr-FR" sz="1200" spc="-1" strike="noStrike">
              <a:latin typeface="Arial"/>
            </a:endParaRPr>
          </a:p>
          <a:p>
            <a:pPr marL="228600" indent="0">
              <a:lnSpc>
                <a:spcPct val="100000"/>
              </a:lnSpc>
              <a:spcBef>
                <a:spcPts val="400"/>
              </a:spcBef>
              <a:buNone/>
              <a:tabLst>
                <a:tab algn="l" pos="0"/>
              </a:tabLst>
            </a:pPr>
            <a:r>
              <a:rPr b="1" lang="en-US" sz="2000" spc="-1" strike="noStrike" u="sng">
                <a:solidFill>
                  <a:srgbClr val="0d0d0d"/>
                </a:solidFill>
                <a:uFillTx/>
                <a:latin typeface="Calibri"/>
                <a:ea typeface="맑은 고딕"/>
              </a:rPr>
              <a:t>Equipe de développement</a:t>
            </a:r>
            <a:r>
              <a:rPr b="0" lang="en-US" sz="2000" spc="-1" strike="noStrike">
                <a:solidFill>
                  <a:srgbClr val="0d0d0d"/>
                </a:solidFill>
                <a:latin typeface="Calibri"/>
                <a:ea typeface="맑은 고딕"/>
              </a:rPr>
              <a:t> : </a:t>
            </a:r>
            <a:r>
              <a:rPr b="0" lang="en-US" sz="1800" spc="-1" strike="noStrike">
                <a:solidFill>
                  <a:srgbClr val="0d0d0d"/>
                </a:solidFill>
                <a:latin typeface="Calibri"/>
                <a:ea typeface="맑은 고딕"/>
              </a:rPr>
              <a:t>9 personnes pendant 12 semaines (méthode Agile SCRUM).</a:t>
            </a:r>
            <a:endParaRPr b="0" lang="fr-FR" sz="1800" spc="-1" strike="noStrike">
              <a:latin typeface="Arial"/>
            </a:endParaRPr>
          </a:p>
          <a:p>
            <a:pPr marL="228600" indent="0">
              <a:lnSpc>
                <a:spcPct val="100000"/>
              </a:lnSpc>
              <a:spcBef>
                <a:spcPts val="400"/>
              </a:spcBef>
              <a:buNone/>
              <a:tabLst>
                <a:tab algn="l" pos="0"/>
              </a:tabLst>
            </a:pPr>
            <a:endParaRPr b="0" lang="fr-FR" sz="2000" spc="-1" strike="noStrike">
              <a:latin typeface="Arial"/>
            </a:endParaRPr>
          </a:p>
          <a:p>
            <a:pPr marL="228600" indent="0">
              <a:lnSpc>
                <a:spcPct val="90000"/>
              </a:lnSpc>
              <a:spcBef>
                <a:spcPts val="400"/>
              </a:spcBef>
              <a:buNone/>
              <a:tabLst>
                <a:tab algn="l" pos="0"/>
              </a:tabLst>
            </a:pPr>
            <a:r>
              <a:rPr b="1" lang="en-US" sz="2000" spc="-1" strike="noStrike" u="sng">
                <a:solidFill>
                  <a:srgbClr val="0d0d0d"/>
                </a:solidFill>
                <a:uFillTx/>
                <a:latin typeface="Calibri"/>
                <a:ea typeface="맑은 고딕"/>
              </a:rPr>
              <a:t>Coûts :</a:t>
            </a:r>
            <a:r>
              <a:rPr b="0" lang="en-US" sz="2000" spc="-1" strike="noStrike">
                <a:solidFill>
                  <a:srgbClr val="0d0d0d"/>
                </a:solidFill>
                <a:latin typeface="Calibri"/>
                <a:ea typeface="맑은 고딕"/>
              </a:rPr>
              <a:t>  </a:t>
            </a:r>
            <a:r>
              <a:rPr b="0" lang="en-US" sz="1800" spc="-1" strike="noStrike">
                <a:solidFill>
                  <a:srgbClr val="0d0d0d"/>
                </a:solidFill>
                <a:latin typeface="Calibri"/>
                <a:ea typeface="맑은 고딕"/>
              </a:rPr>
              <a:t>70 k€ (initiaux) </a:t>
            </a:r>
            <a:r>
              <a:rPr b="0" lang="en-US" sz="1800" spc="-1" strike="noStrike">
                <a:solidFill>
                  <a:srgbClr val="0d0d0d"/>
                </a:solidFill>
                <a:latin typeface="Calibri"/>
                <a:ea typeface="DejaVu Sans"/>
              </a:rPr>
              <a:t>+ 5 k€ (en production/ trimestre).</a:t>
            </a:r>
            <a:endParaRPr b="0" lang="fr-FR" sz="1800" spc="-1" strike="noStrike">
              <a:latin typeface="Arial"/>
            </a:endParaRPr>
          </a:p>
          <a:p>
            <a:pPr marL="228600" indent="0">
              <a:lnSpc>
                <a:spcPct val="90000"/>
              </a:lnSpc>
              <a:spcBef>
                <a:spcPts val="400"/>
              </a:spcBef>
              <a:buNone/>
              <a:tabLst>
                <a:tab algn="l" pos="0"/>
              </a:tabLst>
            </a:pPr>
            <a:endParaRPr b="0" lang="fr-FR" sz="1200" spc="-1" strike="noStrike">
              <a:latin typeface="Arial"/>
            </a:endParaRPr>
          </a:p>
          <a:p>
            <a:pPr marL="228600" indent="0">
              <a:lnSpc>
                <a:spcPct val="90000"/>
              </a:lnSpc>
              <a:spcBef>
                <a:spcPts val="400"/>
              </a:spcBef>
              <a:buNone/>
              <a:tabLst>
                <a:tab algn="l" pos="0"/>
              </a:tabLst>
            </a:pPr>
            <a:r>
              <a:rPr b="1" lang="en-US" sz="2000" spc="-1" strike="noStrike" u="sng">
                <a:solidFill>
                  <a:srgbClr val="0d0d0d"/>
                </a:solidFill>
                <a:uFillTx/>
                <a:latin typeface="Calibri"/>
                <a:ea typeface="DejaVu Sans"/>
              </a:rPr>
              <a:t>Hypothèses de gains</a:t>
            </a:r>
            <a:r>
              <a:rPr b="1" lang="en-US" sz="2000" spc="-1" strike="noStrike">
                <a:solidFill>
                  <a:srgbClr val="0d0d0d"/>
                </a:solidFill>
                <a:latin typeface="Calibri"/>
                <a:ea typeface="DejaVu Sans"/>
              </a:rPr>
              <a:t> : </a:t>
            </a:r>
            <a:r>
              <a:rPr b="0" lang="en-US" sz="2000" spc="-1" strike="noStrike">
                <a:solidFill>
                  <a:srgbClr val="0d0d0d"/>
                </a:solidFill>
                <a:latin typeface="Calibri"/>
                <a:ea typeface="DejaVu Sans"/>
              </a:rPr>
              <a:t> </a:t>
            </a:r>
            <a:r>
              <a:rPr b="0" lang="en-US" sz="1800" spc="-1" strike="noStrike">
                <a:solidFill>
                  <a:srgbClr val="0d0d0d"/>
                </a:solidFill>
                <a:latin typeface="Calibri"/>
                <a:ea typeface="DejaVu Sans"/>
              </a:rPr>
              <a:t>+3% de commandes et +5% du montant du panier moyen.</a:t>
            </a:r>
            <a:endParaRPr b="0" lang="fr-FR" sz="1800" spc="-1" strike="noStrike">
              <a:latin typeface="Arial"/>
            </a:endParaRPr>
          </a:p>
          <a:p>
            <a:pPr marL="228600" indent="0">
              <a:lnSpc>
                <a:spcPct val="100000"/>
              </a:lnSpc>
              <a:spcBef>
                <a:spcPts val="400"/>
              </a:spcBef>
              <a:buNone/>
              <a:tabLst>
                <a:tab algn="l" pos="0"/>
              </a:tabLst>
            </a:pPr>
            <a:endParaRPr b="0" lang="fr-FR" sz="1800" spc="-1" strike="noStrike">
              <a:latin typeface="Arial"/>
            </a:endParaRPr>
          </a:p>
          <a:p>
            <a:pPr marL="228600" indent="0">
              <a:lnSpc>
                <a:spcPct val="90000"/>
              </a:lnSpc>
              <a:spcBef>
                <a:spcPts val="400"/>
              </a:spcBef>
              <a:buNone/>
              <a:tabLst>
                <a:tab algn="l" pos="0"/>
              </a:tabLst>
            </a:pPr>
            <a:r>
              <a:rPr b="1" lang="en-US" sz="2000" spc="-1" strike="noStrike" u="sng">
                <a:solidFill>
                  <a:srgbClr val="0d0d0d"/>
                </a:solidFill>
                <a:uFillTx/>
                <a:latin typeface="Calibri"/>
                <a:ea typeface="DejaVu Sans"/>
              </a:rPr>
              <a:t>Enjeux clés </a:t>
            </a:r>
            <a:r>
              <a:rPr b="0" lang="en-US" sz="2000" spc="-1" strike="noStrike">
                <a:solidFill>
                  <a:srgbClr val="0d0d0d"/>
                </a:solidFill>
                <a:latin typeface="Calibri"/>
                <a:ea typeface="맑은 고딕"/>
              </a:rPr>
              <a:t>: </a:t>
            </a:r>
            <a:r>
              <a:rPr b="0" lang="en-US" sz="1800" spc="-1" strike="noStrike">
                <a:solidFill>
                  <a:srgbClr val="0d0d0d"/>
                </a:solidFill>
                <a:latin typeface="Calibri"/>
                <a:ea typeface="맑은 고딕"/>
              </a:rPr>
              <a:t>- Données personnelles traitées → Vigilance élevée sur la RGPD </a:t>
            </a:r>
            <a:endParaRPr b="0" lang="fr-FR" sz="1800" spc="-1" strike="noStrike">
              <a:latin typeface="Arial"/>
            </a:endParaRPr>
          </a:p>
          <a:p>
            <a:pPr marL="228600" indent="0">
              <a:lnSpc>
                <a:spcPct val="90000"/>
              </a:lnSpc>
              <a:spcBef>
                <a:spcPts val="400"/>
              </a:spcBef>
              <a:buNone/>
              <a:tabLst>
                <a:tab algn="l" pos="0"/>
              </a:tabLst>
            </a:pPr>
            <a:r>
              <a:rPr b="0" lang="en-US" sz="1800" spc="-1" strike="noStrike">
                <a:solidFill>
                  <a:srgbClr val="0d0d0d"/>
                </a:solidFill>
                <a:latin typeface="Calibri"/>
                <a:ea typeface="맑은 고딕"/>
              </a:rPr>
              <a:t>                          </a:t>
            </a:r>
            <a:r>
              <a:rPr b="0" lang="en-US" sz="1800" spc="-1" strike="noStrike">
                <a:solidFill>
                  <a:srgbClr val="0d0d0d"/>
                </a:solidFill>
                <a:latin typeface="Calibri"/>
                <a:ea typeface="맑은 고딕"/>
              </a:rPr>
              <a:t>- Biais IA éventuels → Vigilance lors des phases d’entrainements et de tests des modèles IA</a:t>
            </a:r>
            <a:endParaRPr b="0" lang="fr-FR" sz="1800" spc="-1" strike="noStrike">
              <a:latin typeface="Arial"/>
            </a:endParaRPr>
          </a:p>
          <a:p>
            <a:pPr marL="228600" indent="0">
              <a:lnSpc>
                <a:spcPct val="90000"/>
              </a:lnSpc>
              <a:spcBef>
                <a:spcPts val="400"/>
              </a:spcBef>
              <a:buNone/>
              <a:tabLst>
                <a:tab algn="l" pos="0"/>
              </a:tabLst>
            </a:pPr>
            <a:r>
              <a:rPr b="0" lang="en-US" sz="1800" spc="-1" strike="noStrike">
                <a:solidFill>
                  <a:srgbClr val="0d0d0d"/>
                </a:solidFill>
                <a:latin typeface="Calibri"/>
                <a:ea typeface="맑은 고딕"/>
              </a:rPr>
              <a:t>                          </a:t>
            </a:r>
            <a:r>
              <a:rPr b="0" lang="en-US" sz="1800" spc="-1" strike="noStrike">
                <a:solidFill>
                  <a:srgbClr val="0d0d0d"/>
                </a:solidFill>
                <a:latin typeface="Calibri"/>
                <a:ea typeface="맑은 고딕"/>
              </a:rPr>
              <a:t>- Analyse de risques avec plan de prévention complet effectué.</a:t>
            </a:r>
            <a:endParaRPr b="0" lang="fr-FR" sz="1800" spc="-1" strike="noStrike">
              <a:latin typeface="Arial"/>
            </a:endParaRPr>
          </a:p>
          <a:p>
            <a:pPr marL="228600" indent="0">
              <a:lnSpc>
                <a:spcPct val="90000"/>
              </a:lnSpc>
              <a:spcBef>
                <a:spcPts val="400"/>
              </a:spcBef>
              <a:buNone/>
              <a:tabLst>
                <a:tab algn="l" pos="0"/>
              </a:tabLst>
            </a:pPr>
            <a:endParaRPr b="0" lang="fr-FR" sz="1800" spc="-1" strike="noStrike">
              <a:latin typeface="Arial"/>
            </a:endParaRPr>
          </a:p>
          <a:p>
            <a:pPr marL="228600" indent="0">
              <a:lnSpc>
                <a:spcPct val="90000"/>
              </a:lnSpc>
              <a:spcBef>
                <a:spcPts val="400"/>
              </a:spcBef>
              <a:buNone/>
              <a:tabLst>
                <a:tab algn="l" pos="0"/>
              </a:tabLst>
            </a:pPr>
            <a:r>
              <a:rPr b="1" i="1" lang="en-US" sz="2000" spc="-1" strike="noStrike" u="sng">
                <a:solidFill>
                  <a:srgbClr val="0d0d0d"/>
                </a:solidFill>
                <a:uFillTx/>
                <a:latin typeface="Calibri"/>
                <a:ea typeface="맑은 고딕"/>
              </a:rPr>
              <a:t>Décision attendue </a:t>
            </a:r>
            <a:r>
              <a:rPr b="0" i="1" lang="en-US" sz="1800" spc="-1" strike="noStrike">
                <a:solidFill>
                  <a:srgbClr val="0d0d0d"/>
                </a:solidFill>
                <a:latin typeface="Calibri"/>
                <a:ea typeface="맑은 고딕"/>
              </a:rPr>
              <a:t>: Validation du lancement du MVP sur 3 mois</a:t>
            </a:r>
            <a:endParaRPr b="0" lang="fr-FR" sz="1800" spc="-1" strike="noStrike">
              <a:latin typeface="Arial"/>
            </a:endParaRPr>
          </a:p>
          <a:p>
            <a:pPr marL="228600" indent="0">
              <a:lnSpc>
                <a:spcPct val="100000"/>
              </a:lnSpc>
              <a:spcBef>
                <a:spcPts val="400"/>
              </a:spcBef>
              <a:buNone/>
              <a:tabLst>
                <a:tab algn="l" pos="0"/>
              </a:tabLst>
            </a:pPr>
            <a:endParaRPr b="0" lang="fr-FR" sz="2000" spc="-1" strike="noStrike">
              <a:latin typeface="Arial"/>
            </a:endParaRPr>
          </a:p>
        </p:txBody>
      </p:sp>
      <p:sp>
        <p:nvSpPr>
          <p:cNvPr id="136" name="Forme libre : forme 261"/>
          <p:cNvSpPr/>
          <p:nvPr/>
        </p:nvSpPr>
        <p:spPr>
          <a:xfrm>
            <a:off x="8748360" y="3852360"/>
            <a:ext cx="359280" cy="899280"/>
          </a:xfrm>
          <a:custGeom>
            <a:avLst/>
            <a:gdLst>
              <a:gd name="textAreaLeft" fmla="*/ 0 w 359280"/>
              <a:gd name="textAreaRight" fmla="*/ 129960 w 359280"/>
              <a:gd name="textAreaTop" fmla="*/ 23400 h 899280"/>
              <a:gd name="textAreaBottom" fmla="*/ 876600 h 899280"/>
            </a:gdLst>
            <a:ah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19080">
            <a:solidFill>
              <a:srgbClr val="ff8000"/>
            </a:solidFill>
            <a:round/>
          </a:ln>
        </p:spPr>
        <p:style>
          <a:lnRef idx="0"/>
          <a:fillRef idx="0"/>
          <a:effectRef idx="0"/>
          <a:fontRef idx="minor"/>
        </p:style>
      </p:sp>
      <p:sp>
        <p:nvSpPr>
          <p:cNvPr id="137" name="ZoneTexte 262"/>
          <p:cNvSpPr/>
          <p:nvPr/>
        </p:nvSpPr>
        <p:spPr>
          <a:xfrm>
            <a:off x="9000360" y="3924000"/>
            <a:ext cx="2339280" cy="7192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fr-FR" sz="1800" spc="-1" strike="noStrike">
                <a:solidFill>
                  <a:srgbClr val="ff8000"/>
                </a:solidFill>
                <a:latin typeface="Arial"/>
                <a:ea typeface="DejaVu Sans"/>
              </a:rPr>
              <a:t>Rentabilité atteinte en 1 an</a:t>
            </a:r>
            <a:endParaRPr b="0" lang="fr-FR" sz="18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Rectangle 263"/>
          <p:cNvSpPr/>
          <p:nvPr/>
        </p:nvSpPr>
        <p:spPr>
          <a:xfrm>
            <a:off x="9000000" y="1361880"/>
            <a:ext cx="3189600" cy="2597400"/>
          </a:xfrm>
          <a:prstGeom prst="rect">
            <a:avLst/>
          </a:prstGeom>
          <a:solidFill>
            <a:srgbClr val="ffffff"/>
          </a:solidFill>
          <a:ln w="0">
            <a:solidFill>
              <a:srgbClr val="ffffff"/>
            </a:solidFill>
          </a:ln>
        </p:spPr>
        <p:style>
          <a:lnRef idx="0"/>
          <a:fillRef idx="0"/>
          <a:effectRef idx="0"/>
          <a:fontRef idx="minor"/>
        </p:style>
      </p:sp>
      <p:graphicFrame>
        <p:nvGraphicFramePr>
          <p:cNvPr id="139" name="Tableau 264"/>
          <p:cNvGraphicFramePr/>
          <p:nvPr/>
        </p:nvGraphicFramePr>
        <p:xfrm>
          <a:off x="180000" y="1361880"/>
          <a:ext cx="11879280" cy="1337760"/>
        </p:xfrm>
        <a:graphic>
          <a:graphicData uri="http://schemas.openxmlformats.org/drawingml/2006/table">
            <a:tbl>
              <a:tblPr/>
              <a:tblGrid>
                <a:gridCol w="5945040"/>
                <a:gridCol w="5934600"/>
              </a:tblGrid>
              <a:tr h="1338120">
                <a:tc>
                  <a:txBody>
                    <a:bodyPr lIns="90000" rIns="90000" anchor="t">
                      <a:noAutofit/>
                    </a:bodyPr>
                    <a:p>
                      <a:pPr>
                        <a:lnSpc>
                          <a:spcPct val="100000"/>
                        </a:lnSpc>
                      </a:pPr>
                      <a:r>
                        <a:rPr b="1" lang="en-US" sz="2000" spc="-1" strike="noStrike" u="sng">
                          <a:solidFill>
                            <a:srgbClr val="0d0d0d"/>
                          </a:solidFill>
                          <a:uFillTx/>
                          <a:latin typeface="Calibri"/>
                          <a:ea typeface="맑은 고딕"/>
                        </a:rPr>
                        <a:t>Contexte </a:t>
                      </a:r>
                      <a:r>
                        <a:rPr b="0" lang="en-US" sz="2000" spc="-1" strike="noStrike">
                          <a:solidFill>
                            <a:srgbClr val="0d0d0d"/>
                          </a:solidFill>
                          <a:latin typeface="Calibri"/>
                          <a:ea typeface="맑은 고딕"/>
                        </a:rPr>
                        <a:t>:</a:t>
                      </a:r>
                      <a:endParaRPr b="0" lang="fr-FR" sz="2000" spc="-1" strike="noStrike">
                        <a:latin typeface="Arial"/>
                      </a:endParaRPr>
                    </a:p>
                    <a:p>
                      <a:pPr marL="216000" indent="-216000">
                        <a:lnSpc>
                          <a:spcPct val="100000"/>
                        </a:lnSpc>
                        <a:spcBef>
                          <a:spcPts val="2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Forte concurrence sur la recommandation mode</a:t>
                      </a:r>
                      <a:endParaRPr b="0" lang="fr-FR" sz="2000" spc="-1" strike="noStrike">
                        <a:latin typeface="Arial"/>
                      </a:endParaRPr>
                    </a:p>
                    <a:p>
                      <a:pPr marL="216000" indent="-216000">
                        <a:lnSpc>
                          <a:spcPct val="100000"/>
                        </a:lnSpc>
                        <a:spcBef>
                          <a:spcPts val="2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Attente de personnalisation forte côté utilisateurs</a:t>
                      </a:r>
                      <a:endParaRPr b="0" lang="fr-FR" sz="20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ffcc99"/>
                    </a:solidFill>
                  </a:tcPr>
                </a:tc>
                <a:tc>
                  <a:txBody>
                    <a:bodyPr lIns="90000" rIns="90000" anchor="t">
                      <a:noAutofit/>
                    </a:bodyPr>
                    <a:p>
                      <a:pPr>
                        <a:lnSpc>
                          <a:spcPct val="100000"/>
                        </a:lnSpc>
                      </a:pPr>
                      <a:r>
                        <a:rPr b="1" lang="en-US" sz="2000" spc="-1" strike="noStrike" u="sng">
                          <a:solidFill>
                            <a:srgbClr val="0d0d0d"/>
                          </a:solidFill>
                          <a:uFillTx/>
                          <a:latin typeface="Calibri"/>
                          <a:ea typeface="맑은 고딕"/>
                        </a:rPr>
                        <a:t>Objectifs principaux </a:t>
                      </a:r>
                      <a:r>
                        <a:rPr b="0" lang="en-US" sz="2000" spc="-1" strike="noStrike">
                          <a:solidFill>
                            <a:srgbClr val="0d0d0d"/>
                          </a:solidFill>
                          <a:latin typeface="Calibri"/>
                          <a:ea typeface="맑은 고딕"/>
                        </a:rPr>
                        <a:t>:</a:t>
                      </a:r>
                      <a:endParaRPr b="0" lang="fr-FR" sz="2000" spc="-1" strike="noStrike">
                        <a:latin typeface="Arial"/>
                      </a:endParaRPr>
                    </a:p>
                    <a:p>
                      <a:pPr marL="216000" indent="-216000">
                        <a:lnSpc>
                          <a:spcPct val="100000"/>
                        </a:lnSpc>
                        <a:spcBef>
                          <a:spcPts val="2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Augmenter le taux de conversion et le panier moyen</a:t>
                      </a:r>
                      <a:endParaRPr b="0" lang="fr-FR" sz="2000" spc="-1" strike="noStrike">
                        <a:latin typeface="Arial"/>
                      </a:endParaRPr>
                    </a:p>
                    <a:p>
                      <a:pPr marL="216000" indent="-216000">
                        <a:lnSpc>
                          <a:spcPct val="100000"/>
                        </a:lnSpc>
                        <a:spcBef>
                          <a:spcPts val="2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Améliorer l’expérience client</a:t>
                      </a:r>
                      <a:endParaRPr b="0" lang="fr-FR" sz="2000" spc="-1" strike="noStrike">
                        <a:latin typeface="Arial"/>
                      </a:endParaRPr>
                    </a:p>
                    <a:p>
                      <a:pPr marL="216000" indent="-216000">
                        <a:lnSpc>
                          <a:spcPct val="100000"/>
                        </a:lnSpc>
                        <a:spcBef>
                          <a:spcPts val="2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Se différencier par la visualisation IA</a:t>
                      </a:r>
                      <a:endParaRPr b="0" lang="fr-FR" sz="20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ffcc99"/>
                    </a:solidFill>
                  </a:tcPr>
                </a:tc>
              </a:tr>
            </a:tbl>
          </a:graphicData>
        </a:graphic>
      </p:graphicFrame>
      <p:sp>
        <p:nvSpPr>
          <p:cNvPr id="140"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Contexte &amp; objectifs du projet</a:t>
            </a:r>
            <a:endParaRPr b="0" lang="fr-FR" sz="4000" spc="-1" strike="noStrike">
              <a:latin typeface="Arial"/>
            </a:endParaRPr>
          </a:p>
        </p:txBody>
      </p:sp>
      <p:sp>
        <p:nvSpPr>
          <p:cNvPr id="141" name="PlaceHolder 2"/>
          <p:cNvSpPr>
            <a:spLocks noGrp="1"/>
          </p:cNvSpPr>
          <p:nvPr>
            <p:ph/>
          </p:nvPr>
        </p:nvSpPr>
        <p:spPr>
          <a:xfrm>
            <a:off x="360000" y="4901400"/>
            <a:ext cx="1943640" cy="719280"/>
          </a:xfrm>
          <a:prstGeom prst="rect">
            <a:avLst/>
          </a:prstGeom>
          <a:noFill/>
          <a:ln w="0">
            <a:noFill/>
          </a:ln>
        </p:spPr>
        <p:txBody>
          <a:bodyPr lIns="99720" rIns="99720" tIns="49680" bIns="49680" anchor="t">
            <a:noAutofit/>
          </a:bodyPr>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UTILISATEUR</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p:txBody>
      </p:sp>
      <p:pic>
        <p:nvPicPr>
          <p:cNvPr id="142" name="Image 267" descr=""/>
          <p:cNvPicPr/>
          <p:nvPr/>
        </p:nvPicPr>
        <p:blipFill>
          <a:blip r:embed="rId1"/>
          <a:stretch/>
        </p:blipFill>
        <p:spPr>
          <a:xfrm>
            <a:off x="540000" y="3600000"/>
            <a:ext cx="1675440" cy="1408680"/>
          </a:xfrm>
          <a:prstGeom prst="rect">
            <a:avLst/>
          </a:prstGeom>
          <a:ln w="0">
            <a:noFill/>
          </a:ln>
        </p:spPr>
      </p:pic>
      <p:sp>
        <p:nvSpPr>
          <p:cNvPr id="143" name="Connecteur droit 268"/>
          <p:cNvSpPr/>
          <p:nvPr/>
        </p:nvSpPr>
        <p:spPr>
          <a:xfrm flipV="1">
            <a:off x="2340000" y="3600000"/>
            <a:ext cx="1620000" cy="720000"/>
          </a:xfrm>
          <a:prstGeom prst="line">
            <a:avLst/>
          </a:prstGeom>
          <a:ln w="0">
            <a:solidFill>
              <a:srgbClr val="000000"/>
            </a:solidFill>
            <a:tailEnd len="med" type="triangle" w="med"/>
          </a:ln>
        </p:spPr>
        <p:style>
          <a:lnRef idx="0"/>
          <a:fillRef idx="0"/>
          <a:effectRef idx="0"/>
          <a:fontRef idx="minor"/>
        </p:style>
      </p:sp>
      <p:sp>
        <p:nvSpPr>
          <p:cNvPr id="144" name="Connecteur droit 269"/>
          <p:cNvSpPr/>
          <p:nvPr/>
        </p:nvSpPr>
        <p:spPr>
          <a:xfrm>
            <a:off x="2304000" y="4500000"/>
            <a:ext cx="1620000" cy="360"/>
          </a:xfrm>
          <a:prstGeom prst="line">
            <a:avLst/>
          </a:prstGeom>
          <a:ln w="0">
            <a:solidFill>
              <a:srgbClr val="000000"/>
            </a:solidFill>
            <a:tailEnd len="med" type="triangle" w="med"/>
          </a:ln>
        </p:spPr>
        <p:style>
          <a:lnRef idx="0"/>
          <a:fillRef idx="0"/>
          <a:effectRef idx="0"/>
          <a:fontRef idx="minor"/>
        </p:style>
      </p:sp>
      <p:sp>
        <p:nvSpPr>
          <p:cNvPr id="145" name="Connecteur droit 270"/>
          <p:cNvSpPr/>
          <p:nvPr/>
        </p:nvSpPr>
        <p:spPr>
          <a:xfrm>
            <a:off x="2304000" y="4680000"/>
            <a:ext cx="1620000" cy="720000"/>
          </a:xfrm>
          <a:prstGeom prst="line">
            <a:avLst/>
          </a:prstGeom>
          <a:ln w="0">
            <a:solidFill>
              <a:srgbClr val="000000"/>
            </a:solidFill>
            <a:tailEnd len="med" type="triangle" w="med"/>
          </a:ln>
        </p:spPr>
        <p:style>
          <a:lnRef idx="0"/>
          <a:fillRef idx="0"/>
          <a:effectRef idx="0"/>
          <a:fontRef idx="minor"/>
        </p:style>
      </p:sp>
      <p:sp>
        <p:nvSpPr>
          <p:cNvPr id="146" name="내용 개체 틀 16"/>
          <p:cNvSpPr/>
          <p:nvPr/>
        </p:nvSpPr>
        <p:spPr>
          <a:xfrm>
            <a:off x="3960000" y="3240000"/>
            <a:ext cx="1547280" cy="719280"/>
          </a:xfrm>
          <a:prstGeom prst="rect">
            <a:avLst/>
          </a:prstGeom>
          <a:noFill/>
          <a:ln w="0">
            <a:solidFill>
              <a:srgbClr val="000000"/>
            </a:solidFill>
          </a:ln>
        </p:spPr>
        <p:style>
          <a:lnRef idx="0"/>
          <a:fillRef idx="0"/>
          <a:effectRef idx="0"/>
          <a:fontRef idx="minor"/>
        </p:style>
        <p:txBody>
          <a:bodyPr lIns="99720" rIns="99720" tIns="49680" bIns="49680" anchor="t">
            <a:noAutofit/>
          </a:bodyPr>
          <a:p>
            <a:pPr>
              <a:lnSpc>
                <a:spcPct val="100000"/>
              </a:lnSpc>
              <a:spcBef>
                <a:spcPts val="400"/>
              </a:spcBef>
              <a:tabLst>
                <a:tab algn="l" pos="0"/>
              </a:tabLst>
            </a:pPr>
            <a:r>
              <a:rPr b="0" lang="en-US" sz="2000" spc="-1" strike="noStrike">
                <a:solidFill>
                  <a:srgbClr val="0d0d0d"/>
                </a:solidFill>
                <a:latin typeface="Calibri"/>
                <a:ea typeface="맑은 고딕"/>
              </a:rPr>
              <a:t>Données de préférences</a:t>
            </a: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p:txBody>
      </p:sp>
      <p:sp>
        <p:nvSpPr>
          <p:cNvPr id="147" name="내용 개체 틀 17"/>
          <p:cNvSpPr/>
          <p:nvPr/>
        </p:nvSpPr>
        <p:spPr>
          <a:xfrm>
            <a:off x="3960000" y="4140000"/>
            <a:ext cx="1547280" cy="719280"/>
          </a:xfrm>
          <a:prstGeom prst="rect">
            <a:avLst/>
          </a:prstGeom>
          <a:noFill/>
          <a:ln w="0">
            <a:solidFill>
              <a:srgbClr val="000000"/>
            </a:solidFill>
          </a:ln>
        </p:spPr>
        <p:style>
          <a:lnRef idx="0"/>
          <a:fillRef idx="0"/>
          <a:effectRef idx="0"/>
          <a:fontRef idx="minor"/>
        </p:style>
        <p:txBody>
          <a:bodyPr lIns="99720" rIns="99720" tIns="49680" bIns="49680" anchor="t">
            <a:noAutofit/>
          </a:bodyPr>
          <a:p>
            <a:pPr>
              <a:lnSpc>
                <a:spcPct val="100000"/>
              </a:lnSpc>
              <a:spcBef>
                <a:spcPts val="400"/>
              </a:spcBef>
              <a:tabLst>
                <a:tab algn="l" pos="0"/>
              </a:tabLst>
            </a:pPr>
            <a:r>
              <a:rPr b="0" lang="en-US" sz="2000" spc="-1" strike="noStrike">
                <a:solidFill>
                  <a:srgbClr val="0d0d0d"/>
                </a:solidFill>
                <a:latin typeface="Calibri"/>
                <a:ea typeface="맑은 고딕"/>
              </a:rPr>
              <a:t>Photos de la garde-robe</a:t>
            </a: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p:txBody>
      </p:sp>
      <p:sp>
        <p:nvSpPr>
          <p:cNvPr id="148" name="내용 개체 틀 18"/>
          <p:cNvSpPr/>
          <p:nvPr/>
        </p:nvSpPr>
        <p:spPr>
          <a:xfrm>
            <a:off x="3960000" y="5040000"/>
            <a:ext cx="1547280" cy="719280"/>
          </a:xfrm>
          <a:prstGeom prst="rect">
            <a:avLst/>
          </a:prstGeom>
          <a:noFill/>
          <a:ln w="0">
            <a:solidFill>
              <a:srgbClr val="000000"/>
            </a:solidFill>
          </a:ln>
        </p:spPr>
        <p:style>
          <a:lnRef idx="0"/>
          <a:fillRef idx="0"/>
          <a:effectRef idx="0"/>
          <a:fontRef idx="minor"/>
        </p:style>
        <p:txBody>
          <a:bodyPr lIns="99720" rIns="99720" tIns="49680" bIns="49680" anchor="t">
            <a:noAutofit/>
          </a:bodyPr>
          <a:p>
            <a:pPr>
              <a:lnSpc>
                <a:spcPct val="100000"/>
              </a:lnSpc>
              <a:spcBef>
                <a:spcPts val="400"/>
              </a:spcBef>
              <a:tabLst>
                <a:tab algn="l" pos="0"/>
              </a:tabLst>
            </a:pPr>
            <a:r>
              <a:rPr b="0" lang="en-US" sz="2000" spc="-1" strike="noStrike">
                <a:solidFill>
                  <a:srgbClr val="0d0d0d"/>
                </a:solidFill>
                <a:latin typeface="Calibri"/>
                <a:ea typeface="맑은 고딕"/>
              </a:rPr>
              <a:t>Photo de l’utilisateur</a:t>
            </a: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a:p>
            <a:pPr>
              <a:lnSpc>
                <a:spcPct val="100000"/>
              </a:lnSpc>
              <a:spcBef>
                <a:spcPts val="400"/>
              </a:spcBef>
              <a:tabLst>
                <a:tab algn="l" pos="0"/>
              </a:tabLst>
            </a:pPr>
            <a:endParaRPr b="0" lang="fr-FR" sz="2000" spc="-1" strike="noStrike">
              <a:latin typeface="Arial"/>
            </a:endParaRPr>
          </a:p>
        </p:txBody>
      </p:sp>
      <p:sp>
        <p:nvSpPr>
          <p:cNvPr id="149" name="Forme libre : forme 274"/>
          <p:cNvSpPr/>
          <p:nvPr/>
        </p:nvSpPr>
        <p:spPr>
          <a:xfrm>
            <a:off x="5760000" y="3240000"/>
            <a:ext cx="179280" cy="2519280"/>
          </a:xfrm>
          <a:custGeom>
            <a:avLst/>
            <a:gdLst>
              <a:gd name="textAreaLeft" fmla="*/ 0 w 179280"/>
              <a:gd name="textAreaRight" fmla="*/ 64800 w 179280"/>
              <a:gd name="textAreaTop" fmla="*/ 65520 h 2519280"/>
              <a:gd name="textAreaBottom" fmla="*/ 2454480 h 2519280"/>
            </a:gdLst>
            <a:ah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0">
            <a:solidFill>
              <a:srgbClr val="000000"/>
            </a:solidFill>
          </a:ln>
        </p:spPr>
        <p:style>
          <a:lnRef idx="0"/>
          <a:fillRef idx="0"/>
          <a:effectRef idx="0"/>
          <a:fontRef idx="minor"/>
        </p:style>
      </p:sp>
      <p:pic>
        <p:nvPicPr>
          <p:cNvPr id="150" name="Image 275" descr=""/>
          <p:cNvPicPr/>
          <p:nvPr/>
        </p:nvPicPr>
        <p:blipFill>
          <a:blip r:embed="rId2"/>
          <a:stretch/>
        </p:blipFill>
        <p:spPr>
          <a:xfrm>
            <a:off x="6192000" y="3600000"/>
            <a:ext cx="1259280" cy="1259280"/>
          </a:xfrm>
          <a:prstGeom prst="rect">
            <a:avLst/>
          </a:prstGeom>
          <a:ln w="0">
            <a:noFill/>
          </a:ln>
        </p:spPr>
      </p:pic>
      <p:sp>
        <p:nvSpPr>
          <p:cNvPr id="151" name="내용 개체 틀 19"/>
          <p:cNvSpPr/>
          <p:nvPr/>
        </p:nvSpPr>
        <p:spPr>
          <a:xfrm>
            <a:off x="6120000" y="4680000"/>
            <a:ext cx="1583280" cy="719280"/>
          </a:xfrm>
          <a:prstGeom prst="rect">
            <a:avLst/>
          </a:prstGeom>
          <a:noFill/>
          <a:ln w="0">
            <a:noFill/>
          </a:ln>
        </p:spPr>
        <p:style>
          <a:lnRef idx="0"/>
          <a:fillRef idx="0"/>
          <a:effectRef idx="0"/>
          <a:fontRef idx="minor"/>
        </p:style>
        <p:txBody>
          <a:bodyPr lIns="99720" rIns="99720" tIns="49680" bIns="49680" anchor="t">
            <a:noAutofit/>
          </a:bodyPr>
          <a:p>
            <a:pPr marL="373320" indent="-373320">
              <a:lnSpc>
                <a:spcPct val="100000"/>
              </a:lnSpc>
              <a:spcBef>
                <a:spcPts val="400"/>
              </a:spcBef>
              <a:tabLst>
                <a:tab algn="l" pos="0"/>
              </a:tabLst>
            </a:pPr>
            <a:r>
              <a:rPr b="0" lang="en-US" sz="2000" spc="-1" strike="noStrike">
                <a:solidFill>
                  <a:srgbClr val="0d0d0d"/>
                </a:solidFill>
                <a:latin typeface="Calibri"/>
                <a:ea typeface="맑은 고딕"/>
              </a:rPr>
              <a:t>MODELES IA</a:t>
            </a: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p:txBody>
      </p:sp>
      <p:sp>
        <p:nvSpPr>
          <p:cNvPr id="152" name="Connecteur droit 277"/>
          <p:cNvSpPr/>
          <p:nvPr/>
        </p:nvSpPr>
        <p:spPr>
          <a:xfrm>
            <a:off x="7704000" y="3960000"/>
            <a:ext cx="1620000" cy="360"/>
          </a:xfrm>
          <a:prstGeom prst="line">
            <a:avLst/>
          </a:prstGeom>
          <a:ln w="0">
            <a:solidFill>
              <a:srgbClr val="000000"/>
            </a:solidFill>
            <a:tailEnd len="med" type="triangle" w="med"/>
          </a:ln>
        </p:spPr>
        <p:style>
          <a:lnRef idx="0"/>
          <a:fillRef idx="0"/>
          <a:effectRef idx="0"/>
          <a:fontRef idx="minor"/>
        </p:style>
      </p:sp>
      <p:sp>
        <p:nvSpPr>
          <p:cNvPr id="153" name="Connecteur droit 278"/>
          <p:cNvSpPr/>
          <p:nvPr/>
        </p:nvSpPr>
        <p:spPr>
          <a:xfrm>
            <a:off x="7704000" y="5040000"/>
            <a:ext cx="1620000" cy="360"/>
          </a:xfrm>
          <a:prstGeom prst="line">
            <a:avLst/>
          </a:prstGeom>
          <a:ln w="0">
            <a:solidFill>
              <a:srgbClr val="000000"/>
            </a:solidFill>
            <a:tailEnd len="med" type="triangle" w="med"/>
          </a:ln>
        </p:spPr>
        <p:style>
          <a:lnRef idx="0"/>
          <a:fillRef idx="0"/>
          <a:effectRef idx="0"/>
          <a:fontRef idx="minor"/>
        </p:style>
      </p:sp>
      <p:sp>
        <p:nvSpPr>
          <p:cNvPr id="154" name="내용 개체 틀 20"/>
          <p:cNvSpPr/>
          <p:nvPr/>
        </p:nvSpPr>
        <p:spPr>
          <a:xfrm>
            <a:off x="9360000" y="3528000"/>
            <a:ext cx="2339280" cy="755280"/>
          </a:xfrm>
          <a:prstGeom prst="rect">
            <a:avLst/>
          </a:prstGeom>
          <a:noFill/>
          <a:ln w="0">
            <a:solidFill>
              <a:srgbClr val="000000"/>
            </a:solidFill>
          </a:ln>
        </p:spPr>
        <p:style>
          <a:lnRef idx="0"/>
          <a:fillRef idx="0"/>
          <a:effectRef idx="0"/>
          <a:fontRef idx="minor"/>
        </p:style>
        <p:txBody>
          <a:bodyPr lIns="99720" rIns="99720" tIns="49680" bIns="49680" anchor="t">
            <a:noAutofit/>
          </a:bodyPr>
          <a:p>
            <a:pPr algn="ctr">
              <a:lnSpc>
                <a:spcPct val="100000"/>
              </a:lnSpc>
              <a:spcBef>
                <a:spcPts val="116"/>
              </a:spcBef>
              <a:tabLst>
                <a:tab algn="l" pos="0"/>
              </a:tabLst>
            </a:pPr>
            <a:r>
              <a:rPr b="0" lang="en-US" sz="2000" spc="-1" strike="noStrike">
                <a:solidFill>
                  <a:srgbClr val="0d0d0d"/>
                </a:solidFill>
                <a:latin typeface="Calibri"/>
                <a:ea typeface="맑은 고딕"/>
              </a:rPr>
              <a:t>Recommandation </a:t>
            </a:r>
            <a:endParaRPr b="0" lang="fr-FR" sz="2000" spc="-1" strike="noStrike">
              <a:latin typeface="Arial"/>
            </a:endParaRPr>
          </a:p>
          <a:p>
            <a:pPr algn="ctr">
              <a:lnSpc>
                <a:spcPct val="100000"/>
              </a:lnSpc>
              <a:spcBef>
                <a:spcPts val="116"/>
              </a:spcBef>
              <a:tabLst>
                <a:tab algn="l" pos="0"/>
              </a:tabLst>
            </a:pPr>
            <a:r>
              <a:rPr b="0" lang="en-US" sz="2000" spc="-1" strike="noStrike">
                <a:solidFill>
                  <a:srgbClr val="0d0d0d"/>
                </a:solidFill>
                <a:latin typeface="Calibri"/>
                <a:ea typeface="맑은 고딕"/>
              </a:rPr>
              <a:t>personnalisées</a:t>
            </a:r>
            <a:endParaRPr b="0" lang="fr-FR" sz="2000" spc="-1" strike="noStrike">
              <a:latin typeface="Arial"/>
            </a:endParaRPr>
          </a:p>
          <a:p>
            <a:pPr algn="ctr">
              <a:lnSpc>
                <a:spcPct val="100000"/>
              </a:lnSpc>
              <a:spcBef>
                <a:spcPts val="400"/>
              </a:spcBef>
              <a:tabLst>
                <a:tab algn="l" pos="0"/>
              </a:tabLst>
            </a:pPr>
            <a:endParaRPr b="0" lang="fr-FR" sz="2000" spc="-1" strike="noStrike">
              <a:latin typeface="Arial"/>
            </a:endParaRPr>
          </a:p>
          <a:p>
            <a:pPr algn="ctr">
              <a:lnSpc>
                <a:spcPct val="100000"/>
              </a:lnSpc>
              <a:spcBef>
                <a:spcPts val="400"/>
              </a:spcBef>
              <a:tabLst>
                <a:tab algn="l" pos="0"/>
              </a:tabLst>
            </a:pPr>
            <a:endParaRPr b="0" lang="fr-FR" sz="2000" spc="-1" strike="noStrike">
              <a:latin typeface="Arial"/>
            </a:endParaRPr>
          </a:p>
          <a:p>
            <a:pPr algn="ctr">
              <a:lnSpc>
                <a:spcPct val="100000"/>
              </a:lnSpc>
              <a:spcBef>
                <a:spcPts val="400"/>
              </a:spcBef>
              <a:tabLst>
                <a:tab algn="l" pos="0"/>
              </a:tabLst>
            </a:pPr>
            <a:endParaRPr b="0" lang="fr-FR" sz="2000" spc="-1" strike="noStrike">
              <a:latin typeface="Arial"/>
            </a:endParaRPr>
          </a:p>
          <a:p>
            <a:pPr algn="ctr">
              <a:lnSpc>
                <a:spcPct val="100000"/>
              </a:lnSpc>
              <a:spcBef>
                <a:spcPts val="400"/>
              </a:spcBef>
              <a:tabLst>
                <a:tab algn="l" pos="0"/>
              </a:tabLst>
            </a:pPr>
            <a:endParaRPr b="0" lang="fr-FR" sz="2000" spc="-1" strike="noStrike">
              <a:latin typeface="Arial"/>
            </a:endParaRPr>
          </a:p>
          <a:p>
            <a:pPr algn="ctr">
              <a:lnSpc>
                <a:spcPct val="100000"/>
              </a:lnSpc>
              <a:spcBef>
                <a:spcPts val="400"/>
              </a:spcBef>
              <a:tabLst>
                <a:tab algn="l" pos="0"/>
              </a:tabLst>
            </a:pPr>
            <a:endParaRPr b="0" lang="fr-FR" sz="2000" spc="-1" strike="noStrike">
              <a:latin typeface="Arial"/>
            </a:endParaRPr>
          </a:p>
          <a:p>
            <a:pPr algn="ctr">
              <a:lnSpc>
                <a:spcPct val="100000"/>
              </a:lnSpc>
              <a:spcBef>
                <a:spcPts val="400"/>
              </a:spcBef>
              <a:tabLst>
                <a:tab algn="l" pos="0"/>
              </a:tabLst>
            </a:pPr>
            <a:endParaRPr b="0" lang="fr-FR" sz="2000" spc="-1" strike="noStrike">
              <a:latin typeface="Arial"/>
            </a:endParaRPr>
          </a:p>
          <a:p>
            <a:pPr algn="ctr">
              <a:lnSpc>
                <a:spcPct val="100000"/>
              </a:lnSpc>
              <a:spcBef>
                <a:spcPts val="400"/>
              </a:spcBef>
              <a:tabLst>
                <a:tab algn="l" pos="0"/>
              </a:tabLst>
            </a:pPr>
            <a:endParaRPr b="0" lang="fr-FR" sz="2000" spc="-1" strike="noStrike">
              <a:latin typeface="Arial"/>
            </a:endParaRPr>
          </a:p>
          <a:p>
            <a:pPr algn="ctr">
              <a:lnSpc>
                <a:spcPct val="100000"/>
              </a:lnSpc>
              <a:spcBef>
                <a:spcPts val="400"/>
              </a:spcBef>
              <a:tabLst>
                <a:tab algn="l" pos="0"/>
              </a:tabLst>
            </a:pPr>
            <a:endParaRPr b="0" lang="fr-FR" sz="2000" spc="-1" strike="noStrike">
              <a:latin typeface="Arial"/>
            </a:endParaRPr>
          </a:p>
          <a:p>
            <a:pPr algn="ctr">
              <a:lnSpc>
                <a:spcPct val="100000"/>
              </a:lnSpc>
              <a:spcBef>
                <a:spcPts val="400"/>
              </a:spcBef>
              <a:tabLst>
                <a:tab algn="l" pos="0"/>
              </a:tabLst>
            </a:pPr>
            <a:endParaRPr b="0" lang="fr-FR" sz="2000" spc="-1" strike="noStrike">
              <a:latin typeface="Arial"/>
            </a:endParaRPr>
          </a:p>
        </p:txBody>
      </p:sp>
      <p:sp>
        <p:nvSpPr>
          <p:cNvPr id="155" name="내용 개체 틀 21"/>
          <p:cNvSpPr/>
          <p:nvPr/>
        </p:nvSpPr>
        <p:spPr>
          <a:xfrm>
            <a:off x="9360000" y="4464000"/>
            <a:ext cx="2339280" cy="1079280"/>
          </a:xfrm>
          <a:prstGeom prst="rect">
            <a:avLst/>
          </a:prstGeom>
          <a:noFill/>
          <a:ln w="0">
            <a:solidFill>
              <a:srgbClr val="000000"/>
            </a:solidFill>
          </a:ln>
        </p:spPr>
        <p:style>
          <a:lnRef idx="0"/>
          <a:fillRef idx="0"/>
          <a:effectRef idx="0"/>
          <a:fontRef idx="minor"/>
        </p:style>
        <p:txBody>
          <a:bodyPr lIns="99720" rIns="99720" tIns="49680" bIns="49680" anchor="t">
            <a:noAutofit/>
          </a:bodyPr>
          <a:p>
            <a:pPr algn="ctr">
              <a:lnSpc>
                <a:spcPct val="100000"/>
              </a:lnSpc>
              <a:spcBef>
                <a:spcPts val="116"/>
              </a:spcBef>
              <a:tabLst>
                <a:tab algn="l" pos="0"/>
              </a:tabLst>
            </a:pPr>
            <a:r>
              <a:rPr b="0" lang="en-US" sz="2000" spc="-1" strike="noStrike">
                <a:solidFill>
                  <a:srgbClr val="0d0d0d"/>
                </a:solidFill>
                <a:latin typeface="Calibri"/>
                <a:ea typeface="맑은 고딕"/>
              </a:rPr>
              <a:t>Visualisation des recommandations sur photo utilisateur</a:t>
            </a:r>
            <a:endParaRPr b="0" lang="fr-FR" sz="2000" spc="-1" strike="noStrike">
              <a:latin typeface="Arial"/>
            </a:endParaRPr>
          </a:p>
        </p:txBody>
      </p:sp>
      <p:sp>
        <p:nvSpPr>
          <p:cNvPr id="156" name="Rectangle 281"/>
          <p:cNvSpPr/>
          <p:nvPr/>
        </p:nvSpPr>
        <p:spPr>
          <a:xfrm>
            <a:off x="180000" y="2772000"/>
            <a:ext cx="11879280" cy="3383640"/>
          </a:xfrm>
          <a:prstGeom prst="rect">
            <a:avLst/>
          </a:prstGeom>
          <a:noFill/>
          <a:ln w="38160">
            <a:solidFill>
              <a:srgbClr val="ff8000"/>
            </a:solidFill>
            <a:round/>
          </a:ln>
        </p:spPr>
        <p:style>
          <a:lnRef idx="0"/>
          <a:fillRef idx="0"/>
          <a:effectRef idx="0"/>
          <a:fontRef idx="minor"/>
        </p:style>
      </p:sp>
      <p:sp>
        <p:nvSpPr>
          <p:cNvPr id="157" name="Flèche : droite 282"/>
          <p:cNvSpPr/>
          <p:nvPr/>
        </p:nvSpPr>
        <p:spPr>
          <a:xfrm>
            <a:off x="720000" y="6300000"/>
            <a:ext cx="359280" cy="35928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158" name="내용 개체 틀 22"/>
          <p:cNvSpPr/>
          <p:nvPr/>
        </p:nvSpPr>
        <p:spPr>
          <a:xfrm>
            <a:off x="1044000" y="6264000"/>
            <a:ext cx="9215280" cy="719280"/>
          </a:xfrm>
          <a:prstGeom prst="rect">
            <a:avLst/>
          </a:prstGeom>
          <a:noFill/>
          <a:ln w="0">
            <a:noFill/>
          </a:ln>
        </p:spPr>
        <p:style>
          <a:lnRef idx="0"/>
          <a:fillRef idx="0"/>
          <a:effectRef idx="0"/>
          <a:fontRef idx="minor"/>
        </p:style>
        <p:txBody>
          <a:bodyPr lIns="99720" rIns="99720" tIns="49680" bIns="49680" anchor="t">
            <a:noAutofit/>
          </a:bodyPr>
          <a:p>
            <a:pPr marL="373320" indent="-373320">
              <a:lnSpc>
                <a:spcPct val="100000"/>
              </a:lnSpc>
              <a:spcBef>
                <a:spcPts val="400"/>
              </a:spcBef>
              <a:tabLst>
                <a:tab algn="l" pos="0"/>
              </a:tabLst>
            </a:pPr>
            <a:r>
              <a:rPr b="1" lang="en-US" sz="2000" spc="-1" strike="noStrike">
                <a:solidFill>
                  <a:srgbClr val="ff8000"/>
                </a:solidFill>
                <a:latin typeface="Calibri"/>
                <a:ea typeface="맑은 고딕"/>
              </a:rPr>
              <a:t>Evaluation des recommandations par l’utilisateur pour ajuster les modèles IA </a:t>
            </a: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a:p>
            <a:pPr marL="373320" indent="-373320">
              <a:lnSpc>
                <a:spcPct val="100000"/>
              </a:lnSpc>
              <a:spcBef>
                <a:spcPts val="400"/>
              </a:spcBef>
              <a:tabLst>
                <a:tab algn="l" pos="0"/>
              </a:tabLst>
            </a:pPr>
            <a:endParaRPr b="0" lang="fr-FR" sz="2000" spc="-1" strike="noStrike">
              <a:latin typeface="Arial"/>
            </a:endParaRPr>
          </a:p>
        </p:txBody>
      </p:sp>
      <p:sp>
        <p:nvSpPr>
          <p:cNvPr id="159" name=""/>
          <p:cNvSpPr/>
          <p:nvPr/>
        </p:nvSpPr>
        <p:spPr>
          <a:xfrm>
            <a:off x="360000" y="2772000"/>
            <a:ext cx="11519640" cy="35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000" spc="-1" strike="noStrike" u="sng">
                <a:solidFill>
                  <a:srgbClr val="0d0d0d"/>
                </a:solidFill>
                <a:uFillTx/>
                <a:latin typeface="Calibri"/>
                <a:ea typeface="맑은 고딕"/>
              </a:rPr>
              <a:t>Problème initial</a:t>
            </a:r>
            <a:r>
              <a:rPr b="0" lang="fr-FR" sz="1800" spc="-1" strike="noStrike">
                <a:latin typeface="Calibri"/>
                <a:ea typeface="맑은 고딕"/>
              </a:rPr>
              <a:t> : Difficulté pour l’utilisateur à se projeter visuellement dans un vêtement → frein à l’achat</a:t>
            </a:r>
            <a:endParaRPr b="0" lang="fr-FR"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Principales user stories &amp; MVP</a:t>
            </a:r>
            <a:endParaRPr b="0" lang="fr-FR" sz="4000" spc="-1" strike="noStrike">
              <a:latin typeface="Arial"/>
            </a:endParaRPr>
          </a:p>
        </p:txBody>
      </p:sp>
      <p:pic>
        <p:nvPicPr>
          <p:cNvPr id="161" name="Image 285" descr=""/>
          <p:cNvPicPr/>
          <p:nvPr/>
        </p:nvPicPr>
        <p:blipFill>
          <a:blip r:embed="rId1"/>
          <a:stretch/>
        </p:blipFill>
        <p:spPr>
          <a:xfrm>
            <a:off x="0" y="1023840"/>
            <a:ext cx="6948360" cy="5870880"/>
          </a:xfrm>
          <a:prstGeom prst="rect">
            <a:avLst/>
          </a:prstGeom>
          <a:ln w="0">
            <a:noFill/>
          </a:ln>
        </p:spPr>
      </p:pic>
      <p:sp>
        <p:nvSpPr>
          <p:cNvPr id="162" name="Rectangle 286"/>
          <p:cNvSpPr/>
          <p:nvPr/>
        </p:nvSpPr>
        <p:spPr>
          <a:xfrm>
            <a:off x="7920000" y="1440000"/>
            <a:ext cx="4269600" cy="2339280"/>
          </a:xfrm>
          <a:prstGeom prst="rect">
            <a:avLst/>
          </a:prstGeom>
          <a:solidFill>
            <a:srgbClr val="ffffff"/>
          </a:solidFill>
          <a:ln w="0">
            <a:solidFill>
              <a:srgbClr val="ffffff"/>
            </a:solidFill>
          </a:ln>
        </p:spPr>
        <p:style>
          <a:lnRef idx="0"/>
          <a:fillRef idx="0"/>
          <a:effectRef idx="0"/>
          <a:fontRef idx="minor"/>
        </p:style>
      </p:sp>
      <p:pic>
        <p:nvPicPr>
          <p:cNvPr id="163" name="Image 287" descr=""/>
          <p:cNvPicPr/>
          <p:nvPr/>
        </p:nvPicPr>
        <p:blipFill>
          <a:blip r:embed="rId2"/>
          <a:stretch/>
        </p:blipFill>
        <p:spPr>
          <a:xfrm>
            <a:off x="7380000" y="2160000"/>
            <a:ext cx="4647600" cy="846720"/>
          </a:xfrm>
          <a:prstGeom prst="rect">
            <a:avLst/>
          </a:prstGeom>
          <a:ln w="0">
            <a:solidFill>
              <a:srgbClr val="000000"/>
            </a:solidFill>
          </a:ln>
        </p:spPr>
      </p:pic>
      <p:sp>
        <p:nvSpPr>
          <p:cNvPr id="164" name="Flèche : droite 289"/>
          <p:cNvSpPr/>
          <p:nvPr/>
        </p:nvSpPr>
        <p:spPr>
          <a:xfrm flipV="1" rot="5390400">
            <a:off x="9359640" y="3491280"/>
            <a:ext cx="537120" cy="53892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165" name="ZoneTexte 290"/>
          <p:cNvSpPr/>
          <p:nvPr/>
        </p:nvSpPr>
        <p:spPr>
          <a:xfrm>
            <a:off x="7200000" y="4140000"/>
            <a:ext cx="4989600" cy="2519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fr-FR" sz="1800" spc="-1" strike="noStrike" u="sng">
                <a:solidFill>
                  <a:srgbClr val="000000"/>
                </a:solidFill>
                <a:uFillTx/>
                <a:latin typeface="Arial"/>
                <a:ea typeface="DejaVu Sans"/>
              </a:rPr>
              <a:t>MVP </a:t>
            </a:r>
            <a:r>
              <a:rPr b="0" lang="fr-FR" sz="1800" spc="-1" strike="noStrike">
                <a:solidFill>
                  <a:srgbClr val="000000"/>
                </a:solidFill>
                <a:latin typeface="Arial"/>
                <a:ea typeface="DejaVu Sans"/>
              </a:rPr>
              <a:t>: </a:t>
            </a:r>
            <a:endParaRPr b="0" lang="fr-FR" sz="1800" spc="-1" strike="noStrike">
              <a:latin typeface="Arial"/>
            </a:endParaRPr>
          </a:p>
          <a:p>
            <a:pPr marL="216000" indent="-216000">
              <a:lnSpc>
                <a:spcPct val="100000"/>
              </a:lnSpc>
              <a:buClr>
                <a:srgbClr val="000000"/>
              </a:buClr>
              <a:buSzPct val="45000"/>
              <a:buFont typeface="Wingdings" charset="2"/>
              <a:buChar char=""/>
            </a:pPr>
            <a:r>
              <a:rPr b="0" lang="fr-FR" sz="1800" spc="-1" strike="noStrike">
                <a:solidFill>
                  <a:srgbClr val="000000"/>
                </a:solidFill>
                <a:latin typeface="Arial"/>
                <a:ea typeface="DejaVu Sans"/>
              </a:rPr>
              <a:t>9 fonctionnalités « Must Have »</a:t>
            </a:r>
            <a:endParaRPr b="0" lang="fr-FR" sz="1800" spc="-1" strike="noStrike">
              <a:latin typeface="Arial"/>
            </a:endParaRPr>
          </a:p>
          <a:p>
            <a:pPr marL="216000" indent="-216000">
              <a:lnSpc>
                <a:spcPct val="100000"/>
              </a:lnSpc>
              <a:buClr>
                <a:srgbClr val="000000"/>
              </a:buClr>
              <a:buSzPct val="45000"/>
              <a:buFont typeface="Wingdings" charset="2"/>
              <a:buChar char=""/>
            </a:pPr>
            <a:r>
              <a:rPr b="0" lang="fr-FR" sz="1800" spc="-1" strike="noStrike">
                <a:solidFill>
                  <a:srgbClr val="000000"/>
                </a:solidFill>
                <a:latin typeface="Arial"/>
                <a:ea typeface="DejaVu Sans"/>
              </a:rPr>
              <a:t>4 fonctionnalités « Could Have »</a:t>
            </a:r>
            <a:endParaRPr b="0" lang="fr-FR" sz="1800" spc="-1" strike="noStrike">
              <a:latin typeface="Arial"/>
            </a:endParaRPr>
          </a:p>
          <a:p>
            <a:pPr lvl="1" marL="432000" indent="-216000">
              <a:lnSpc>
                <a:spcPct val="100000"/>
              </a:lnSpc>
              <a:buClr>
                <a:srgbClr val="000000"/>
              </a:buClr>
              <a:buSzPct val="45000"/>
              <a:buFont typeface="Wingdings" charset="2"/>
              <a:buChar char=""/>
            </a:pPr>
            <a:r>
              <a:rPr b="0" i="1" lang="fr-FR" sz="1500" spc="-1" strike="noStrike">
                <a:solidFill>
                  <a:srgbClr val="000000"/>
                </a:solidFill>
                <a:latin typeface="Arial"/>
                <a:ea typeface="DejaVu Sans"/>
              </a:rPr>
              <a:t>Liste des styles</a:t>
            </a:r>
            <a:endParaRPr b="0" lang="fr-FR" sz="1500" spc="-1" strike="noStrike">
              <a:latin typeface="Arial"/>
            </a:endParaRPr>
          </a:p>
          <a:p>
            <a:pPr lvl="1" marL="432000" indent="-216000">
              <a:lnSpc>
                <a:spcPct val="100000"/>
              </a:lnSpc>
              <a:buClr>
                <a:srgbClr val="000000"/>
              </a:buClr>
              <a:buSzPct val="45000"/>
              <a:buFont typeface="Wingdings" charset="2"/>
              <a:buChar char=""/>
            </a:pPr>
            <a:r>
              <a:rPr b="0" i="1" lang="fr-FR" sz="1500" spc="-1" strike="noStrike">
                <a:solidFill>
                  <a:srgbClr val="000000"/>
                </a:solidFill>
                <a:latin typeface="Arial"/>
                <a:ea typeface="DejaVu Sans"/>
              </a:rPr>
              <a:t>Liste des sources d’influence</a:t>
            </a:r>
            <a:endParaRPr b="0" lang="fr-FR" sz="1500" spc="-1" strike="noStrike">
              <a:latin typeface="Arial"/>
            </a:endParaRPr>
          </a:p>
          <a:p>
            <a:pPr lvl="1" marL="432000" indent="-216000">
              <a:lnSpc>
                <a:spcPct val="100000"/>
              </a:lnSpc>
              <a:buClr>
                <a:srgbClr val="000000"/>
              </a:buClr>
              <a:buSzPct val="45000"/>
              <a:buFont typeface="Wingdings" charset="2"/>
              <a:buChar char=""/>
            </a:pPr>
            <a:r>
              <a:rPr b="0" i="1" lang="fr-FR" sz="1500" spc="-1" strike="noStrike">
                <a:solidFill>
                  <a:srgbClr val="000000"/>
                </a:solidFill>
                <a:latin typeface="Arial"/>
                <a:ea typeface="DejaVu Sans"/>
              </a:rPr>
              <a:t>Détection automatique de la catégorie du vêtement</a:t>
            </a:r>
            <a:endParaRPr b="0" lang="fr-FR" sz="1500" spc="-1" strike="noStrike">
              <a:latin typeface="Arial"/>
            </a:endParaRPr>
          </a:p>
          <a:p>
            <a:pPr lvl="1" marL="432000" indent="-216000">
              <a:lnSpc>
                <a:spcPct val="100000"/>
              </a:lnSpc>
              <a:buClr>
                <a:srgbClr val="000000"/>
              </a:buClr>
              <a:buSzPct val="45000"/>
              <a:buFont typeface="Wingdings" charset="2"/>
              <a:buChar char=""/>
            </a:pPr>
            <a:r>
              <a:rPr b="0" i="1" lang="fr-FR" sz="1500" spc="-1" strike="noStrike">
                <a:solidFill>
                  <a:srgbClr val="000000"/>
                </a:solidFill>
                <a:latin typeface="Arial"/>
                <a:ea typeface="DejaVu Sans"/>
              </a:rPr>
              <a:t>Recommandations personnalisées</a:t>
            </a:r>
            <a:endParaRPr b="0" lang="fr-FR" sz="1500" spc="-1" strike="noStrike">
              <a:latin typeface="Arial"/>
            </a:endParaRPr>
          </a:p>
          <a:p>
            <a:pPr>
              <a:lnSpc>
                <a:spcPct val="100000"/>
              </a:lnSpc>
            </a:pPr>
            <a:endParaRPr b="0" lang="fr-FR" sz="1500" spc="-1" strike="noStrike">
              <a:latin typeface="Arial"/>
            </a:endParaRPr>
          </a:p>
          <a:p>
            <a:pPr>
              <a:lnSpc>
                <a:spcPct val="100000"/>
              </a:lnSpc>
            </a:pPr>
            <a:r>
              <a:rPr b="0" lang="fr-FR" sz="1800" spc="-1" strike="noStrike">
                <a:solidFill>
                  <a:srgbClr val="000000"/>
                </a:solidFill>
                <a:latin typeface="Arial"/>
                <a:ea typeface="DejaVu Sans"/>
              </a:rPr>
              <a:t>→ </a:t>
            </a:r>
            <a:r>
              <a:rPr b="0" lang="fr-FR" sz="1800" spc="-1" strike="noStrike">
                <a:solidFill>
                  <a:srgbClr val="000000"/>
                </a:solidFill>
                <a:latin typeface="Arial"/>
                <a:ea typeface="DejaVu Sans"/>
              </a:rPr>
              <a:t>Nombre de jours estimés : 52 jours</a:t>
            </a:r>
            <a:endParaRPr b="0" lang="fr-FR" sz="1800" spc="-1" strike="noStrike">
              <a:latin typeface="Arial"/>
            </a:endParaRPr>
          </a:p>
        </p:txBody>
      </p:sp>
      <p:pic>
        <p:nvPicPr>
          <p:cNvPr id="166" name="Image 291" descr=""/>
          <p:cNvPicPr/>
          <p:nvPr/>
        </p:nvPicPr>
        <p:blipFill>
          <a:blip r:embed="rId3"/>
          <a:stretch/>
        </p:blipFill>
        <p:spPr>
          <a:xfrm>
            <a:off x="9000000" y="3043440"/>
            <a:ext cx="3027600" cy="246600"/>
          </a:xfrm>
          <a:prstGeom prst="rect">
            <a:avLst/>
          </a:prstGeom>
          <a:ln w="0">
            <a:solidFill>
              <a:srgbClr val="000000"/>
            </a:solidFill>
          </a:ln>
        </p:spPr>
      </p:pic>
      <p:sp>
        <p:nvSpPr>
          <p:cNvPr id="167" name="Flèche : courbe vers le bas 1"/>
          <p:cNvSpPr/>
          <p:nvPr/>
        </p:nvSpPr>
        <p:spPr>
          <a:xfrm rot="1892400">
            <a:off x="7079400" y="1439280"/>
            <a:ext cx="963000" cy="467640"/>
          </a:xfrm>
          <a:prstGeom prst="curvedDownArrow">
            <a:avLst>
              <a:gd name="adj1" fmla="val 25000"/>
              <a:gd name="adj2" fmla="val 50000"/>
              <a:gd name="adj3" fmla="val 25000"/>
            </a:avLst>
          </a:prstGeom>
          <a:solidFill>
            <a:schemeClr val="accent6">
              <a:lumMod val="60000"/>
              <a:lumOff val="40000"/>
            </a:schemeClr>
          </a:solidFill>
          <a:ln>
            <a:solidFill>
              <a:srgbClr val="f79646"/>
            </a:solidFill>
          </a:ln>
        </p:spPr>
        <p:style>
          <a:lnRef idx="2">
            <a:schemeClr val="accent6"/>
          </a:lnRef>
          <a:fillRef idx="1">
            <a:schemeClr val="lt1"/>
          </a:fillRef>
          <a:effectRef idx="0">
            <a:schemeClr val="accent6"/>
          </a:effectRef>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Gains financiers attendus</a:t>
            </a:r>
            <a:endParaRPr b="0" lang="fr-FR" sz="4000" spc="-1" strike="noStrike">
              <a:latin typeface="Arial"/>
            </a:endParaRPr>
          </a:p>
        </p:txBody>
      </p:sp>
      <p:sp>
        <p:nvSpPr>
          <p:cNvPr id="169" name="PlaceHolder 2"/>
          <p:cNvSpPr>
            <a:spLocks noGrp="1"/>
          </p:cNvSpPr>
          <p:nvPr>
            <p:ph/>
          </p:nvPr>
        </p:nvSpPr>
        <p:spPr>
          <a:xfrm>
            <a:off x="180000" y="1485720"/>
            <a:ext cx="11879280" cy="5173560"/>
          </a:xfrm>
          <a:prstGeom prst="rect">
            <a:avLst/>
          </a:prstGeom>
          <a:noFill/>
          <a:ln w="0">
            <a:noFill/>
          </a:ln>
        </p:spPr>
        <p:txBody>
          <a:bodyPr lIns="99720" rIns="99720" tIns="49680" bIns="49680" anchor="t">
            <a:noAutofit/>
          </a:bodyPr>
          <a:p>
            <a:pPr marL="228600" indent="0">
              <a:lnSpc>
                <a:spcPct val="100000"/>
              </a:lnSpc>
              <a:spcBef>
                <a:spcPts val="400"/>
              </a:spcBef>
              <a:buNone/>
              <a:tabLst>
                <a:tab algn="l" pos="0"/>
              </a:tabLst>
            </a:pPr>
            <a:r>
              <a:rPr b="1" lang="en-US" sz="2000" spc="-1" strike="noStrike" u="sng">
                <a:solidFill>
                  <a:srgbClr val="0d0d0d"/>
                </a:solidFill>
                <a:uFillTx/>
                <a:latin typeface="Calibri"/>
                <a:ea typeface="맑은 고딕"/>
              </a:rPr>
              <a:t>Indicateurs financiers annuels actuels </a:t>
            </a:r>
            <a:r>
              <a:rPr b="0" lang="en-US" sz="2000" spc="-1" strike="noStrike">
                <a:solidFill>
                  <a:srgbClr val="0d0d0d"/>
                </a:solidFill>
                <a:latin typeface="Calibri"/>
                <a:ea typeface="맑은 고딕"/>
              </a:rPr>
              <a:t>: </a:t>
            </a:r>
            <a:endParaRPr b="0" lang="fr-FR" sz="2000" spc="-1" strike="noStrike">
              <a:latin typeface="Arial"/>
            </a:endParaRPr>
          </a:p>
          <a:p>
            <a:pPr marL="216000" indent="-216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 </a:t>
            </a:r>
            <a:r>
              <a:rPr b="0" lang="en-US" sz="2000" spc="-1" strike="noStrike" u="sng">
                <a:solidFill>
                  <a:srgbClr val="0d0d0d"/>
                </a:solidFill>
                <a:uFillTx/>
                <a:latin typeface="Calibri"/>
                <a:ea typeface="맑은 고딕"/>
              </a:rPr>
              <a:t>Panier moyen </a:t>
            </a:r>
            <a:r>
              <a:rPr b="0" lang="en-US" sz="2000" spc="-1" strike="noStrike">
                <a:solidFill>
                  <a:srgbClr val="0d0d0d"/>
                </a:solidFill>
                <a:latin typeface="Calibri"/>
                <a:ea typeface="맑은 고딕"/>
              </a:rPr>
              <a:t>: 35 €</a:t>
            </a:r>
            <a:endParaRPr b="0" lang="fr-FR" sz="2000" spc="-1" strike="noStrike">
              <a:latin typeface="Arial"/>
            </a:endParaRPr>
          </a:p>
          <a:p>
            <a:pPr marL="216000" indent="-216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 </a:t>
            </a:r>
            <a:r>
              <a:rPr b="0" lang="en-US" sz="2000" spc="-1" strike="noStrike" u="sng">
                <a:solidFill>
                  <a:srgbClr val="0d0d0d"/>
                </a:solidFill>
                <a:uFillTx/>
                <a:latin typeface="Calibri"/>
                <a:ea typeface="맑은 고딕"/>
              </a:rPr>
              <a:t>Nombre de commandes</a:t>
            </a:r>
            <a:r>
              <a:rPr b="0" lang="en-US" sz="2000" spc="-1" strike="noStrike">
                <a:solidFill>
                  <a:srgbClr val="0d0d0d"/>
                </a:solidFill>
                <a:latin typeface="Calibri"/>
                <a:ea typeface="맑은 고딕"/>
              </a:rPr>
              <a:t> : 25000</a:t>
            </a:r>
            <a:endParaRPr b="0" lang="fr-FR" sz="2000" spc="-1" strike="noStrike">
              <a:latin typeface="Arial"/>
            </a:endParaRPr>
          </a:p>
          <a:p>
            <a:pPr marL="228600" indent="0">
              <a:lnSpc>
                <a:spcPct val="100000"/>
              </a:lnSpc>
              <a:spcBef>
                <a:spcPts val="400"/>
              </a:spcBef>
              <a:buNone/>
              <a:tabLst>
                <a:tab algn="l" pos="0"/>
              </a:tabLst>
            </a:pPr>
            <a:endParaRPr b="0" lang="fr-FR" sz="2000" spc="-1" strike="noStrike">
              <a:latin typeface="Arial"/>
            </a:endParaRPr>
          </a:p>
          <a:p>
            <a:pPr marL="228600" indent="0">
              <a:lnSpc>
                <a:spcPct val="100000"/>
              </a:lnSpc>
              <a:spcBef>
                <a:spcPts val="400"/>
              </a:spcBef>
              <a:buNone/>
              <a:tabLst>
                <a:tab algn="l" pos="0"/>
              </a:tabLst>
            </a:pPr>
            <a:r>
              <a:rPr b="1" lang="en-US" sz="2000" spc="-1" strike="noStrike" u="sng">
                <a:solidFill>
                  <a:srgbClr val="0d0d0d"/>
                </a:solidFill>
                <a:uFillTx/>
                <a:latin typeface="Calibri"/>
                <a:ea typeface="맑은 고딕"/>
              </a:rPr>
              <a:t>Coûts du projet </a:t>
            </a:r>
            <a:r>
              <a:rPr b="0" lang="en-US" sz="2000" spc="-1" strike="noStrike">
                <a:solidFill>
                  <a:srgbClr val="0d0d0d"/>
                </a:solidFill>
                <a:latin typeface="Calibri"/>
                <a:ea typeface="맑은 고딕"/>
              </a:rPr>
              <a:t>: </a:t>
            </a:r>
            <a:endParaRPr b="0" lang="fr-FR" sz="2000" spc="-1" strike="noStrike">
              <a:latin typeface="Arial"/>
            </a:endParaRPr>
          </a:p>
          <a:p>
            <a:pPr marL="216000" indent="-216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 </a:t>
            </a:r>
            <a:r>
              <a:rPr b="0" lang="en-US" sz="2000" spc="-1" strike="noStrike" u="sng">
                <a:solidFill>
                  <a:srgbClr val="0d0d0d"/>
                </a:solidFill>
                <a:uFillTx/>
                <a:latin typeface="Calibri"/>
                <a:ea typeface="맑은 고딕"/>
              </a:rPr>
              <a:t>Développement</a:t>
            </a:r>
            <a:r>
              <a:rPr b="0" lang="en-US" sz="2000" spc="-1" strike="noStrike">
                <a:solidFill>
                  <a:srgbClr val="0d0d0d"/>
                </a:solidFill>
                <a:latin typeface="Calibri"/>
                <a:ea typeface="맑은 고딕"/>
              </a:rPr>
              <a:t> : 70k€ </a:t>
            </a:r>
            <a:r>
              <a:rPr b="0" i="1" lang="en-US" sz="2000" spc="-1" strike="noStrike">
                <a:solidFill>
                  <a:srgbClr val="0d0d0d"/>
                </a:solidFill>
                <a:latin typeface="Calibri"/>
                <a:ea typeface="맑은 고딕"/>
              </a:rPr>
              <a:t>(sur le Trimestre 1 de l’Année 1)</a:t>
            </a:r>
            <a:endParaRPr b="0" lang="fr-FR" sz="2000" spc="-1" strike="noStrike">
              <a:latin typeface="Arial"/>
            </a:endParaRPr>
          </a:p>
          <a:p>
            <a:pPr marL="216000" indent="-216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 </a:t>
            </a:r>
            <a:r>
              <a:rPr b="0" lang="en-US" sz="2000" spc="-1" strike="noStrike" u="sng">
                <a:solidFill>
                  <a:srgbClr val="0d0d0d"/>
                </a:solidFill>
                <a:uFillTx/>
                <a:latin typeface="Calibri"/>
                <a:ea typeface="맑은 고딕"/>
              </a:rPr>
              <a:t>Production</a:t>
            </a:r>
            <a:r>
              <a:rPr b="0" lang="en-US" sz="2000" spc="-1" strike="noStrike">
                <a:solidFill>
                  <a:srgbClr val="0d0d0d"/>
                </a:solidFill>
                <a:latin typeface="Calibri"/>
                <a:ea typeface="맑은 고딕"/>
              </a:rPr>
              <a:t> : 5 k€ / trimestre</a:t>
            </a:r>
            <a:endParaRPr b="0" lang="fr-FR" sz="2000" spc="-1" strike="noStrike">
              <a:latin typeface="Arial"/>
            </a:endParaRPr>
          </a:p>
          <a:p>
            <a:pPr marL="216000" indent="0">
              <a:lnSpc>
                <a:spcPct val="100000"/>
              </a:lnSpc>
              <a:spcBef>
                <a:spcPts val="400"/>
              </a:spcBef>
              <a:buNone/>
              <a:tabLst>
                <a:tab algn="l" pos="0"/>
              </a:tabLst>
            </a:pPr>
            <a:endParaRPr b="0" lang="fr-FR" sz="2000" spc="-1" strike="noStrike">
              <a:latin typeface="Arial"/>
            </a:endParaRPr>
          </a:p>
          <a:p>
            <a:pPr marL="228600" indent="0">
              <a:lnSpc>
                <a:spcPct val="100000"/>
              </a:lnSpc>
              <a:spcBef>
                <a:spcPts val="400"/>
              </a:spcBef>
              <a:buNone/>
              <a:tabLst>
                <a:tab algn="l" pos="0"/>
              </a:tabLst>
            </a:pPr>
            <a:r>
              <a:rPr b="1" lang="en-US" sz="2000" spc="-1" strike="noStrike" u="sng">
                <a:solidFill>
                  <a:srgbClr val="0d0d0d"/>
                </a:solidFill>
                <a:uFillTx/>
                <a:latin typeface="Calibri"/>
                <a:ea typeface="맑은 고딕"/>
              </a:rPr>
              <a:t>Hypothèses d’augmentation </a:t>
            </a:r>
            <a:r>
              <a:rPr b="0" lang="en-US" sz="2000" spc="-1" strike="noStrike">
                <a:solidFill>
                  <a:srgbClr val="0d0d0d"/>
                </a:solidFill>
                <a:latin typeface="Calibri"/>
                <a:ea typeface="맑은 고딕"/>
              </a:rPr>
              <a:t>: </a:t>
            </a:r>
            <a:endParaRPr b="0" lang="fr-FR" sz="2000" spc="-1" strike="noStrike">
              <a:latin typeface="Arial"/>
            </a:endParaRPr>
          </a:p>
          <a:p>
            <a:pPr marL="216000" indent="-216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 </a:t>
            </a:r>
            <a:r>
              <a:rPr b="0" lang="en-US" sz="2000" spc="-1" strike="noStrike" u="sng">
                <a:solidFill>
                  <a:srgbClr val="0d0d0d"/>
                </a:solidFill>
                <a:uFillTx/>
                <a:latin typeface="Calibri"/>
                <a:ea typeface="맑은 고딕"/>
              </a:rPr>
              <a:t>Panier moyen </a:t>
            </a:r>
            <a:r>
              <a:rPr b="0" lang="en-US" sz="2000" spc="-1" strike="noStrike">
                <a:solidFill>
                  <a:srgbClr val="0d0d0d"/>
                </a:solidFill>
                <a:latin typeface="Calibri"/>
                <a:ea typeface="맑은 고딕"/>
              </a:rPr>
              <a:t>: +5%</a:t>
            </a:r>
            <a:endParaRPr b="0" lang="fr-FR" sz="2000" spc="-1" strike="noStrike">
              <a:latin typeface="Arial"/>
            </a:endParaRPr>
          </a:p>
          <a:p>
            <a:pPr marL="216000" indent="-216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 </a:t>
            </a:r>
            <a:r>
              <a:rPr b="0" lang="en-US" sz="2000" spc="-1" strike="noStrike" u="sng">
                <a:solidFill>
                  <a:srgbClr val="0d0d0d"/>
                </a:solidFill>
                <a:uFillTx/>
                <a:latin typeface="Calibri"/>
                <a:ea typeface="맑은 고딕"/>
              </a:rPr>
              <a:t>Nombre de commandes</a:t>
            </a:r>
            <a:r>
              <a:rPr b="0" lang="en-US" sz="2000" spc="-1" strike="noStrike">
                <a:solidFill>
                  <a:srgbClr val="0d0d0d"/>
                </a:solidFill>
                <a:latin typeface="Calibri"/>
                <a:ea typeface="맑은 고딕"/>
              </a:rPr>
              <a:t> : +3%</a:t>
            </a:r>
            <a:endParaRPr b="0" lang="fr-FR" sz="2000" spc="-1" strike="noStrike">
              <a:latin typeface="Arial"/>
            </a:endParaRPr>
          </a:p>
        </p:txBody>
      </p:sp>
      <p:sp>
        <p:nvSpPr>
          <p:cNvPr id="170" name="Flèche : droite 294"/>
          <p:cNvSpPr/>
          <p:nvPr/>
        </p:nvSpPr>
        <p:spPr>
          <a:xfrm>
            <a:off x="4140000" y="2052000"/>
            <a:ext cx="359280" cy="35928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171" name="ZoneTexte 295"/>
          <p:cNvSpPr/>
          <p:nvPr/>
        </p:nvSpPr>
        <p:spPr>
          <a:xfrm>
            <a:off x="4500000" y="1980000"/>
            <a:ext cx="3419280" cy="539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1" lang="fr-FR" sz="1800" spc="-1" strike="noStrike">
                <a:solidFill>
                  <a:srgbClr val="000000"/>
                </a:solidFill>
                <a:latin typeface="Arial"/>
                <a:ea typeface="DejaVu Sans"/>
              </a:rPr>
              <a:t>CA actuel : 875 k€ / an </a:t>
            </a:r>
            <a:endParaRPr b="0" lang="fr-FR" sz="1800" spc="-1" strike="noStrike">
              <a:latin typeface="Arial"/>
            </a:endParaRPr>
          </a:p>
        </p:txBody>
      </p:sp>
      <p:pic>
        <p:nvPicPr>
          <p:cNvPr id="172" name="Image 296" descr=""/>
          <p:cNvPicPr/>
          <p:nvPr/>
        </p:nvPicPr>
        <p:blipFill>
          <a:blip r:embed="rId1"/>
          <a:stretch/>
        </p:blipFill>
        <p:spPr>
          <a:xfrm>
            <a:off x="4140000" y="4651560"/>
            <a:ext cx="7771320" cy="2007720"/>
          </a:xfrm>
          <a:prstGeom prst="rect">
            <a:avLst/>
          </a:prstGeom>
          <a:ln w="0">
            <a:solidFill>
              <a:srgbClr val="3465a4"/>
            </a:solidFill>
          </a:ln>
        </p:spPr>
      </p:pic>
      <p:sp>
        <p:nvSpPr>
          <p:cNvPr id="173" name="Flèche : courbe vers le bas 1"/>
          <p:cNvSpPr/>
          <p:nvPr/>
        </p:nvSpPr>
        <p:spPr>
          <a:xfrm flipV="1" rot="1892400">
            <a:off x="2817360" y="5852880"/>
            <a:ext cx="1224000" cy="524520"/>
          </a:xfrm>
          <a:prstGeom prst="curvedDownArrow">
            <a:avLst>
              <a:gd name="adj1" fmla="val 24276"/>
              <a:gd name="adj2" fmla="val 67863"/>
              <a:gd name="adj3" fmla="val 28577"/>
            </a:avLst>
          </a:prstGeom>
          <a:solidFill>
            <a:schemeClr val="accent6">
              <a:lumMod val="60000"/>
              <a:lumOff val="40000"/>
            </a:schemeClr>
          </a:solidFill>
          <a:ln>
            <a:solidFill>
              <a:srgbClr val="f79646"/>
            </a:solidFill>
          </a:ln>
        </p:spPr>
        <p:style>
          <a:lnRef idx="2">
            <a:schemeClr val="accent6"/>
          </a:lnRef>
          <a:fillRef idx="1">
            <a:schemeClr val="lt1"/>
          </a:fillRef>
          <a:effectRef idx="0">
            <a:schemeClr val="accent6"/>
          </a:effectRef>
          <a:fontRef idx="minor"/>
        </p:style>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Gains financiers attendus</a:t>
            </a:r>
            <a:endParaRPr b="0" lang="fr-FR" sz="4000" spc="-1" strike="noStrike">
              <a:latin typeface="Arial"/>
            </a:endParaRPr>
          </a:p>
        </p:txBody>
      </p:sp>
      <p:pic>
        <p:nvPicPr>
          <p:cNvPr id="175" name="Image 299" descr=""/>
          <p:cNvPicPr/>
          <p:nvPr/>
        </p:nvPicPr>
        <p:blipFill>
          <a:blip r:embed="rId1"/>
          <a:stretch/>
        </p:blipFill>
        <p:spPr>
          <a:xfrm>
            <a:off x="720000" y="1264680"/>
            <a:ext cx="10073160" cy="5394600"/>
          </a:xfrm>
          <a:prstGeom prst="rect">
            <a:avLst/>
          </a:prstGeom>
          <a:ln w="0">
            <a:noFill/>
          </a:ln>
        </p:spPr>
      </p:pic>
      <p:sp>
        <p:nvSpPr>
          <p:cNvPr id="176" name="Ellipse 300"/>
          <p:cNvSpPr/>
          <p:nvPr/>
        </p:nvSpPr>
        <p:spPr>
          <a:xfrm>
            <a:off x="3168000" y="4536000"/>
            <a:ext cx="359280" cy="2159280"/>
          </a:xfrm>
          <a:prstGeom prst="ellipse">
            <a:avLst/>
          </a:prstGeom>
          <a:noFill/>
          <a:ln w="29160">
            <a:solidFill>
              <a:srgbClr val="c9211e"/>
            </a:solidFill>
            <a:round/>
          </a:ln>
        </p:spPr>
        <p:style>
          <a:lnRef idx="0"/>
          <a:fillRef idx="0"/>
          <a:effectRef idx="0"/>
          <a:fontRef idx="minor"/>
        </p:style>
      </p:sp>
      <p:sp>
        <p:nvSpPr>
          <p:cNvPr id="177" name="ZoneTexte 301"/>
          <p:cNvSpPr/>
          <p:nvPr/>
        </p:nvSpPr>
        <p:spPr>
          <a:xfrm>
            <a:off x="2772000" y="3897720"/>
            <a:ext cx="1259280" cy="60156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fr-FR" sz="1800" spc="-1" strike="noStrike">
                <a:solidFill>
                  <a:srgbClr val="c9211e"/>
                </a:solidFill>
                <a:latin typeface="Arial"/>
                <a:ea typeface="DejaVu Sans"/>
              </a:rPr>
              <a:t>Rentabilité atteinte</a:t>
            </a:r>
            <a:endParaRPr b="0" lang="fr-FR" sz="1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Gains stratégiques &amp; opérationnels attendus</a:t>
            </a:r>
            <a:endParaRPr b="0" lang="fr-FR" sz="4000" spc="-1" strike="noStrike">
              <a:latin typeface="Arial"/>
            </a:endParaRPr>
          </a:p>
        </p:txBody>
      </p:sp>
      <p:sp>
        <p:nvSpPr>
          <p:cNvPr id="179" name="PlaceHolder 2"/>
          <p:cNvSpPr>
            <a:spLocks noGrp="1"/>
          </p:cNvSpPr>
          <p:nvPr>
            <p:ph/>
          </p:nvPr>
        </p:nvSpPr>
        <p:spPr>
          <a:xfrm>
            <a:off x="180000" y="1485720"/>
            <a:ext cx="11879280" cy="5173560"/>
          </a:xfrm>
          <a:prstGeom prst="rect">
            <a:avLst/>
          </a:prstGeom>
          <a:noFill/>
          <a:ln w="0">
            <a:noFill/>
          </a:ln>
        </p:spPr>
        <p:txBody>
          <a:bodyPr lIns="99720" rIns="99720" tIns="49680" bIns="49680" anchor="t">
            <a:noAutofit/>
          </a:bodyPr>
          <a:p>
            <a:pPr marL="228600" indent="0">
              <a:lnSpc>
                <a:spcPct val="90000"/>
              </a:lnSpc>
              <a:spcBef>
                <a:spcPts val="400"/>
              </a:spcBef>
              <a:buNone/>
              <a:tabLst>
                <a:tab algn="l" pos="0"/>
              </a:tabLst>
            </a:pPr>
            <a:r>
              <a:rPr b="1" lang="en-US" sz="2000" spc="-1" strike="noStrike" u="sng">
                <a:solidFill>
                  <a:srgbClr val="0d0d0d"/>
                </a:solidFill>
                <a:uFillTx/>
                <a:latin typeface="Calibri"/>
                <a:ea typeface="DejaVu Sans"/>
              </a:rPr>
              <a:t>Gains stratégiques :</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Différenciation concurrentielle</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Image innovante</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Meilleure connaissance client avec des données propriétaires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228600" indent="0">
              <a:lnSpc>
                <a:spcPct val="90000"/>
              </a:lnSpc>
              <a:spcBef>
                <a:spcPts val="400"/>
              </a:spcBef>
              <a:buNone/>
              <a:tabLst>
                <a:tab algn="l" pos="0"/>
              </a:tabLst>
            </a:pPr>
            <a:r>
              <a:rPr b="1" lang="en-US" sz="2000" spc="-1" strike="noStrike" u="sng">
                <a:solidFill>
                  <a:srgbClr val="0d0d0d"/>
                </a:solidFill>
                <a:uFillTx/>
                <a:latin typeface="Calibri"/>
                <a:ea typeface="DejaVu Sans"/>
              </a:rPr>
              <a:t>Gains opérationnels :</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Réduction des retours produits </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Ciblage marketing plus pertinent</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Scalabilité via le cloud grâce à l’ajustement automatique des ressources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0" lang="en-US" sz="2000" spc="-1" strike="noStrike" u="sng">
                <a:solidFill>
                  <a:srgbClr val="0d0d0d"/>
                </a:solidFill>
                <a:uFillTx/>
                <a:latin typeface="Calibri"/>
                <a:ea typeface="맑은 고딕"/>
              </a:rPr>
              <a:t>Indicateurs de succès</a:t>
            </a:r>
            <a:r>
              <a:rPr b="0" lang="en-US" sz="2000" spc="-1" strike="noStrike">
                <a:solidFill>
                  <a:srgbClr val="0d0d0d"/>
                </a:solidFill>
                <a:latin typeface="Calibri"/>
                <a:ea typeface="맑은 고딕"/>
              </a:rPr>
              <a:t>  : - Taux d’utilisation des recommandations </a:t>
            </a:r>
            <a:endParaRPr b="0" lang="fr-FR" sz="2000" spc="-1" strike="noStrike">
              <a:latin typeface="Arial"/>
            </a:endParaRPr>
          </a:p>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                                          </a:t>
            </a:r>
            <a:r>
              <a:rPr b="0" lang="en-US" sz="2000" spc="-1" strike="noStrike">
                <a:solidFill>
                  <a:srgbClr val="0d0d0d"/>
                </a:solidFill>
                <a:latin typeface="Calibri"/>
                <a:ea typeface="맑은 고딕"/>
              </a:rPr>
              <a:t>- Satisfaction utilisateur</a:t>
            </a:r>
            <a:endParaRPr b="0" lang="fr-FR" sz="2000" spc="-1" strike="noStrike">
              <a:latin typeface="Arial"/>
            </a:endParaRPr>
          </a:p>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                                          </a:t>
            </a:r>
            <a:r>
              <a:rPr b="0" lang="en-US" sz="2000" spc="-1" strike="noStrike">
                <a:solidFill>
                  <a:srgbClr val="0d0d0d"/>
                </a:solidFill>
                <a:latin typeface="Calibri"/>
                <a:ea typeface="맑은 고딕"/>
              </a:rPr>
              <a:t>- Taux de retour produit</a:t>
            </a:r>
            <a:endParaRPr b="0" lang="fr-FR" sz="2000" spc="-1" strike="noStrike">
              <a:latin typeface="Arial"/>
            </a:endParaRPr>
          </a:p>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                                          </a:t>
            </a:r>
            <a:r>
              <a:rPr b="0" lang="en-US" sz="2000" spc="-1" strike="noStrike">
                <a:solidFill>
                  <a:srgbClr val="0d0d0d"/>
                </a:solidFill>
                <a:latin typeface="Calibri"/>
                <a:ea typeface="맑은 고딕"/>
              </a:rPr>
              <a:t>- Taux d’acceptation des fonctionnalités IA</a:t>
            </a:r>
            <a:endParaRPr b="0" lang="fr-FR" sz="2000" spc="-1" strike="noStrike">
              <a:latin typeface="Arial"/>
            </a:endParaRPr>
          </a:p>
        </p:txBody>
      </p:sp>
      <p:pic>
        <p:nvPicPr>
          <p:cNvPr id="180" name="Image 304" descr=""/>
          <p:cNvPicPr/>
          <p:nvPr/>
        </p:nvPicPr>
        <p:blipFill>
          <a:blip r:embed="rId1"/>
          <a:stretch/>
        </p:blipFill>
        <p:spPr>
          <a:xfrm>
            <a:off x="7898040" y="4917240"/>
            <a:ext cx="2618280" cy="174204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Rectangle 305"/>
          <p:cNvSpPr/>
          <p:nvPr/>
        </p:nvSpPr>
        <p:spPr>
          <a:xfrm>
            <a:off x="9180000" y="1620000"/>
            <a:ext cx="3009600" cy="2339280"/>
          </a:xfrm>
          <a:prstGeom prst="rect">
            <a:avLst/>
          </a:prstGeom>
          <a:solidFill>
            <a:srgbClr val="ffffff"/>
          </a:solidFill>
          <a:ln w="0">
            <a:solidFill>
              <a:srgbClr val="ffffff"/>
            </a:solidFill>
          </a:ln>
        </p:spPr>
        <p:style>
          <a:lnRef idx="0"/>
          <a:fillRef idx="0"/>
          <a:effectRef idx="0"/>
          <a:fontRef idx="minor"/>
        </p:style>
      </p:sp>
      <p:sp>
        <p:nvSpPr>
          <p:cNvPr id="182"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Ressources humaines</a:t>
            </a:r>
            <a:endParaRPr b="0" lang="fr-FR" sz="4000" spc="-1" strike="noStrike">
              <a:latin typeface="Arial"/>
            </a:endParaRPr>
          </a:p>
        </p:txBody>
      </p:sp>
      <p:graphicFrame>
        <p:nvGraphicFramePr>
          <p:cNvPr id="183" name="Tableau 307"/>
          <p:cNvGraphicFramePr/>
          <p:nvPr/>
        </p:nvGraphicFramePr>
        <p:xfrm>
          <a:off x="13320" y="1281240"/>
          <a:ext cx="8536320" cy="5331240"/>
        </p:xfrm>
        <a:graphic>
          <a:graphicData uri="http://schemas.openxmlformats.org/drawingml/2006/table">
            <a:tbl>
              <a:tblPr/>
              <a:tblGrid>
                <a:gridCol w="1837800"/>
                <a:gridCol w="1837800"/>
                <a:gridCol w="1689840"/>
                <a:gridCol w="1759320"/>
                <a:gridCol w="1411920"/>
              </a:tblGrid>
              <a:tr h="605880">
                <a:tc>
                  <a:txBody>
                    <a:bodyPr lIns="90000" rIns="90000" anchor="ctr">
                      <a:noAutofit/>
                    </a:bodyPr>
                    <a:p>
                      <a:pPr algn="ctr">
                        <a:lnSpc>
                          <a:spcPct val="100000"/>
                        </a:lnSpc>
                      </a:pPr>
                      <a:r>
                        <a:rPr b="0" lang="fr-FR" sz="1800" spc="-1" strike="noStrike">
                          <a:solidFill>
                            <a:srgbClr val="ffffff"/>
                          </a:solidFill>
                          <a:latin typeface="Arial"/>
                          <a:ea typeface="DejaVu Sans"/>
                        </a:rPr>
                        <a:t>Profil</a:t>
                      </a:r>
                      <a:endParaRPr b="0" lang="fr-FR" sz="18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000000"/>
                    </a:solidFill>
                  </a:tcPr>
                </a:tc>
                <a:tc>
                  <a:txBody>
                    <a:bodyPr lIns="90000" rIns="90000" anchor="ctr">
                      <a:noAutofit/>
                    </a:bodyPr>
                    <a:p>
                      <a:pPr algn="ctr">
                        <a:lnSpc>
                          <a:spcPct val="100000"/>
                        </a:lnSpc>
                      </a:pPr>
                      <a:r>
                        <a:rPr b="0" lang="fr-FR" sz="1800" spc="-1" strike="noStrike">
                          <a:solidFill>
                            <a:srgbClr val="ffffff"/>
                          </a:solidFill>
                          <a:latin typeface="Arial"/>
                          <a:ea typeface="DejaVu Sans"/>
                        </a:rPr>
                        <a:t>Rôle</a:t>
                      </a:r>
                      <a:endParaRPr b="0" lang="fr-FR" sz="18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000000"/>
                    </a:solidFill>
                  </a:tcPr>
                </a:tc>
                <a:tc>
                  <a:txBody>
                    <a:bodyPr lIns="90000" rIns="90000" anchor="ctr">
                      <a:noAutofit/>
                    </a:bodyPr>
                    <a:p>
                      <a:pPr algn="ctr">
                        <a:lnSpc>
                          <a:spcPct val="100000"/>
                        </a:lnSpc>
                      </a:pPr>
                      <a:r>
                        <a:rPr b="0" lang="fr-FR" sz="1800" spc="-1" strike="noStrike">
                          <a:solidFill>
                            <a:srgbClr val="ffffff"/>
                          </a:solidFill>
                          <a:latin typeface="Arial"/>
                          <a:ea typeface="DejaVu Sans"/>
                        </a:rPr>
                        <a:t>Coût journalier</a:t>
                      </a:r>
                      <a:endParaRPr b="0" lang="fr-FR" sz="18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000000"/>
                    </a:solidFill>
                  </a:tcPr>
                </a:tc>
                <a:tc>
                  <a:txBody>
                    <a:bodyPr lIns="90000" rIns="90000" anchor="ctr">
                      <a:noAutofit/>
                    </a:bodyPr>
                    <a:p>
                      <a:pPr algn="ctr">
                        <a:lnSpc>
                          <a:spcPct val="100000"/>
                        </a:lnSpc>
                      </a:pPr>
                      <a:r>
                        <a:rPr b="0" lang="fr-FR" sz="1800" spc="-1" strike="noStrike">
                          <a:solidFill>
                            <a:srgbClr val="ffffff"/>
                          </a:solidFill>
                          <a:latin typeface="Arial"/>
                          <a:ea typeface="DejaVu Sans"/>
                        </a:rPr>
                        <a:t>Nb de jours de travail par profil</a:t>
                      </a:r>
                      <a:endParaRPr b="0" lang="fr-FR" sz="18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000000"/>
                    </a:solidFill>
                  </a:tcPr>
                </a:tc>
                <a:tc>
                  <a:txBody>
                    <a:bodyPr lIns="90000" rIns="90000" anchor="ctr">
                      <a:noAutofit/>
                    </a:bodyPr>
                    <a:p>
                      <a:pPr algn="ctr">
                        <a:lnSpc>
                          <a:spcPct val="100000"/>
                        </a:lnSpc>
                      </a:pPr>
                      <a:r>
                        <a:rPr b="0" lang="fr-FR" sz="1800" spc="-1" strike="noStrike">
                          <a:solidFill>
                            <a:srgbClr val="ffffff"/>
                          </a:solidFill>
                          <a:latin typeface="Arial"/>
                          <a:ea typeface="DejaVu Sans"/>
                        </a:rPr>
                        <a:t>Coût salaire estimé</a:t>
                      </a:r>
                      <a:endParaRPr b="0" lang="fr-FR" sz="18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000000"/>
                    </a:solidFill>
                  </a:tcPr>
                </a:tc>
              </a:tr>
              <a:tr h="525240">
                <a:tc>
                  <a:txBody>
                    <a:bodyPr lIns="90000" rIns="90000" anchor="ctr">
                      <a:noAutofit/>
                    </a:bodyPr>
                    <a:p>
                      <a:pPr algn="ctr">
                        <a:lnSpc>
                          <a:spcPct val="100000"/>
                        </a:lnSpc>
                      </a:pPr>
                      <a:r>
                        <a:rPr b="0" lang="fr-FR" sz="1400" spc="-1" strike="noStrike">
                          <a:solidFill>
                            <a:srgbClr val="000000"/>
                          </a:solidFill>
                          <a:latin typeface="Calibri"/>
                          <a:ea typeface="DejaVu Sans"/>
                        </a:rPr>
                        <a:t>Product Owner</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spcBef>
                          <a:spcPts val="1417"/>
                        </a:spcBef>
                      </a:pPr>
                      <a:r>
                        <a:rPr b="0" lang="fr-FR" sz="1400" spc="-1" strike="noStrike">
                          <a:solidFill>
                            <a:srgbClr val="000000"/>
                          </a:solidFill>
                          <a:latin typeface="Calibri"/>
                          <a:ea typeface="DejaVu Sans"/>
                        </a:rPr>
                        <a:t> </a:t>
                      </a:r>
                      <a:r>
                        <a:rPr b="0" lang="fr-FR" sz="1400" spc="-1" strike="noStrike">
                          <a:solidFill>
                            <a:srgbClr val="000000"/>
                          </a:solidFill>
                          <a:latin typeface="Calibri"/>
                          <a:ea typeface="DejaVu Sans"/>
                        </a:rPr>
                        <a:t>Interface métier  / Vision produit</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600 €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4,91</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2946 €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525240">
                <a:tc>
                  <a:txBody>
                    <a:bodyPr lIns="90000" rIns="90000" anchor="ctr">
                      <a:noAutofit/>
                    </a:bodyPr>
                    <a:p>
                      <a:pPr algn="ctr">
                        <a:lnSpc>
                          <a:spcPct val="100000"/>
                        </a:lnSpc>
                      </a:pPr>
                      <a:r>
                        <a:rPr b="0" lang="fr-FR" sz="1400" spc="-1" strike="noStrike">
                          <a:solidFill>
                            <a:srgbClr val="000000"/>
                          </a:solidFill>
                          <a:latin typeface="Calibri"/>
                          <a:ea typeface="DejaVu Sans"/>
                        </a:rPr>
                        <a:t>IA Project Manager</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 </a:t>
                      </a:r>
                      <a:r>
                        <a:rPr b="0" lang="fr-FR" sz="1400" spc="-1" strike="noStrike">
                          <a:solidFill>
                            <a:srgbClr val="000000"/>
                          </a:solidFill>
                          <a:latin typeface="Calibri"/>
                          <a:ea typeface="DejaVu Sans"/>
                        </a:rPr>
                        <a:t>Interface IA / Traduction des besoins métiers en modèle IA</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700 €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7,70</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5390 €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r>
              <a:tr h="525240">
                <a:tc>
                  <a:txBody>
                    <a:bodyPr lIns="90000" rIns="90000" anchor="ctr">
                      <a:noAutofit/>
                    </a:bodyPr>
                    <a:p>
                      <a:pPr algn="ctr">
                        <a:lnSpc>
                          <a:spcPct val="100000"/>
                        </a:lnSpc>
                      </a:pPr>
                      <a:r>
                        <a:rPr b="0" lang="fr-FR" sz="1400" spc="-1" strike="noStrike">
                          <a:solidFill>
                            <a:srgbClr val="000000"/>
                          </a:solidFill>
                          <a:latin typeface="Calibri"/>
                          <a:ea typeface="DejaVu Sans"/>
                        </a:rPr>
                        <a:t>SCRUM Master</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Facilitateur Agile</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500 €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4,30</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2150 €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525240">
                <a:tc>
                  <a:txBody>
                    <a:bodyPr lIns="90000" rIns="90000" anchor="ctr">
                      <a:noAutofit/>
                    </a:bodyPr>
                    <a:p>
                      <a:pPr algn="ctr">
                        <a:lnSpc>
                          <a:spcPct val="100000"/>
                        </a:lnSpc>
                      </a:pPr>
                      <a:r>
                        <a:rPr b="0" lang="fr-FR" sz="1400" spc="-1" strike="noStrike">
                          <a:solidFill>
                            <a:srgbClr val="000000"/>
                          </a:solidFill>
                          <a:latin typeface="Calibri"/>
                          <a:ea typeface="DejaVu Sans"/>
                        </a:rPr>
                        <a:t>Data Scientist</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Responsable des modèles IA et de leur industrialisation</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500 €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38,50</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19250 €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r>
              <a:tr h="525240">
                <a:tc>
                  <a:txBody>
                    <a:bodyPr lIns="90000" rIns="90000" anchor="ctr">
                      <a:noAutofit/>
                    </a:bodyPr>
                    <a:p>
                      <a:pPr algn="ctr">
                        <a:lnSpc>
                          <a:spcPct val="100000"/>
                        </a:lnSpc>
                      </a:pPr>
                      <a:r>
                        <a:rPr b="0" lang="fr-FR" sz="1400" spc="-1" strike="noStrike">
                          <a:solidFill>
                            <a:srgbClr val="000000"/>
                          </a:solidFill>
                          <a:latin typeface="Calibri"/>
                          <a:ea typeface="DejaVu Sans"/>
                        </a:rPr>
                        <a:t>Data Engineer</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Responsable des flux de données</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650 €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20,45</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13292 €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525240">
                <a:tc>
                  <a:txBody>
                    <a:bodyPr lIns="90000" rIns="90000" anchor="ctr">
                      <a:noAutofit/>
                    </a:bodyPr>
                    <a:p>
                      <a:pPr algn="ctr">
                        <a:lnSpc>
                          <a:spcPct val="100000"/>
                        </a:lnSpc>
                      </a:pPr>
                      <a:r>
                        <a:rPr b="0" lang="fr-FR" sz="1400" spc="-1" strike="noStrike">
                          <a:solidFill>
                            <a:srgbClr val="000000"/>
                          </a:solidFill>
                          <a:latin typeface="Calibri"/>
                          <a:ea typeface="DejaVu Sans"/>
                        </a:rPr>
                        <a:t>UX/UI designer</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Parcours utilisateur et ergonomie</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500 €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7,10</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3550 €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r>
              <a:tr h="525240">
                <a:tc>
                  <a:txBody>
                    <a:bodyPr lIns="90000" rIns="90000" anchor="ctr">
                      <a:noAutofit/>
                    </a:bodyPr>
                    <a:p>
                      <a:pPr algn="ctr">
                        <a:lnSpc>
                          <a:spcPct val="100000"/>
                        </a:lnSpc>
                      </a:pPr>
                      <a:r>
                        <a:rPr b="0" lang="fr-FR" sz="1400" spc="-1" strike="noStrike">
                          <a:solidFill>
                            <a:srgbClr val="000000"/>
                          </a:solidFill>
                          <a:latin typeface="Calibri"/>
                          <a:ea typeface="DejaVu Sans"/>
                        </a:rPr>
                        <a:t>Développeur Backend</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Coeur de l’application (API et sécurité)</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550 €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19,15</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10532 €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525240">
                <a:tc>
                  <a:txBody>
                    <a:bodyPr lIns="90000" rIns="90000" anchor="ctr">
                      <a:noAutofit/>
                    </a:bodyPr>
                    <a:p>
                      <a:pPr algn="ctr">
                        <a:lnSpc>
                          <a:spcPct val="100000"/>
                        </a:lnSpc>
                      </a:pPr>
                      <a:r>
                        <a:rPr b="0" lang="fr-FR" sz="1400" spc="-1" strike="noStrike">
                          <a:solidFill>
                            <a:srgbClr val="000000"/>
                          </a:solidFill>
                          <a:latin typeface="Calibri"/>
                          <a:ea typeface="DejaVu Sans"/>
                        </a:rPr>
                        <a:t>Développeur Frontend</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Interface utilisateur de l’application</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550 €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19,20</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10560€</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ffffff"/>
                    </a:solidFill>
                  </a:tcPr>
                </a:tc>
              </a:tr>
              <a:tr h="523800">
                <a:tc>
                  <a:txBody>
                    <a:bodyPr lIns="90000" rIns="90000" anchor="ctr">
                      <a:noAutofit/>
                    </a:bodyPr>
                    <a:p>
                      <a:pPr algn="ctr">
                        <a:lnSpc>
                          <a:spcPct val="100000"/>
                        </a:lnSpc>
                      </a:pPr>
                      <a:r>
                        <a:rPr b="0" lang="fr-FR" sz="1400" spc="-1" strike="noStrike">
                          <a:solidFill>
                            <a:srgbClr val="000000"/>
                          </a:solidFill>
                          <a:latin typeface="Calibri"/>
                          <a:ea typeface="DejaVu Sans"/>
                        </a:rPr>
                        <a:t>DPO</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Conformité RGPD</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700 €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1,20</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chor="ctr">
                      <a:noAutofit/>
                    </a:bodyPr>
                    <a:p>
                      <a:pPr algn="ctr">
                        <a:lnSpc>
                          <a:spcPct val="100000"/>
                        </a:lnSpc>
                      </a:pPr>
                      <a:r>
                        <a:rPr b="0" lang="fr-FR" sz="1400" spc="-1" strike="noStrike">
                          <a:solidFill>
                            <a:srgbClr val="000000"/>
                          </a:solidFill>
                          <a:latin typeface="Calibri"/>
                          <a:ea typeface="DejaVu Sans"/>
                        </a:rPr>
                        <a:t>840 €</a:t>
                      </a:r>
                      <a:endParaRPr b="0" lang="fr-FR" sz="14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184" name="Flèche : droite 308"/>
          <p:cNvSpPr/>
          <p:nvPr/>
        </p:nvSpPr>
        <p:spPr>
          <a:xfrm>
            <a:off x="9000000" y="1620000"/>
            <a:ext cx="359280" cy="35928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185" name="ZoneTexte 309"/>
          <p:cNvSpPr/>
          <p:nvPr/>
        </p:nvSpPr>
        <p:spPr>
          <a:xfrm>
            <a:off x="9468000" y="1389240"/>
            <a:ext cx="2339280" cy="857520"/>
          </a:xfrm>
          <a:prstGeom prst="rect">
            <a:avLst/>
          </a:prstGeom>
          <a:noFill/>
          <a:ln w="0">
            <a:solidFill>
              <a:srgbClr val="000000"/>
            </a:solidFill>
          </a:ln>
        </p:spPr>
        <p:style>
          <a:lnRef idx="0"/>
          <a:fillRef idx="0"/>
          <a:effectRef idx="0"/>
          <a:fontRef idx="minor"/>
        </p:style>
        <p:txBody>
          <a:bodyPr lIns="90000" rIns="90000" tIns="45000" bIns="45000" anchor="ctr">
            <a:noAutofit/>
          </a:bodyPr>
          <a:p>
            <a:pPr algn="ctr">
              <a:lnSpc>
                <a:spcPct val="100000"/>
              </a:lnSpc>
            </a:pPr>
            <a:r>
              <a:rPr b="0" lang="fr-FR" sz="1800" spc="-1" strike="noStrike">
                <a:solidFill>
                  <a:srgbClr val="000000"/>
                </a:solidFill>
                <a:latin typeface="Arial"/>
                <a:ea typeface="DejaVu Sans"/>
              </a:rPr>
              <a:t>Coût humain pour le développement :</a:t>
            </a:r>
            <a:endParaRPr b="0" lang="fr-FR" sz="1800" spc="-1" strike="noStrike">
              <a:latin typeface="Arial"/>
            </a:endParaRPr>
          </a:p>
          <a:p>
            <a:pPr algn="ctr">
              <a:lnSpc>
                <a:spcPct val="100000"/>
              </a:lnSpc>
            </a:pPr>
            <a:r>
              <a:rPr b="1" lang="fr-FR" sz="1800" spc="-1" strike="noStrike">
                <a:solidFill>
                  <a:srgbClr val="000000"/>
                </a:solidFill>
                <a:latin typeface="Arial"/>
                <a:ea typeface="DejaVu Sans"/>
              </a:rPr>
              <a:t>68511 €</a:t>
            </a:r>
            <a:endParaRPr b="0" lang="fr-FR" sz="1800" spc="-1" strike="noStrike">
              <a:latin typeface="Arial"/>
            </a:endParaRPr>
          </a:p>
        </p:txBody>
      </p:sp>
      <p:sp>
        <p:nvSpPr>
          <p:cNvPr id="186" name="ZoneTexte 310"/>
          <p:cNvSpPr/>
          <p:nvPr/>
        </p:nvSpPr>
        <p:spPr>
          <a:xfrm>
            <a:off x="9000000" y="4500000"/>
            <a:ext cx="2879280" cy="1113480"/>
          </a:xfrm>
          <a:prstGeom prst="rect">
            <a:avLst/>
          </a:prstGeom>
          <a:noFill/>
          <a:ln w="0">
            <a:solidFill>
              <a:srgbClr val="000000"/>
            </a:solidFill>
          </a:ln>
        </p:spPr>
        <p:style>
          <a:lnRef idx="0"/>
          <a:fillRef idx="0"/>
          <a:effectRef idx="0"/>
          <a:fontRef idx="minor"/>
        </p:style>
        <p:txBody>
          <a:bodyPr lIns="90000" rIns="90000" tIns="45000" bIns="45000" anchor="ctr">
            <a:noAutofit/>
          </a:bodyPr>
          <a:p>
            <a:pPr algn="ctr">
              <a:lnSpc>
                <a:spcPct val="100000"/>
              </a:lnSpc>
            </a:pPr>
            <a:r>
              <a:rPr b="0" lang="fr-FR" sz="1800" spc="-1" strike="noStrike">
                <a:solidFill>
                  <a:srgbClr val="000000"/>
                </a:solidFill>
                <a:latin typeface="Arial"/>
                <a:ea typeface="DejaVu Sans"/>
              </a:rPr>
              <a:t>Coût humain pour la maintenance :</a:t>
            </a:r>
            <a:endParaRPr b="0" lang="fr-FR" sz="1800" spc="-1" strike="noStrike">
              <a:latin typeface="Arial"/>
            </a:endParaRPr>
          </a:p>
          <a:p>
            <a:pPr algn="ctr">
              <a:lnSpc>
                <a:spcPct val="100000"/>
              </a:lnSpc>
            </a:pPr>
            <a:r>
              <a:rPr b="1" lang="fr-FR" sz="1800" spc="-1" strike="noStrike">
                <a:solidFill>
                  <a:srgbClr val="000000"/>
                </a:solidFill>
                <a:latin typeface="Arial"/>
                <a:ea typeface="DejaVu Sans"/>
              </a:rPr>
              <a:t>2596,16 € / trimestre</a:t>
            </a:r>
            <a:endParaRPr b="0" lang="fr-FR" sz="1800" spc="-1" strike="noStrike">
              <a:latin typeface="Arial"/>
            </a:endParaRPr>
          </a:p>
        </p:txBody>
      </p:sp>
      <p:sp>
        <p:nvSpPr>
          <p:cNvPr id="187" name="Flèche : droite 311"/>
          <p:cNvSpPr/>
          <p:nvPr/>
        </p:nvSpPr>
        <p:spPr>
          <a:xfrm rot="5400000">
            <a:off x="9719640" y="3150360"/>
            <a:ext cx="1169640" cy="807840"/>
          </a:xfrm>
          <a:prstGeom prst="rightArrow">
            <a:avLst>
              <a:gd name="adj1" fmla="val 50000"/>
              <a:gd name="adj2" fmla="val 36187"/>
            </a:avLst>
          </a:prstGeom>
          <a:solidFill>
            <a:srgbClr val="ffb66c"/>
          </a:solidFill>
          <a:ln w="0">
            <a:solidFill>
              <a:srgbClr val="ff8000"/>
            </a:solidFill>
          </a:ln>
        </p:spPr>
        <p:style>
          <a:lnRef idx="0"/>
          <a:fillRef idx="0"/>
          <a:effectRef idx="0"/>
          <a:fontRef idx="minor"/>
        </p:style>
      </p:sp>
      <p:sp>
        <p:nvSpPr>
          <p:cNvPr id="188" name="ZoneTexte 312"/>
          <p:cNvSpPr/>
          <p:nvPr/>
        </p:nvSpPr>
        <p:spPr>
          <a:xfrm>
            <a:off x="8679960" y="3240000"/>
            <a:ext cx="3509640" cy="8992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fr-FR" sz="1800" spc="-1" strike="noStrike">
                <a:solidFill>
                  <a:srgbClr val="000000"/>
                </a:solidFill>
                <a:latin typeface="Arial"/>
                <a:ea typeface="DejaVu Sans"/>
              </a:rPr>
              <a:t>Maintenance = </a:t>
            </a:r>
            <a:endParaRPr b="0" lang="fr-FR" sz="1800" spc="-1" strike="noStrike">
              <a:latin typeface="Arial"/>
            </a:endParaRPr>
          </a:p>
          <a:p>
            <a:pPr algn="ctr">
              <a:lnSpc>
                <a:spcPct val="100000"/>
              </a:lnSpc>
            </a:pPr>
            <a:r>
              <a:rPr b="0" lang="fr-FR" sz="1800" spc="-1" strike="noStrike">
                <a:solidFill>
                  <a:srgbClr val="000000"/>
                </a:solidFill>
                <a:latin typeface="Arial"/>
                <a:ea typeface="DejaVu Sans"/>
              </a:rPr>
              <a:t>15 % du coût de développement</a:t>
            </a:r>
            <a:endParaRPr b="0" lang="fr-FR"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Infastructure technique – Cloud AZURE</a:t>
            </a:r>
            <a:endParaRPr b="0" lang="fr-FR" sz="4000" spc="-1" strike="noStrike">
              <a:latin typeface="Arial"/>
            </a:endParaRPr>
          </a:p>
        </p:txBody>
      </p:sp>
      <p:sp>
        <p:nvSpPr>
          <p:cNvPr id="190" name="PlaceHolder 2"/>
          <p:cNvSpPr>
            <a:spLocks noGrp="1"/>
          </p:cNvSpPr>
          <p:nvPr>
            <p:ph/>
          </p:nvPr>
        </p:nvSpPr>
        <p:spPr>
          <a:xfrm>
            <a:off x="189000" y="1440000"/>
            <a:ext cx="6290280" cy="5219280"/>
          </a:xfrm>
          <a:prstGeom prst="rect">
            <a:avLst/>
          </a:prstGeom>
          <a:noFill/>
          <a:ln w="0">
            <a:noFill/>
          </a:ln>
        </p:spPr>
        <p:txBody>
          <a:bodyPr lIns="99720" rIns="99720" tIns="49680" bIns="49680" anchor="t">
            <a:noAutofit/>
          </a:bodyPr>
          <a:p>
            <a:pPr marL="228600" indent="0">
              <a:lnSpc>
                <a:spcPct val="90000"/>
              </a:lnSpc>
              <a:spcBef>
                <a:spcPts val="400"/>
              </a:spcBef>
              <a:buNone/>
              <a:tabLst>
                <a:tab algn="l" pos="0"/>
              </a:tabLst>
            </a:pPr>
            <a:r>
              <a:rPr b="1" lang="en-US" sz="2000" spc="-1" strike="noStrike" u="sng">
                <a:solidFill>
                  <a:srgbClr val="0d0d0d"/>
                </a:solidFill>
                <a:uFillTx/>
                <a:latin typeface="Calibri"/>
                <a:ea typeface="DejaVu Sans"/>
              </a:rPr>
              <a:t>Développement (3 mois) :</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Machine Learning</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Web App Service niveau B1</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Blob Storage 100 Go</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Cosmos DB</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Key Vault</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DevOps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228600" indent="0">
              <a:lnSpc>
                <a:spcPct val="90000"/>
              </a:lnSpc>
              <a:spcBef>
                <a:spcPts val="400"/>
              </a:spcBef>
              <a:buNone/>
              <a:tabLst>
                <a:tab algn="l" pos="0"/>
              </a:tabLst>
            </a:pPr>
            <a:r>
              <a:rPr b="1" lang="en-US" sz="2000" spc="-1" strike="noStrike" u="sng">
                <a:solidFill>
                  <a:srgbClr val="0d0d0d"/>
                </a:solidFill>
                <a:uFillTx/>
                <a:latin typeface="Calibri"/>
                <a:ea typeface="DejaVu Sans"/>
              </a:rPr>
              <a:t>Production :</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Web App Service niveau S1</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Blob Storage 200 Go</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Cosmos DB avec mise à l’échelle automatique</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Key Vault</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i="1" lang="en-US" sz="2000" spc="-1" strike="noStrike">
                <a:solidFill>
                  <a:srgbClr val="0d0d0d"/>
                </a:solidFill>
                <a:latin typeface="Calibri"/>
                <a:ea typeface="맑은 고딕"/>
              </a:rPr>
              <a:t>Azure Monitor</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p:txBody>
      </p:sp>
      <p:sp>
        <p:nvSpPr>
          <p:cNvPr id="191" name="Forme libre : forme 315"/>
          <p:cNvSpPr/>
          <p:nvPr/>
        </p:nvSpPr>
        <p:spPr>
          <a:xfrm>
            <a:off x="6300000" y="1620000"/>
            <a:ext cx="539280" cy="2339280"/>
          </a:xfrm>
          <a:custGeom>
            <a:avLst/>
            <a:gdLst>
              <a:gd name="textAreaLeft" fmla="*/ 0 w 539280"/>
              <a:gd name="textAreaRight" fmla="*/ 195120 w 539280"/>
              <a:gd name="textAreaTop" fmla="*/ 60840 h 2339280"/>
              <a:gd name="textAreaBottom" fmla="*/ 2279160 h 2339280"/>
            </a:gdLst>
            <a:ah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0">
            <a:solidFill>
              <a:srgbClr val="ff8000"/>
            </a:solidFill>
          </a:ln>
        </p:spPr>
        <p:style>
          <a:lnRef idx="0"/>
          <a:fillRef idx="0"/>
          <a:effectRef idx="0"/>
          <a:fontRef idx="minor"/>
        </p:style>
      </p:sp>
      <p:sp>
        <p:nvSpPr>
          <p:cNvPr id="192" name="ZoneTexte 316"/>
          <p:cNvSpPr/>
          <p:nvPr/>
        </p:nvSpPr>
        <p:spPr>
          <a:xfrm>
            <a:off x="7020000" y="2196000"/>
            <a:ext cx="3419280" cy="118728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r>
              <a:rPr b="0" lang="fr-FR" sz="1800" spc="-1" strike="noStrike">
                <a:solidFill>
                  <a:srgbClr val="000000"/>
                </a:solidFill>
                <a:latin typeface="Arial"/>
                <a:ea typeface="DejaVu Sans"/>
              </a:rPr>
              <a:t>Estimation : 202,32 € / mois</a:t>
            </a:r>
            <a:endParaRPr b="0" lang="fr-FR" sz="1800" spc="-1" strike="noStrike">
              <a:latin typeface="Arial"/>
            </a:endParaRPr>
          </a:p>
        </p:txBody>
      </p:sp>
      <p:sp>
        <p:nvSpPr>
          <p:cNvPr id="193" name="Forme libre : forme 317"/>
          <p:cNvSpPr/>
          <p:nvPr/>
        </p:nvSpPr>
        <p:spPr>
          <a:xfrm>
            <a:off x="6300000" y="4320000"/>
            <a:ext cx="539280" cy="2159280"/>
          </a:xfrm>
          <a:custGeom>
            <a:avLst/>
            <a:gdLst>
              <a:gd name="textAreaLeft" fmla="*/ 0 w 539280"/>
              <a:gd name="textAreaRight" fmla="*/ 195120 w 539280"/>
              <a:gd name="textAreaTop" fmla="*/ 56160 h 2159280"/>
              <a:gd name="textAreaBottom" fmla="*/ 2103840 h 2159280"/>
            </a:gdLst>
            <a:ah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0">
            <a:solidFill>
              <a:srgbClr val="ff8000"/>
            </a:solidFill>
          </a:ln>
        </p:spPr>
        <p:style>
          <a:lnRef idx="0"/>
          <a:fillRef idx="0"/>
          <a:effectRef idx="0"/>
          <a:fontRef idx="minor"/>
        </p:style>
      </p:sp>
      <p:sp>
        <p:nvSpPr>
          <p:cNvPr id="194" name="ZoneTexte 318"/>
          <p:cNvSpPr/>
          <p:nvPr/>
        </p:nvSpPr>
        <p:spPr>
          <a:xfrm>
            <a:off x="7020000" y="4788000"/>
            <a:ext cx="4319280" cy="118728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r>
              <a:rPr b="0" lang="fr-FR" sz="1800" spc="-1" strike="noStrike">
                <a:solidFill>
                  <a:srgbClr val="000000"/>
                </a:solidFill>
                <a:latin typeface="Arial"/>
                <a:ea typeface="Microsoft YaHei"/>
              </a:rPr>
              <a:t>Estimati</a:t>
            </a:r>
            <a:r>
              <a:rPr b="0" lang="fr-FR" sz="1800" spc="-1" strike="noStrike">
                <a:solidFill>
                  <a:srgbClr val="000000"/>
                </a:solidFill>
                <a:latin typeface="Arial"/>
                <a:ea typeface="DejaVu Sans"/>
              </a:rPr>
              <a:t>on : 2396,81 € / trimestre</a:t>
            </a:r>
            <a:endParaRPr b="0" lang="fr-FR" sz="18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Méthode Agile</a:t>
            </a:r>
            <a:endParaRPr b="0" lang="fr-FR" sz="4000" spc="-1" strike="noStrike">
              <a:latin typeface="Arial"/>
            </a:endParaRPr>
          </a:p>
        </p:txBody>
      </p:sp>
      <p:pic>
        <p:nvPicPr>
          <p:cNvPr id="196" name="Image 320" descr=""/>
          <p:cNvPicPr/>
          <p:nvPr/>
        </p:nvPicPr>
        <p:blipFill>
          <a:blip r:embed="rId1"/>
          <a:stretch/>
        </p:blipFill>
        <p:spPr>
          <a:xfrm>
            <a:off x="2131920" y="1368000"/>
            <a:ext cx="7659360" cy="5418720"/>
          </a:xfrm>
          <a:prstGeom prst="rect">
            <a:avLst/>
          </a:prstGeom>
          <a:ln w="0">
            <a:noFill/>
          </a:ln>
        </p:spPr>
      </p:pic>
      <p:sp>
        <p:nvSpPr>
          <p:cNvPr id="197" name="Rectangle 321"/>
          <p:cNvSpPr/>
          <p:nvPr/>
        </p:nvSpPr>
        <p:spPr>
          <a:xfrm>
            <a:off x="9720000" y="1368000"/>
            <a:ext cx="2469600" cy="2411280"/>
          </a:xfrm>
          <a:prstGeom prst="rect">
            <a:avLst/>
          </a:prstGeom>
          <a:solidFill>
            <a:srgbClr val="ffffff"/>
          </a:solidFill>
          <a:ln w="0">
            <a:solidFill>
              <a:srgbClr val="ffffff"/>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Méthode Agile SCRUM</a:t>
            </a:r>
            <a:endParaRPr b="0" lang="fr-FR" sz="4000" spc="-1" strike="noStrike">
              <a:latin typeface="Arial"/>
            </a:endParaRPr>
          </a:p>
        </p:txBody>
      </p:sp>
      <p:sp>
        <p:nvSpPr>
          <p:cNvPr id="199" name="PlaceHolder 2"/>
          <p:cNvSpPr>
            <a:spLocks noGrp="1"/>
          </p:cNvSpPr>
          <p:nvPr>
            <p:ph/>
          </p:nvPr>
        </p:nvSpPr>
        <p:spPr>
          <a:xfrm>
            <a:off x="180000" y="1296000"/>
            <a:ext cx="10970280" cy="4823280"/>
          </a:xfrm>
          <a:prstGeom prst="rect">
            <a:avLst/>
          </a:prstGeom>
          <a:noFill/>
          <a:ln w="0">
            <a:noFill/>
          </a:ln>
        </p:spPr>
        <p:txBody>
          <a:bodyPr lIns="99720" rIns="99720" tIns="49680" bIns="49680" anchor="t">
            <a:noAutofit/>
          </a:bodyPr>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Travail par sprints de 2 semaines (6 au total → 3 mois de développement)</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Backlog priorisé en continu (méthode MoSCoW)</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Livraison incrémentale</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Feedback utilisateur régulier</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1" lang="en-US" sz="2000" spc="-1" strike="noStrike" u="sng">
                <a:solidFill>
                  <a:srgbClr val="0d0d0d"/>
                </a:solidFill>
                <a:uFillTx/>
                <a:latin typeface="Calibri"/>
                <a:ea typeface="맑은 고딕"/>
              </a:rPr>
              <a:t>Avantages</a:t>
            </a:r>
            <a:r>
              <a:rPr b="0" lang="en-US" sz="2000" spc="-1" strike="noStrike">
                <a:solidFill>
                  <a:srgbClr val="0d0d0d"/>
                </a:solidFill>
                <a:latin typeface="Calibri"/>
                <a:ea typeface="맑은 고딕"/>
              </a:rPr>
              <a:t> :</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Réduction des risques</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Adaptation rapide</a:t>
            </a:r>
            <a:endParaRPr b="0" lang="fr-FR" sz="2000" spc="-1" strike="noStrike">
              <a:latin typeface="Arial"/>
            </a:endParaRPr>
          </a:p>
          <a:p>
            <a:pPr marL="373320" indent="-37332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Visibilité pour les décideurs</a:t>
            </a:r>
            <a:endParaRPr b="0" lang="fr-FR" sz="2000" spc="-1" strike="noStrike">
              <a:latin typeface="Arial"/>
            </a:endParaRPr>
          </a:p>
        </p:txBody>
      </p:sp>
      <p:pic>
        <p:nvPicPr>
          <p:cNvPr id="200" name="Image 324" descr=""/>
          <p:cNvPicPr/>
          <p:nvPr/>
        </p:nvPicPr>
        <p:blipFill>
          <a:blip r:embed="rId1"/>
          <a:stretch/>
        </p:blipFill>
        <p:spPr>
          <a:xfrm>
            <a:off x="2513520" y="3259440"/>
            <a:ext cx="9676080" cy="35992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Organisation des rituels SCRUM</a:t>
            </a:r>
            <a:endParaRPr b="0" lang="fr-FR" sz="4000" spc="-1" strike="noStrike">
              <a:latin typeface="Arial"/>
            </a:endParaRPr>
          </a:p>
        </p:txBody>
      </p:sp>
      <p:sp>
        <p:nvSpPr>
          <p:cNvPr id="202" name="PlaceHolder 2"/>
          <p:cNvSpPr>
            <a:spLocks noGrp="1"/>
          </p:cNvSpPr>
          <p:nvPr>
            <p:ph/>
          </p:nvPr>
        </p:nvSpPr>
        <p:spPr>
          <a:xfrm>
            <a:off x="360000" y="1485720"/>
            <a:ext cx="4679280" cy="5173560"/>
          </a:xfrm>
          <a:prstGeom prst="rect">
            <a:avLst/>
          </a:prstGeom>
          <a:noFill/>
          <a:ln w="0">
            <a:noFill/>
          </a:ln>
        </p:spPr>
        <p:txBody>
          <a:bodyPr lIns="99720" rIns="99720" tIns="49680" bIns="49680" anchor="t">
            <a:noAutofit/>
          </a:bodyPr>
          <a:p>
            <a:pPr marL="373320" indent="0">
              <a:lnSpc>
                <a:spcPct val="100000"/>
              </a:lnSpc>
              <a:spcBef>
                <a:spcPts val="400"/>
              </a:spcBef>
              <a:buNone/>
              <a:tabLst>
                <a:tab algn="l" pos="0"/>
              </a:tabLst>
            </a:pPr>
            <a:r>
              <a:rPr b="1" lang="en-US" sz="2000" spc="-1" strike="noStrike" u="sng">
                <a:solidFill>
                  <a:srgbClr val="0d0d0d"/>
                </a:solidFill>
                <a:uFillTx/>
                <a:latin typeface="Calibri"/>
                <a:ea typeface="맑은 고딕"/>
              </a:rPr>
              <a:t>Au début de chaque sprint </a:t>
            </a:r>
            <a:r>
              <a:rPr b="0" lang="en-US" sz="2000" spc="-1" strike="noStrike">
                <a:solidFill>
                  <a:srgbClr val="0d0d0d"/>
                </a:solidFill>
                <a:latin typeface="Calibri"/>
                <a:ea typeface="맑은 고딕"/>
              </a:rPr>
              <a:t>: </a:t>
            </a:r>
            <a:endParaRPr b="0" lang="fr-FR" sz="2000" spc="-1" strike="noStrike">
              <a:latin typeface="Arial"/>
            </a:endParaRPr>
          </a:p>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SPRINT PLANNING (2 – 4h)</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1" lang="en-US" sz="2000" spc="-1" strike="noStrike" u="sng">
                <a:solidFill>
                  <a:srgbClr val="0d0d0d"/>
                </a:solidFill>
                <a:uFillTx/>
                <a:latin typeface="Calibri"/>
                <a:ea typeface="맑은 고딕"/>
              </a:rPr>
              <a:t>A la fin de chaque sprint </a:t>
            </a:r>
            <a:r>
              <a:rPr b="0" lang="en-US" sz="2000" spc="-1" strike="noStrike">
                <a:solidFill>
                  <a:srgbClr val="0d0d0d"/>
                </a:solidFill>
                <a:latin typeface="Calibri"/>
                <a:ea typeface="맑은 고딕"/>
              </a:rPr>
              <a:t>: </a:t>
            </a:r>
            <a:endParaRPr b="0" lang="fr-FR" sz="2000" spc="-1" strike="noStrike">
              <a:latin typeface="Arial"/>
            </a:endParaRPr>
          </a:p>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SPRINT REVIEW (1 – 2h)</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SPRINT RETROSPECTIVE </a:t>
            </a:r>
            <a:endParaRPr b="0" lang="fr-FR" sz="2000" spc="-1" strike="noStrike">
              <a:latin typeface="Arial"/>
            </a:endParaRPr>
          </a:p>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(1 – 2h)</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1" lang="en-US" sz="2000" spc="-1" strike="noStrike" u="sng">
                <a:solidFill>
                  <a:srgbClr val="0d0d0d"/>
                </a:solidFill>
                <a:uFillTx/>
                <a:latin typeface="Calibri"/>
                <a:ea typeface="맑은 고딕"/>
              </a:rPr>
              <a:t>Chaque jour </a:t>
            </a:r>
            <a:r>
              <a:rPr b="0" lang="en-US" sz="2000" spc="-1" strike="noStrike">
                <a:solidFill>
                  <a:srgbClr val="0d0d0d"/>
                </a:solidFill>
                <a:latin typeface="Calibri"/>
                <a:ea typeface="맑은 고딕"/>
              </a:rPr>
              <a:t>: </a:t>
            </a:r>
            <a:endParaRPr b="0" lang="fr-FR" sz="2000" spc="-1" strike="noStrike">
              <a:latin typeface="Arial"/>
            </a:endParaRPr>
          </a:p>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DAILY SCRUM (15 min)</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1" lang="en-US" sz="2000" spc="-1" strike="noStrike" u="sng">
                <a:solidFill>
                  <a:srgbClr val="0d0d0d"/>
                </a:solidFill>
                <a:uFillTx/>
                <a:latin typeface="Calibri"/>
                <a:ea typeface="맑은 고딕"/>
              </a:rPr>
              <a:t>Chaque mois </a:t>
            </a:r>
            <a:r>
              <a:rPr b="0" lang="en-US" sz="2000" spc="-1" strike="noStrike">
                <a:solidFill>
                  <a:srgbClr val="0d0d0d"/>
                </a:solidFill>
                <a:latin typeface="Calibri"/>
                <a:ea typeface="맑은 고딕"/>
              </a:rPr>
              <a:t>: </a:t>
            </a:r>
            <a:endParaRPr b="0" lang="fr-FR" sz="2000" spc="-1" strike="noStrike">
              <a:latin typeface="Arial"/>
            </a:endParaRPr>
          </a:p>
          <a:p>
            <a:pPr marL="373320" indent="0">
              <a:lnSpc>
                <a:spcPct val="100000"/>
              </a:lnSpc>
              <a:spcBef>
                <a:spcPts val="400"/>
              </a:spcBef>
              <a:buNone/>
              <a:tabLst>
                <a:tab algn="l" pos="0"/>
              </a:tabLst>
            </a:pPr>
            <a:r>
              <a:rPr b="0" lang="en-US" sz="2000" spc="-1" strike="noStrike">
                <a:solidFill>
                  <a:srgbClr val="0d0d0d"/>
                </a:solidFill>
                <a:latin typeface="Calibri"/>
                <a:ea typeface="맑은 고딕"/>
              </a:rPr>
              <a:t>Comité de pilotage </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p:txBody>
      </p:sp>
      <p:sp>
        <p:nvSpPr>
          <p:cNvPr id="203" name="Flèche : droite 327"/>
          <p:cNvSpPr/>
          <p:nvPr/>
        </p:nvSpPr>
        <p:spPr>
          <a:xfrm>
            <a:off x="3960000" y="1728000"/>
            <a:ext cx="359280" cy="35928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204" name="ZoneTexte 328"/>
          <p:cNvSpPr/>
          <p:nvPr/>
        </p:nvSpPr>
        <p:spPr>
          <a:xfrm>
            <a:off x="4320000" y="1728000"/>
            <a:ext cx="5579280" cy="431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1800" spc="-1" strike="noStrike">
                <a:solidFill>
                  <a:srgbClr val="000000"/>
                </a:solidFill>
                <a:latin typeface="Arial"/>
                <a:ea typeface="DejaVu Sans"/>
              </a:rPr>
              <a:t>Objectif du sprint (User stories, charge,...)</a:t>
            </a:r>
            <a:endParaRPr b="0" lang="fr-FR" sz="1800" spc="-1" strike="noStrike">
              <a:latin typeface="Arial"/>
            </a:endParaRPr>
          </a:p>
        </p:txBody>
      </p:sp>
      <p:sp>
        <p:nvSpPr>
          <p:cNvPr id="205" name="Flèche : droite 329"/>
          <p:cNvSpPr/>
          <p:nvPr/>
        </p:nvSpPr>
        <p:spPr>
          <a:xfrm>
            <a:off x="3960000" y="2880000"/>
            <a:ext cx="359280" cy="35928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206" name="Rectangle 330"/>
          <p:cNvSpPr/>
          <p:nvPr/>
        </p:nvSpPr>
        <p:spPr>
          <a:xfrm>
            <a:off x="8820000" y="2340000"/>
            <a:ext cx="1979280" cy="1619280"/>
          </a:xfrm>
          <a:prstGeom prst="rect">
            <a:avLst/>
          </a:prstGeom>
          <a:solidFill>
            <a:srgbClr val="ffffff"/>
          </a:solidFill>
          <a:ln w="0">
            <a:solidFill>
              <a:srgbClr val="ffffff"/>
            </a:solidFill>
          </a:ln>
        </p:spPr>
        <p:style>
          <a:lnRef idx="0"/>
          <a:fillRef idx="0"/>
          <a:effectRef idx="0"/>
          <a:fontRef idx="minor"/>
        </p:style>
      </p:sp>
      <p:sp>
        <p:nvSpPr>
          <p:cNvPr id="207" name="ZoneTexte 331"/>
          <p:cNvSpPr/>
          <p:nvPr/>
        </p:nvSpPr>
        <p:spPr>
          <a:xfrm>
            <a:off x="4320000" y="2880000"/>
            <a:ext cx="5579280" cy="431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1800" spc="-1" strike="noStrike">
                <a:solidFill>
                  <a:srgbClr val="000000"/>
                </a:solidFill>
                <a:latin typeface="Arial"/>
                <a:ea typeface="DejaVu Sans"/>
              </a:rPr>
              <a:t>Démonstration des fonctionnalités et feedback métier</a:t>
            </a:r>
            <a:endParaRPr b="0" lang="fr-FR" sz="1800" spc="-1" strike="noStrike">
              <a:latin typeface="Arial"/>
            </a:endParaRPr>
          </a:p>
        </p:txBody>
      </p:sp>
      <p:sp>
        <p:nvSpPr>
          <p:cNvPr id="208" name="Flèche : droite 332"/>
          <p:cNvSpPr/>
          <p:nvPr/>
        </p:nvSpPr>
        <p:spPr>
          <a:xfrm>
            <a:off x="3960000" y="3672000"/>
            <a:ext cx="359280" cy="35928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209" name="ZoneTexte 333"/>
          <p:cNvSpPr/>
          <p:nvPr/>
        </p:nvSpPr>
        <p:spPr>
          <a:xfrm>
            <a:off x="4320000" y="3672000"/>
            <a:ext cx="5759280" cy="601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1800" spc="-1" strike="noStrike">
                <a:solidFill>
                  <a:srgbClr val="000000"/>
                </a:solidFill>
                <a:latin typeface="Arial"/>
                <a:ea typeface="DejaVu Sans"/>
              </a:rPr>
              <a:t>Retour sur ce qui a fonctionné ou non pendant le sprint</a:t>
            </a:r>
            <a:endParaRPr b="0" lang="fr-FR" sz="1800" spc="-1" strike="noStrike">
              <a:latin typeface="Arial"/>
            </a:endParaRPr>
          </a:p>
        </p:txBody>
      </p:sp>
      <p:sp>
        <p:nvSpPr>
          <p:cNvPr id="210" name="Flèche : droite 334"/>
          <p:cNvSpPr/>
          <p:nvPr/>
        </p:nvSpPr>
        <p:spPr>
          <a:xfrm>
            <a:off x="3960000" y="5112720"/>
            <a:ext cx="359280" cy="35928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211" name="ZoneTexte 335"/>
          <p:cNvSpPr/>
          <p:nvPr/>
        </p:nvSpPr>
        <p:spPr>
          <a:xfrm>
            <a:off x="4320000" y="5112720"/>
            <a:ext cx="5759280" cy="601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1800" spc="-1" strike="noStrike">
                <a:solidFill>
                  <a:srgbClr val="000000"/>
                </a:solidFill>
                <a:latin typeface="Arial"/>
                <a:ea typeface="DejaVu Sans"/>
              </a:rPr>
              <a:t>Point d’avancement, problèmes rencontrés,...</a:t>
            </a:r>
            <a:endParaRPr b="0" lang="fr-FR" sz="1800" spc="-1" strike="noStrike">
              <a:latin typeface="Arial"/>
            </a:endParaRPr>
          </a:p>
        </p:txBody>
      </p:sp>
      <p:sp>
        <p:nvSpPr>
          <p:cNvPr id="212" name="Flèche : droite 336"/>
          <p:cNvSpPr/>
          <p:nvPr/>
        </p:nvSpPr>
        <p:spPr>
          <a:xfrm>
            <a:off x="3960720" y="6227280"/>
            <a:ext cx="359280" cy="35928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213" name="ZoneTexte 337"/>
          <p:cNvSpPr/>
          <p:nvPr/>
        </p:nvSpPr>
        <p:spPr>
          <a:xfrm>
            <a:off x="4320000" y="6227280"/>
            <a:ext cx="5759280" cy="601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fr-FR" sz="1800" spc="-1" strike="noStrike">
                <a:solidFill>
                  <a:srgbClr val="000000"/>
                </a:solidFill>
                <a:latin typeface="Arial"/>
                <a:ea typeface="DejaVu Sans"/>
              </a:rPr>
              <a:t>Suivi du planning et du budget, arbitrage stratégique</a:t>
            </a:r>
            <a:endParaRPr b="0" lang="fr-FR"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Planning des sprints</a:t>
            </a:r>
            <a:endParaRPr b="0" lang="fr-FR" sz="4000" spc="-1" strike="noStrike">
              <a:latin typeface="Arial"/>
            </a:endParaRPr>
          </a:p>
        </p:txBody>
      </p:sp>
      <p:pic>
        <p:nvPicPr>
          <p:cNvPr id="215" name="Image 339" descr=""/>
          <p:cNvPicPr/>
          <p:nvPr/>
        </p:nvPicPr>
        <p:blipFill>
          <a:blip r:embed="rId1"/>
          <a:stretch/>
        </p:blipFill>
        <p:spPr>
          <a:xfrm>
            <a:off x="12240" y="1436760"/>
            <a:ext cx="12189240" cy="48625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Principes du RGPD </a:t>
            </a:r>
            <a:endParaRPr b="0" lang="fr-FR" sz="4000" spc="-1" strike="noStrike">
              <a:latin typeface="Arial"/>
            </a:endParaRPr>
          </a:p>
        </p:txBody>
      </p:sp>
      <p:graphicFrame>
        <p:nvGraphicFramePr>
          <p:cNvPr id="1" name="Diagram1"/>
          <p:cNvGraphicFramePr/>
          <p:nvPr>
            <p:extLst>
              <p:ext uri="{D42A27DB-BD31-4B8C-83A1-F6EECF244321}">
                <p14:modId xmlns:p14="http://schemas.microsoft.com/office/powerpoint/2010/main" val="518873583"/>
              </p:ext>
            </p:extLst>
          </p:nvPr>
        </p:nvGraphicFramePr>
        <p:xfrm>
          <a:off x="929880" y="287640"/>
          <a:ext cx="10020960" cy="6480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AI Act Européen</a:t>
            </a:r>
            <a:endParaRPr b="0" lang="fr-FR" sz="4000" spc="-1" strike="noStrike">
              <a:latin typeface="Arial"/>
            </a:endParaRPr>
          </a:p>
        </p:txBody>
      </p:sp>
      <p:sp>
        <p:nvSpPr>
          <p:cNvPr id="218" name=""/>
          <p:cNvSpPr txBox="1"/>
          <p:nvPr/>
        </p:nvSpPr>
        <p:spPr>
          <a:xfrm>
            <a:off x="360000" y="1440000"/>
            <a:ext cx="11520000" cy="5040000"/>
          </a:xfrm>
          <a:prstGeom prst="rect">
            <a:avLst/>
          </a:prstGeom>
          <a:noFill/>
          <a:ln w="0">
            <a:noFill/>
          </a:ln>
        </p:spPr>
        <p:txBody>
          <a:bodyPr lIns="90000" rIns="90000" tIns="45000" bIns="45000" anchor="t">
            <a:noAutofit/>
          </a:bodyPr>
          <a:p>
            <a:r>
              <a:rPr b="0" lang="fr-FR" sz="1800" spc="-1" strike="noStrike">
                <a:latin typeface="Arial"/>
              </a:rPr>
              <a:t>Futur cadre réglementaire européen encadrant les systèmes d’intelligence artificielle</a:t>
            </a:r>
            <a:endParaRPr b="0" lang="fr-FR" sz="1800" spc="-1" strike="noStrike">
              <a:latin typeface="Arial"/>
            </a:endParaRPr>
          </a:p>
          <a:p>
            <a:endParaRPr b="0" lang="fr-FR" sz="1800" spc="-1" strike="noStrike">
              <a:latin typeface="Arial"/>
            </a:endParaRPr>
          </a:p>
          <a:p>
            <a:r>
              <a:rPr b="1" lang="fr-FR" sz="1800" spc="-1" strike="noStrike" u="sng">
                <a:uFillTx/>
                <a:latin typeface="Arial"/>
              </a:rPr>
              <a:t>Objectif</a:t>
            </a:r>
            <a:r>
              <a:rPr b="0" lang="fr-FR" sz="1800" spc="-1" strike="noStrike">
                <a:latin typeface="Arial"/>
              </a:rPr>
              <a:t> : garantir une IA fiable, transparente et respectueuse des droits fondamentaux</a:t>
            </a:r>
            <a:endParaRPr b="0" lang="fr-FR" sz="1800" spc="-1" strike="noStrike">
              <a:latin typeface="Arial"/>
            </a:endParaRPr>
          </a:p>
          <a:p>
            <a:endParaRPr b="0" lang="fr-FR" sz="1800" spc="-1" strike="noStrike">
              <a:latin typeface="Arial"/>
            </a:endParaRPr>
          </a:p>
          <a:p>
            <a:endParaRPr b="0" lang="fr-FR" sz="1800" spc="-1" strike="noStrike">
              <a:latin typeface="Arial"/>
            </a:endParaRPr>
          </a:p>
          <a:p>
            <a:r>
              <a:rPr b="0" lang="fr-FR" sz="1800" spc="-1" strike="noStrike">
                <a:latin typeface="Arial"/>
              </a:rPr>
              <a:t>	</a:t>
            </a:r>
            <a:r>
              <a:rPr b="1" lang="fr-FR" sz="1800" spc="-1" strike="noStrike" u="sng">
                <a:uFillTx/>
                <a:latin typeface="Arial"/>
              </a:rPr>
              <a:t>Notre projet</a:t>
            </a:r>
            <a:r>
              <a:rPr b="0" lang="fr-FR" sz="1800" spc="-1" strike="noStrike">
                <a:latin typeface="Arial"/>
              </a:rPr>
              <a:t> :</a:t>
            </a:r>
            <a:endParaRPr b="0" lang="fr-FR" sz="1800" spc="-1" strike="noStrike">
              <a:latin typeface="Arial"/>
            </a:endParaRPr>
          </a:p>
          <a:p>
            <a:endParaRPr b="0" lang="fr-FR" sz="1800" spc="-1" strike="noStrike">
              <a:latin typeface="Arial"/>
            </a:endParaRPr>
          </a:p>
          <a:p>
            <a:pPr lvl="4" marL="1080000" indent="-216000">
              <a:buClr>
                <a:srgbClr val="000000"/>
              </a:buClr>
              <a:buSzPct val="45000"/>
              <a:buFont typeface="Wingdings" charset="2"/>
              <a:buChar char=""/>
            </a:pPr>
            <a:r>
              <a:rPr b="0" lang="fr-FR" sz="1800" spc="-1" strike="noStrike">
                <a:latin typeface="Arial"/>
              </a:rPr>
              <a:t>IA de recommandation = </a:t>
            </a:r>
            <a:r>
              <a:rPr b="0" lang="fr-FR" sz="1800" spc="-1" strike="noStrike" u="sng">
                <a:uFillTx/>
                <a:latin typeface="Arial"/>
              </a:rPr>
              <a:t>à risque limité</a:t>
            </a:r>
            <a:endParaRPr b="0" lang="fr-FR" sz="1800" spc="-1" strike="noStrike">
              <a:latin typeface="Arial"/>
            </a:endParaRPr>
          </a:p>
          <a:p>
            <a:pPr lvl="4" marL="1080000" indent="-216000">
              <a:buClr>
                <a:srgbClr val="000000"/>
              </a:buClr>
              <a:buSzPct val="45000"/>
              <a:buFont typeface="Wingdings" charset="2"/>
              <a:buChar char=""/>
            </a:pPr>
            <a:endParaRPr b="0" lang="fr-FR" sz="1800" spc="-1" strike="noStrike">
              <a:latin typeface="Arial"/>
            </a:endParaRPr>
          </a:p>
          <a:p>
            <a:pPr lvl="4" marL="1080000" indent="-216000">
              <a:buClr>
                <a:srgbClr val="000000"/>
              </a:buClr>
              <a:buSzPct val="45000"/>
              <a:buFont typeface="Wingdings" charset="2"/>
              <a:buChar char=""/>
            </a:pPr>
            <a:r>
              <a:rPr b="0" lang="fr-FR" sz="1800" spc="-1" strike="noStrike">
                <a:latin typeface="Arial"/>
              </a:rPr>
              <a:t>Transparence sur l’usage de l’IA</a:t>
            </a:r>
            <a:endParaRPr b="0" lang="fr-FR" sz="1800" spc="-1" strike="noStrike">
              <a:latin typeface="Arial"/>
            </a:endParaRPr>
          </a:p>
          <a:p>
            <a:pPr lvl="4" marL="1080000" indent="-216000">
              <a:buClr>
                <a:srgbClr val="000000"/>
              </a:buClr>
              <a:buSzPct val="45000"/>
              <a:buFont typeface="Wingdings" charset="2"/>
              <a:buChar char=""/>
            </a:pPr>
            <a:endParaRPr b="0" lang="fr-FR" sz="1800" spc="-1" strike="noStrike">
              <a:latin typeface="Arial"/>
            </a:endParaRPr>
          </a:p>
          <a:p>
            <a:pPr lvl="4" marL="1080000" indent="-216000">
              <a:buClr>
                <a:srgbClr val="000000"/>
              </a:buClr>
              <a:buSzPct val="45000"/>
              <a:buFont typeface="Wingdings" charset="2"/>
              <a:buChar char=""/>
            </a:pPr>
            <a:r>
              <a:rPr b="0" lang="fr-FR" sz="1800" spc="-1" strike="noStrike">
                <a:latin typeface="Arial"/>
              </a:rPr>
              <a:t>Information claire de l’utilisateur</a:t>
            </a:r>
            <a:endParaRPr b="0" lang="fr-FR" sz="1800" spc="-1" strike="noStrike">
              <a:latin typeface="Arial"/>
            </a:endParaRPr>
          </a:p>
          <a:p>
            <a:pPr lvl="4" marL="1080000" indent="-216000">
              <a:buClr>
                <a:srgbClr val="000000"/>
              </a:buClr>
              <a:buSzPct val="45000"/>
              <a:buFont typeface="Wingdings" charset="2"/>
              <a:buChar char=""/>
            </a:pPr>
            <a:endParaRPr b="0" lang="fr-FR" sz="1800" spc="-1" strike="noStrike">
              <a:latin typeface="Arial"/>
            </a:endParaRPr>
          </a:p>
          <a:p>
            <a:pPr lvl="4" marL="1080000" indent="-216000">
              <a:buClr>
                <a:srgbClr val="000000"/>
              </a:buClr>
              <a:buSzPct val="45000"/>
              <a:buFont typeface="Wingdings" charset="2"/>
              <a:buChar char=""/>
            </a:pPr>
            <a:r>
              <a:rPr b="0" lang="fr-FR" sz="1800" spc="-1" strike="noStrike">
                <a:latin typeface="Arial"/>
              </a:rPr>
              <a:t>Possibilité de désactivation des fonctionnalités IA</a:t>
            </a:r>
            <a:endParaRPr b="0" lang="fr-FR" sz="1800" spc="-1" strike="noStrike">
              <a:latin typeface="Arial"/>
            </a:endParaRPr>
          </a:p>
          <a:p>
            <a:pPr lvl="4" marL="1080000" indent="-216000">
              <a:buClr>
                <a:srgbClr val="000000"/>
              </a:buClr>
              <a:buSzPct val="45000"/>
              <a:buFont typeface="Wingdings" charset="2"/>
              <a:buChar char=""/>
            </a:pPr>
            <a:endParaRPr b="0" lang="fr-FR" sz="1800" spc="-1" strike="noStrike">
              <a:latin typeface="Arial"/>
            </a:endParaRPr>
          </a:p>
          <a:p>
            <a:pPr lvl="4" marL="1080000" indent="-216000">
              <a:buClr>
                <a:srgbClr val="000000"/>
              </a:buClr>
              <a:buSzPct val="45000"/>
              <a:buFont typeface="Wingdings" charset="2"/>
              <a:buChar char=""/>
            </a:pPr>
            <a:r>
              <a:rPr b="0" lang="fr-FR" sz="1800" spc="-1" strike="noStrike">
                <a:latin typeface="Arial"/>
              </a:rPr>
              <a:t>Surveillance des biais et performances du modèle</a:t>
            </a:r>
            <a:endParaRPr b="0" lang="fr-FR" sz="1800" spc="-1" strike="noStrike">
              <a:latin typeface="Arial"/>
            </a:endParaRPr>
          </a:p>
          <a:p>
            <a:r>
              <a:rPr b="0" lang="fr-FR" sz="1800" spc="-1" strike="noStrike">
                <a:latin typeface="Arial"/>
              </a:rPr>
              <a:t>	</a:t>
            </a:r>
            <a:endParaRPr b="0" lang="fr-FR" sz="1800" spc="-1" strike="noStrike">
              <a:latin typeface="Arial"/>
            </a:endParaRPr>
          </a:p>
        </p:txBody>
      </p:sp>
      <p:sp>
        <p:nvSpPr>
          <p:cNvPr id="219" name="Flèche : droite 1"/>
          <p:cNvSpPr/>
          <p:nvPr/>
        </p:nvSpPr>
        <p:spPr>
          <a:xfrm>
            <a:off x="180000" y="2664720"/>
            <a:ext cx="1080000" cy="539280"/>
          </a:xfrm>
          <a:prstGeom prst="rightArrow">
            <a:avLst>
              <a:gd name="adj1" fmla="val 50000"/>
              <a:gd name="adj2" fmla="val 25000"/>
            </a:avLst>
          </a:prstGeom>
          <a:solidFill>
            <a:srgbClr val="ffb66c"/>
          </a:solidFill>
          <a:ln w="0">
            <a:solidFill>
              <a:srgbClr val="ff8000"/>
            </a:solidFill>
          </a:ln>
        </p:spPr>
        <p:style>
          <a:lnRef idx="0"/>
          <a:fillRef idx="0"/>
          <a:effectRef idx="0"/>
          <a:fontRef idx="minor"/>
        </p:style>
      </p:sp>
      <p:sp>
        <p:nvSpPr>
          <p:cNvPr id="220" name=""/>
          <p:cNvSpPr txBox="1"/>
          <p:nvPr/>
        </p:nvSpPr>
        <p:spPr>
          <a:xfrm>
            <a:off x="6127200" y="6120000"/>
            <a:ext cx="5932800" cy="602280"/>
          </a:xfrm>
          <a:prstGeom prst="rect">
            <a:avLst/>
          </a:prstGeom>
          <a:noFill/>
          <a:ln w="0">
            <a:noFill/>
          </a:ln>
        </p:spPr>
        <p:txBody>
          <a:bodyPr lIns="90000" rIns="90000" tIns="45000" bIns="45000" anchor="t">
            <a:noAutofit/>
          </a:bodyPr>
          <a:p>
            <a:r>
              <a:rPr b="1" lang="fr-FR" sz="1800" spc="-1" strike="noStrike">
                <a:latin typeface="Arial"/>
              </a:rPr>
              <a:t>Anticipation des exigences réglementaires futures</a:t>
            </a:r>
            <a:endParaRPr b="1" lang="fr-FR" sz="1800" spc="-1" strike="noStrike">
              <a:latin typeface="Arial"/>
            </a:endParaRPr>
          </a:p>
        </p:txBody>
      </p:sp>
      <p:sp>
        <p:nvSpPr>
          <p:cNvPr id="221" name="Flèche : courbe vers le bas 2"/>
          <p:cNvSpPr/>
          <p:nvPr/>
        </p:nvSpPr>
        <p:spPr>
          <a:xfrm flipV="1" rot="1892400">
            <a:off x="4848840" y="6041520"/>
            <a:ext cx="1224000" cy="524520"/>
          </a:xfrm>
          <a:prstGeom prst="curvedDownArrow">
            <a:avLst>
              <a:gd name="adj1" fmla="val 24276"/>
              <a:gd name="adj2" fmla="val 67863"/>
              <a:gd name="adj3" fmla="val 28577"/>
            </a:avLst>
          </a:prstGeom>
          <a:solidFill>
            <a:schemeClr val="accent6">
              <a:lumMod val="60000"/>
              <a:lumOff val="40000"/>
            </a:schemeClr>
          </a:solidFill>
          <a:ln>
            <a:solidFill>
              <a:srgbClr val="f79646"/>
            </a:solidFill>
          </a:ln>
        </p:spPr>
        <p:style>
          <a:lnRef idx="2">
            <a:schemeClr val="accent6"/>
          </a:lnRef>
          <a:fillRef idx="1">
            <a:schemeClr val="lt1"/>
          </a:fillRef>
          <a:effectRef idx="0">
            <a:schemeClr val="accent6"/>
          </a:effectRef>
          <a:fontRef idx="minor"/>
        </p:style>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Données personnelles dans le projet</a:t>
            </a:r>
            <a:endParaRPr b="0" lang="fr-FR" sz="4000" spc="-1" strike="noStrike">
              <a:latin typeface="Arial"/>
            </a:endParaRPr>
          </a:p>
        </p:txBody>
      </p:sp>
      <p:sp>
        <p:nvSpPr>
          <p:cNvPr id="223" name="PlaceHolder 2"/>
          <p:cNvSpPr>
            <a:spLocks noGrp="1"/>
          </p:cNvSpPr>
          <p:nvPr>
            <p:ph/>
          </p:nvPr>
        </p:nvSpPr>
        <p:spPr>
          <a:xfrm>
            <a:off x="344160" y="1485720"/>
            <a:ext cx="11512800" cy="5183640"/>
          </a:xfrm>
          <a:prstGeom prst="rect">
            <a:avLst/>
          </a:prstGeom>
          <a:noFill/>
          <a:ln w="0">
            <a:noFill/>
          </a:ln>
        </p:spPr>
        <p:txBody>
          <a:bodyPr lIns="99720" rIns="99720" tIns="49680" bIns="49680" anchor="t">
            <a:noAutofit/>
          </a:bodyPr>
          <a:p>
            <a:pPr marL="373320" indent="0">
              <a:lnSpc>
                <a:spcPct val="100000"/>
              </a:lnSpc>
              <a:spcBef>
                <a:spcPts val="400"/>
              </a:spcBef>
              <a:buNone/>
              <a:tabLst>
                <a:tab algn="l" pos="0"/>
              </a:tabLst>
            </a:pPr>
            <a:r>
              <a:rPr b="1" lang="en-US" sz="2000" spc="-1" strike="noStrike" u="sng">
                <a:solidFill>
                  <a:srgbClr val="0d0d0d"/>
                </a:solidFill>
                <a:uFillTx/>
                <a:latin typeface="Calibri"/>
                <a:ea typeface="DejaVu Sans"/>
              </a:rPr>
              <a:t>Données personnelles traitées :</a:t>
            </a:r>
            <a:endParaRPr b="0" lang="fr-FR" sz="2000" spc="-1" strike="noStrike">
              <a:latin typeface="Arial"/>
            </a:endParaRPr>
          </a:p>
          <a:p>
            <a:pPr marL="228600" indent="-228600">
              <a:lnSpc>
                <a:spcPct val="200000"/>
              </a:lnSpc>
              <a:spcBef>
                <a:spcPts val="400"/>
              </a:spcBef>
              <a:buClr>
                <a:srgbClr val="000000"/>
              </a:buClr>
              <a:buSzPct val="45000"/>
              <a:buFont typeface="Arial"/>
              <a:buChar char="•"/>
              <a:tabLst>
                <a:tab algn="l" pos="0"/>
              </a:tabLst>
            </a:pPr>
            <a:r>
              <a:rPr b="0" lang="en-US" sz="2000" spc="-1" strike="noStrike">
                <a:solidFill>
                  <a:srgbClr val="0d0d0d"/>
                </a:solidFill>
                <a:latin typeface="Calibri"/>
                <a:ea typeface="맑은 고딕"/>
              </a:rPr>
              <a:t>Préférences</a:t>
            </a:r>
            <a:endParaRPr b="0" lang="fr-FR" sz="2000" spc="-1" strike="noStrike">
              <a:latin typeface="Arial"/>
            </a:endParaRPr>
          </a:p>
          <a:p>
            <a:pPr marL="228600" indent="-228600">
              <a:lnSpc>
                <a:spcPct val="200000"/>
              </a:lnSpc>
              <a:spcBef>
                <a:spcPts val="400"/>
              </a:spcBef>
              <a:buClr>
                <a:srgbClr val="000000"/>
              </a:buClr>
              <a:buSzPct val="45000"/>
              <a:buFont typeface="Arial"/>
              <a:buChar char="•"/>
              <a:tabLst>
                <a:tab algn="l" pos="0"/>
              </a:tabLst>
            </a:pPr>
            <a:r>
              <a:rPr b="0" lang="en-US" sz="2000" spc="-1" strike="noStrike">
                <a:solidFill>
                  <a:srgbClr val="0d0d0d"/>
                </a:solidFill>
                <a:latin typeface="Calibri"/>
                <a:ea typeface="맑은 고딕"/>
              </a:rPr>
              <a:t>Historique des recommandations</a:t>
            </a:r>
            <a:endParaRPr b="0" lang="fr-FR" sz="2000" spc="-1" strike="noStrike">
              <a:latin typeface="Arial"/>
            </a:endParaRPr>
          </a:p>
          <a:p>
            <a:pPr marL="228600" indent="-228600">
              <a:lnSpc>
                <a:spcPct val="200000"/>
              </a:lnSpc>
              <a:spcBef>
                <a:spcPts val="400"/>
              </a:spcBef>
              <a:buClr>
                <a:srgbClr val="000000"/>
              </a:buClr>
              <a:buSzPct val="45000"/>
              <a:buFont typeface="Arial"/>
              <a:buChar char="•"/>
              <a:tabLst>
                <a:tab algn="l" pos="0"/>
              </a:tabLst>
            </a:pPr>
            <a:r>
              <a:rPr b="0" lang="en-US" sz="2000" spc="-1" strike="noStrike">
                <a:solidFill>
                  <a:srgbClr val="0d0d0d"/>
                </a:solidFill>
                <a:latin typeface="Calibri"/>
                <a:ea typeface="맑은 고딕"/>
              </a:rPr>
              <a:t>Photos utilisateurs</a:t>
            </a:r>
            <a:endParaRPr b="0" lang="fr-FR" sz="2000" spc="-1" strike="noStrike">
              <a:latin typeface="Arial"/>
            </a:endParaRPr>
          </a:p>
          <a:p>
            <a:pPr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p:txBody>
      </p:sp>
      <p:pic>
        <p:nvPicPr>
          <p:cNvPr id="224" name="Graphique 2" descr="Avertissement contour"/>
          <p:cNvPicPr/>
          <p:nvPr/>
        </p:nvPicPr>
        <p:blipFill>
          <a:blip r:embed="rId1"/>
          <a:stretch/>
        </p:blipFill>
        <p:spPr>
          <a:xfrm>
            <a:off x="2751120" y="3246480"/>
            <a:ext cx="653760" cy="653760"/>
          </a:xfrm>
          <a:prstGeom prst="rect">
            <a:avLst/>
          </a:prstGeom>
          <a:ln w="0">
            <a:noFill/>
          </a:ln>
        </p:spPr>
      </p:pic>
      <p:sp>
        <p:nvSpPr>
          <p:cNvPr id="225" name="ZoneTexte 3"/>
          <p:cNvSpPr/>
          <p:nvPr/>
        </p:nvSpPr>
        <p:spPr>
          <a:xfrm>
            <a:off x="2751120" y="3900600"/>
            <a:ext cx="503352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fr-FR" sz="1800" spc="-1" strike="noStrike">
                <a:solidFill>
                  <a:srgbClr val="ff0000"/>
                </a:solidFill>
                <a:latin typeface="Arial"/>
                <a:ea typeface="DejaVu Sans"/>
              </a:rPr>
              <a:t>DONNEES POTENTIELLEMENT SENSIBLES CONCERNEES PAR L’ARTICLE  9 DU RGPD</a:t>
            </a:r>
            <a:endParaRPr b="0" lang="fr-FR" sz="1800" spc="-1" strike="noStrike">
              <a:latin typeface="Arial"/>
            </a:endParaRPr>
          </a:p>
        </p:txBody>
      </p:sp>
      <p:sp>
        <p:nvSpPr>
          <p:cNvPr id="226" name="ZoneTexte 4"/>
          <p:cNvSpPr/>
          <p:nvPr/>
        </p:nvSpPr>
        <p:spPr>
          <a:xfrm>
            <a:off x="2718720" y="4680000"/>
            <a:ext cx="8440920" cy="130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fr-FR" sz="1600" spc="-1" strike="noStrike">
                <a:solidFill>
                  <a:srgbClr val="000000"/>
                </a:solidFill>
                <a:latin typeface="Calibri"/>
                <a:ea typeface="Calibri"/>
              </a:rPr>
              <a:t>« Le traitement des données à caractère personnel qui révèle l'origine raciale ou ethnique, les opinions politiques, les convictions religieuses ou philosophiques ou l'appartenance syndicale, ainsi que le traitement des données génétiques, des données biométriques aux fins d'identifier une personne physique de manière unique, des données concernant la santé ou des données concernant la vie sexuelle ou l'orientation sexuelle d'une personne physique sont interdits. »</a:t>
            </a:r>
            <a:endParaRPr b="0" lang="fr-FR" sz="16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Données personnelles dans le projet</a:t>
            </a:r>
            <a:endParaRPr b="0" lang="fr-FR" sz="4000" spc="-1" strike="noStrike">
              <a:latin typeface="Arial"/>
            </a:endParaRPr>
          </a:p>
        </p:txBody>
      </p:sp>
      <p:sp>
        <p:nvSpPr>
          <p:cNvPr id="228" name="PlaceHolder 2"/>
          <p:cNvSpPr>
            <a:spLocks noGrp="1"/>
          </p:cNvSpPr>
          <p:nvPr>
            <p:ph/>
          </p:nvPr>
        </p:nvSpPr>
        <p:spPr>
          <a:xfrm>
            <a:off x="0" y="1406160"/>
            <a:ext cx="12189600" cy="1946160"/>
          </a:xfrm>
          <a:prstGeom prst="rect">
            <a:avLst/>
          </a:prstGeom>
          <a:solidFill>
            <a:srgbClr val="ffffff"/>
          </a:solidFill>
          <a:ln w="0">
            <a:noFill/>
          </a:ln>
        </p:spPr>
        <p:txBody>
          <a:bodyPr numCol="2" spcCol="0" lIns="99720" rIns="99720" tIns="49680" bIns="49680" anchor="t">
            <a:noAutofit/>
          </a:bodyPr>
          <a:p>
            <a:pPr marL="373320" indent="0">
              <a:lnSpc>
                <a:spcPct val="100000"/>
              </a:lnSpc>
              <a:spcBef>
                <a:spcPts val="400"/>
              </a:spcBef>
              <a:buNone/>
              <a:tabLst>
                <a:tab algn="l" pos="0"/>
              </a:tabLst>
            </a:pPr>
            <a:r>
              <a:rPr b="1" lang="en-US" sz="2000" spc="-1" strike="noStrike" u="sng">
                <a:solidFill>
                  <a:srgbClr val="0d0d0d"/>
                </a:solidFill>
                <a:uFillTx/>
                <a:latin typeface="Calibri"/>
                <a:ea typeface="DejaVu Sans"/>
              </a:rPr>
              <a:t>Actions mises en place :</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Demande de consentement explicite </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Information claire de l’utilisateur</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Minimisation des données</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Implication du DPO dès la conception</a:t>
            </a:r>
            <a:endParaRPr b="0" lang="fr-FR" sz="2000" spc="-1" strike="noStrike">
              <a:latin typeface="Arial"/>
            </a:endParaRPr>
          </a:p>
          <a:p>
            <a:pPr indent="0">
              <a:lnSpc>
                <a:spcPct val="100000"/>
              </a:lnSpc>
              <a:spcBef>
                <a:spcPts val="400"/>
              </a:spcBef>
              <a:buNone/>
              <a:tabLst>
                <a:tab algn="l" pos="0"/>
              </a:tabLst>
            </a:pP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Durées de conservation limitées</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Droits utilisateurs </a:t>
            </a:r>
            <a:r>
              <a:rPr b="0" lang="en-US" sz="1800" spc="-1" strike="noStrike">
                <a:solidFill>
                  <a:srgbClr val="0d0d0d"/>
                </a:solidFill>
                <a:latin typeface="Calibri"/>
                <a:ea typeface="Calibri"/>
              </a:rPr>
              <a:t>(accès, modification, suppression)</a:t>
            </a:r>
            <a:endParaRPr b="0" lang="fr-FR" sz="18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Registre CNIL formalisé</a:t>
            </a:r>
            <a:endParaRPr b="0" lang="fr-FR" sz="2000" spc="-1" strike="noStrike">
              <a:latin typeface="Arial"/>
            </a:endParaRPr>
          </a:p>
        </p:txBody>
      </p:sp>
      <p:pic>
        <p:nvPicPr>
          <p:cNvPr id="229" name="Image 4" descr="Une image contenant texte, capture d’écran, Police&#10;&#10;Le contenu généré par l’IA peut être incorrect."/>
          <p:cNvPicPr/>
          <p:nvPr/>
        </p:nvPicPr>
        <p:blipFill>
          <a:blip r:embed="rId1"/>
          <a:stretch/>
        </p:blipFill>
        <p:spPr>
          <a:xfrm>
            <a:off x="0" y="3352680"/>
            <a:ext cx="12189600" cy="350604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Enjeux éthiques</a:t>
            </a:r>
            <a:endParaRPr b="0" lang="fr-FR" sz="4000" spc="-1" strike="noStrike">
              <a:latin typeface="Arial"/>
            </a:endParaRPr>
          </a:p>
        </p:txBody>
      </p:sp>
      <p:sp>
        <p:nvSpPr>
          <p:cNvPr id="231" name="PlaceHolder 2"/>
          <p:cNvSpPr>
            <a:spLocks noGrp="1"/>
          </p:cNvSpPr>
          <p:nvPr>
            <p:ph/>
          </p:nvPr>
        </p:nvSpPr>
        <p:spPr>
          <a:xfrm>
            <a:off x="285120" y="1485720"/>
            <a:ext cx="11660400" cy="3360960"/>
          </a:xfrm>
          <a:prstGeom prst="rect">
            <a:avLst/>
          </a:prstGeom>
          <a:noFill/>
          <a:ln w="0">
            <a:noFill/>
          </a:ln>
        </p:spPr>
        <p:txBody>
          <a:bodyPr lIns="99720" rIns="99720" tIns="49680" bIns="49680" anchor="t">
            <a:noAutofit/>
          </a:bodyPr>
          <a:p>
            <a:pPr marL="373320" indent="0">
              <a:lnSpc>
                <a:spcPct val="100000"/>
              </a:lnSpc>
              <a:spcBef>
                <a:spcPts val="400"/>
              </a:spcBef>
              <a:buNone/>
              <a:tabLst>
                <a:tab algn="l" pos="0"/>
              </a:tabLst>
            </a:pPr>
            <a:r>
              <a:rPr b="1" lang="en-US" sz="2000" spc="-1" strike="noStrike">
                <a:solidFill>
                  <a:srgbClr val="ff0000"/>
                </a:solidFill>
                <a:latin typeface="Calibri"/>
                <a:ea typeface="Calibri"/>
              </a:rPr>
              <a:t>Risques de biais des modèles IA</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1" lang="en-US" sz="2000" spc="-1" strike="noStrike" u="sng">
                <a:solidFill>
                  <a:srgbClr val="0d0d0d"/>
                </a:solidFill>
                <a:uFillTx/>
                <a:latin typeface="Calibri"/>
                <a:ea typeface="Calibri"/>
              </a:rPr>
              <a:t>Biais dans les images d’entraînement :</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Biais morphologiques avec des morphologies peu représentées</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Biais culturels avec des styles culturels minoritaires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1" lang="en-US" sz="2000" spc="-1" strike="noStrike" u="sng">
                <a:solidFill>
                  <a:srgbClr val="0d0d0d"/>
                </a:solidFill>
                <a:uFillTx/>
                <a:latin typeface="Calibri"/>
                <a:ea typeface="Calibri"/>
              </a:rPr>
              <a:t>Biais de recommandations :</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fr-FR" sz="2000" spc="-1" strike="noStrike">
                <a:solidFill>
                  <a:srgbClr val="0d0d0d"/>
                </a:solidFill>
                <a:latin typeface="Calibri"/>
                <a:ea typeface="Calibri"/>
              </a:rPr>
              <a:t>Sur-représentation de certains styles</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Recommandations discriminantes avec des stéréotypes vestimentaires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p:txBody>
      </p:sp>
      <p:pic>
        <p:nvPicPr>
          <p:cNvPr id="232" name="Graphique 1" descr="Avertissement contour"/>
          <p:cNvPicPr/>
          <p:nvPr/>
        </p:nvPicPr>
        <p:blipFill>
          <a:blip r:embed="rId1"/>
          <a:stretch/>
        </p:blipFill>
        <p:spPr>
          <a:xfrm>
            <a:off x="82800" y="1244160"/>
            <a:ext cx="653760" cy="653760"/>
          </a:xfrm>
          <a:prstGeom prst="rect">
            <a:avLst/>
          </a:prstGeom>
          <a:ln w="0">
            <a:noFill/>
          </a:ln>
        </p:spPr>
      </p:pic>
      <p:sp>
        <p:nvSpPr>
          <p:cNvPr id="233" name="ZoneTexte 2"/>
          <p:cNvSpPr/>
          <p:nvPr/>
        </p:nvSpPr>
        <p:spPr>
          <a:xfrm>
            <a:off x="4807800" y="4965120"/>
            <a:ext cx="7275240" cy="1817280"/>
          </a:xfrm>
          <a:prstGeom prst="rect">
            <a:avLst/>
          </a:prstGeom>
          <a:noFill/>
          <a:ln w="0">
            <a:noFill/>
          </a:ln>
        </p:spPr>
        <p:style>
          <a:lnRef idx="0"/>
          <a:fillRef idx="0"/>
          <a:effectRef idx="0"/>
          <a:fontRef idx="minor"/>
        </p:style>
        <p:txBody>
          <a:bodyPr lIns="90000" rIns="90000" tIns="45000" bIns="45000" anchor="t">
            <a:spAutoFit/>
          </a:bodyPr>
          <a:p>
            <a:pPr marL="373320">
              <a:lnSpc>
                <a:spcPct val="100000"/>
              </a:lnSpc>
              <a:spcBef>
                <a:spcPts val="400"/>
              </a:spcBef>
              <a:tabLst>
                <a:tab algn="l" pos="0"/>
              </a:tabLst>
            </a:pPr>
            <a:r>
              <a:rPr b="1" lang="en-US" sz="2000" spc="-1" strike="noStrike" u="sng">
                <a:solidFill>
                  <a:srgbClr val="0d0d0d"/>
                </a:solidFill>
                <a:uFillTx/>
                <a:latin typeface="Calibri"/>
                <a:ea typeface="DejaVu Sans"/>
              </a:rPr>
              <a:t>Mesures :</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Jeux de données diversifiés</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Feedback utilisateur pris en compte</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Evaluation et amélioration continue des performances</a:t>
            </a:r>
            <a:endParaRPr b="0" lang="fr-FR" sz="2000" spc="-1" strike="noStrike">
              <a:latin typeface="Arial"/>
            </a:endParaRPr>
          </a:p>
          <a:p>
            <a:pPr marL="716400" indent="-343080">
              <a:lnSpc>
                <a:spcPct val="100000"/>
              </a:lnSpc>
              <a:spcBef>
                <a:spcPts val="400"/>
              </a:spcBef>
              <a:buClr>
                <a:srgbClr val="0d0d0d"/>
              </a:buClr>
              <a:buFont typeface="Arial"/>
              <a:buChar char="•"/>
              <a:tabLst>
                <a:tab algn="l" pos="0"/>
              </a:tabLst>
            </a:pPr>
            <a:r>
              <a:rPr b="0" lang="en-US" sz="2000" spc="-1" strike="noStrike">
                <a:solidFill>
                  <a:srgbClr val="0d0d0d"/>
                </a:solidFill>
                <a:latin typeface="Calibri"/>
                <a:ea typeface="Calibri"/>
              </a:rPr>
              <a:t>Possibilité pour l’utilisateur d’arrêter les fonctionnalités IA</a:t>
            </a:r>
            <a:endParaRPr b="0" lang="fr-FR" sz="2000" spc="-1" strike="noStrike">
              <a:latin typeface="Arial"/>
            </a:endParaRPr>
          </a:p>
        </p:txBody>
      </p:sp>
      <p:sp>
        <p:nvSpPr>
          <p:cNvPr id="234" name="Flèche : courbe vers le bas 3"/>
          <p:cNvSpPr/>
          <p:nvPr/>
        </p:nvSpPr>
        <p:spPr>
          <a:xfrm flipV="1" rot="1892400">
            <a:off x="3336120" y="5240520"/>
            <a:ext cx="1584360" cy="765720"/>
          </a:xfrm>
          <a:prstGeom prst="curvedDownArrow">
            <a:avLst>
              <a:gd name="adj1" fmla="val 24276"/>
              <a:gd name="adj2" fmla="val 67863"/>
              <a:gd name="adj3" fmla="val 28577"/>
            </a:avLst>
          </a:prstGeom>
          <a:solidFill>
            <a:schemeClr val="accent6">
              <a:lumMod val="60000"/>
              <a:lumOff val="40000"/>
            </a:schemeClr>
          </a:solidFill>
          <a:ln>
            <a:solidFill>
              <a:srgbClr val="f79646"/>
            </a:solidFill>
          </a:ln>
        </p:spPr>
        <p:style>
          <a:lnRef idx="2">
            <a:schemeClr val="accent6"/>
          </a:lnRef>
          <a:fillRef idx="1">
            <a:schemeClr val="lt1"/>
          </a:fillRef>
          <a:effectRef idx="0">
            <a:schemeClr val="accent6"/>
          </a:effectRef>
          <a:fontRef idx="minor"/>
        </p:style>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Plan de mitigation des risques</a:t>
            </a:r>
            <a:endParaRPr b="0" lang="fr-FR" sz="4000" spc="-1" strike="noStrike">
              <a:latin typeface="Arial"/>
            </a:endParaRPr>
          </a:p>
        </p:txBody>
      </p:sp>
      <p:sp>
        <p:nvSpPr>
          <p:cNvPr id="236" name="PlaceHolder 2"/>
          <p:cNvSpPr>
            <a:spLocks noGrp="1"/>
          </p:cNvSpPr>
          <p:nvPr>
            <p:ph/>
          </p:nvPr>
        </p:nvSpPr>
        <p:spPr>
          <a:xfrm>
            <a:off x="609480" y="1485720"/>
            <a:ext cx="10970280" cy="4823280"/>
          </a:xfrm>
          <a:prstGeom prst="rect">
            <a:avLst/>
          </a:prstGeom>
          <a:noFill/>
          <a:ln w="0">
            <a:noFill/>
          </a:ln>
        </p:spPr>
        <p:txBody>
          <a:bodyPr lIns="99720" rIns="99720" tIns="49680" bIns="49680" anchor="t">
            <a:noAutofit/>
          </a:bodyPr>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Risque</a:t>
            </a:r>
            <a:r>
              <a:rPr b="0" i="1" lang="en-US" sz="2000" spc="-1" strike="noStrike">
                <a:solidFill>
                  <a:srgbClr val="0d0d0d"/>
                </a:solidFill>
                <a:latin typeface="Calibri"/>
                <a:ea typeface="맑은 고딕"/>
              </a:rPr>
              <a:t>	</a:t>
            </a:r>
            <a:r>
              <a:rPr b="0" i="1" lang="en-US" sz="2000" spc="-1" strike="noStrike">
                <a:solidFill>
                  <a:srgbClr val="0d0d0d"/>
                </a:solidFill>
                <a:latin typeface="Calibri"/>
                <a:ea typeface="맑은 고딕"/>
              </a:rPr>
              <a:t>Action</a:t>
            </a: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Modèle IA peu performant</a:t>
            </a:r>
            <a:r>
              <a:rPr b="0" i="1" lang="en-US" sz="2000" spc="-1" strike="noStrike">
                <a:solidFill>
                  <a:srgbClr val="0d0d0d"/>
                </a:solidFill>
                <a:latin typeface="Calibri"/>
                <a:ea typeface="맑은 고딕"/>
              </a:rPr>
              <a:t>	</a:t>
            </a:r>
            <a:r>
              <a:rPr b="0" i="1" lang="en-US" sz="2000" spc="-1" strike="noStrike">
                <a:solidFill>
                  <a:srgbClr val="0d0d0d"/>
                </a:solidFill>
                <a:latin typeface="Calibri"/>
                <a:ea typeface="맑은 고딕"/>
              </a:rPr>
              <a:t>Modèles pré-entraînés + MVP</a:t>
            </a: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RGPD</a:t>
            </a:r>
            <a:r>
              <a:rPr b="0" i="1" lang="en-US" sz="2000" spc="-1" strike="noStrike">
                <a:solidFill>
                  <a:srgbClr val="0d0d0d"/>
                </a:solidFill>
                <a:latin typeface="Calibri"/>
                <a:ea typeface="맑은 고딕"/>
              </a:rPr>
              <a:t>	</a:t>
            </a:r>
            <a:r>
              <a:rPr b="0" i="1" lang="en-US" sz="2000" spc="-1" strike="noStrike">
                <a:solidFill>
                  <a:srgbClr val="0d0d0d"/>
                </a:solidFill>
                <a:latin typeface="Calibri"/>
                <a:ea typeface="맑은 고딕"/>
              </a:rPr>
              <a:t>DPO + registre CNIL</a:t>
            </a: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Délais courts</a:t>
            </a:r>
            <a:r>
              <a:rPr b="0" i="1" lang="en-US" sz="2000" spc="-1" strike="noStrike">
                <a:solidFill>
                  <a:srgbClr val="0d0d0d"/>
                </a:solidFill>
                <a:latin typeface="Calibri"/>
                <a:ea typeface="맑은 고딕"/>
              </a:rPr>
              <a:t>	</a:t>
            </a:r>
            <a:r>
              <a:rPr b="0" i="1" lang="en-US" sz="2000" spc="-1" strike="noStrike">
                <a:solidFill>
                  <a:srgbClr val="0d0d0d"/>
                </a:solidFill>
                <a:latin typeface="Calibri"/>
                <a:ea typeface="맑은 고딕"/>
              </a:rPr>
              <a:t>Priorisation MVP</a:t>
            </a: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Coûts cloud</a:t>
            </a:r>
            <a:r>
              <a:rPr b="0" i="1" lang="en-US" sz="2000" spc="-1" strike="noStrike">
                <a:solidFill>
                  <a:srgbClr val="0d0d0d"/>
                </a:solidFill>
                <a:latin typeface="Calibri"/>
                <a:ea typeface="맑은 고딕"/>
              </a:rPr>
              <a:t>	</a:t>
            </a:r>
            <a:r>
              <a:rPr b="0" i="1" lang="en-US" sz="2000" spc="-1" strike="noStrike">
                <a:solidFill>
                  <a:srgbClr val="0d0d0d"/>
                </a:solidFill>
                <a:latin typeface="Calibri"/>
                <a:ea typeface="맑은 고딕"/>
              </a:rPr>
              <a:t>Suivi &amp; quotas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 </a:t>
            </a:r>
            <a:r>
              <a:rPr b="0" i="1" lang="en-US" sz="2000" spc="-1" strike="noStrike">
                <a:solidFill>
                  <a:srgbClr val="0d0d0d"/>
                </a:solidFill>
                <a:latin typeface="Calibri"/>
                <a:ea typeface="맑은 고딕"/>
              </a:rPr>
              <a:t>Mention du risque résiduel maîtrisé</a:t>
            </a:r>
            <a:endParaRPr b="0" lang="fr-FR" sz="2000" spc="-1" strike="noStrike">
              <a:latin typeface="Arial"/>
            </a:endParaRPr>
          </a:p>
        </p:txBody>
      </p:sp>
      <p:pic>
        <p:nvPicPr>
          <p:cNvPr id="237" name="Image 4" descr="Une image contenant texte, capture d’écran, nombre, Police&#10;&#10;Le contenu généré par l’IA peut être incorrect."/>
          <p:cNvPicPr/>
          <p:nvPr/>
        </p:nvPicPr>
        <p:blipFill>
          <a:blip r:embed="rId1"/>
          <a:stretch/>
        </p:blipFill>
        <p:spPr>
          <a:xfrm>
            <a:off x="9720" y="1327320"/>
            <a:ext cx="12189600" cy="542664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Conclusion</a:t>
            </a:r>
            <a:endParaRPr b="0" lang="fr-FR" sz="4000" spc="-1" strike="noStrike">
              <a:latin typeface="Arial"/>
            </a:endParaRPr>
          </a:p>
        </p:txBody>
      </p:sp>
      <p:sp>
        <p:nvSpPr>
          <p:cNvPr id="239" name="PlaceHolder 2"/>
          <p:cNvSpPr>
            <a:spLocks noGrp="1"/>
          </p:cNvSpPr>
          <p:nvPr>
            <p:ph/>
          </p:nvPr>
        </p:nvSpPr>
        <p:spPr>
          <a:xfrm>
            <a:off x="0" y="1485720"/>
            <a:ext cx="7019640" cy="3373920"/>
          </a:xfrm>
          <a:prstGeom prst="rect">
            <a:avLst/>
          </a:prstGeom>
          <a:noFill/>
          <a:ln w="0">
            <a:noFill/>
          </a:ln>
        </p:spPr>
        <p:txBody>
          <a:bodyPr lIns="99720" rIns="99720" tIns="49680" bIns="49680" anchor="t">
            <a:noAutofit/>
          </a:bodyPr>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 </a:t>
            </a:r>
            <a:r>
              <a:rPr b="1" lang="en-US" sz="2000" spc="-1" strike="noStrike" u="sng">
                <a:solidFill>
                  <a:srgbClr val="0d0d0d"/>
                </a:solidFill>
                <a:uFillTx/>
                <a:latin typeface="Calibri"/>
                <a:ea typeface="Calibri"/>
              </a:rPr>
              <a:t>Projet aligné avec la stratégie de l’entreprise</a:t>
            </a:r>
            <a:endParaRPr b="0" lang="fr-FR" sz="2000" spc="-1" strike="noStrike">
              <a:latin typeface="Arial"/>
            </a:endParaRPr>
          </a:p>
          <a:p>
            <a:pPr marL="373320" indent="-324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Différenciation concurrentielle forte </a:t>
            </a:r>
            <a:endParaRPr b="0" lang="fr-FR" sz="2000" spc="-1" strike="noStrike">
              <a:latin typeface="Arial"/>
            </a:endParaRPr>
          </a:p>
          <a:p>
            <a:pPr marL="373320" indent="-324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Innovation valorisable pour l’image de marque</a:t>
            </a:r>
            <a:endParaRPr b="0" lang="fr-FR" sz="2000" spc="-1" strike="noStrike">
              <a:latin typeface="Arial"/>
            </a:endParaRPr>
          </a:p>
          <a:p>
            <a:pPr marL="373320" indent="-324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Meilleure connaissance client via des données propriétaires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 </a:t>
            </a:r>
            <a:r>
              <a:rPr b="1" lang="en-US" sz="2000" spc="-1" strike="noStrike" u="sng">
                <a:solidFill>
                  <a:srgbClr val="0d0d0d"/>
                </a:solidFill>
                <a:uFillTx/>
                <a:latin typeface="Calibri"/>
                <a:ea typeface="Calibri"/>
              </a:rPr>
              <a:t>Cadrage maîtrisé</a:t>
            </a:r>
            <a:endParaRPr b="0" lang="fr-FR" sz="2000" spc="-1" strike="noStrike">
              <a:latin typeface="Arial"/>
            </a:endParaRPr>
          </a:p>
          <a:p>
            <a:pPr marL="373320" indent="-324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MVP limité et priorisé pour sécuriser délais et coûts</a:t>
            </a:r>
            <a:endParaRPr b="0" lang="fr-FR" sz="2000" spc="-1" strike="noStrike">
              <a:latin typeface="Arial"/>
            </a:endParaRPr>
          </a:p>
          <a:p>
            <a:pPr marL="373320" indent="-324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Méthode Agile garantissant visibilité et adaptabilité</a:t>
            </a:r>
            <a:endParaRPr b="0" lang="fr-FR" sz="2000" spc="-1" strike="noStrike">
              <a:latin typeface="Arial"/>
            </a:endParaRPr>
          </a:p>
          <a:p>
            <a:pPr marL="373320" indent="-324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Coûts cloud et humains maîtrisés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p:txBody>
      </p:sp>
      <p:sp>
        <p:nvSpPr>
          <p:cNvPr id="240" name=""/>
          <p:cNvSpPr/>
          <p:nvPr/>
        </p:nvSpPr>
        <p:spPr>
          <a:xfrm>
            <a:off x="7020000" y="1548000"/>
            <a:ext cx="5169960" cy="5311080"/>
          </a:xfrm>
          <a:prstGeom prst="rect">
            <a:avLst/>
          </a:prstGeom>
          <a:solidFill>
            <a:srgbClr val="ffffff"/>
          </a:solidFill>
          <a:ln w="0">
            <a:noFill/>
          </a:ln>
        </p:spPr>
        <p:style>
          <a:lnRef idx="0"/>
          <a:fillRef idx="0"/>
          <a:effectRef idx="0"/>
          <a:fontRef idx="minor"/>
        </p:style>
        <p:txBody>
          <a:bodyPr lIns="90000" rIns="90000" tIns="45000" bIns="45000" anchor="t">
            <a:noAutofit/>
          </a:bodyPr>
          <a:p>
            <a:pPr marL="373320">
              <a:lnSpc>
                <a:spcPct val="100000"/>
              </a:lnSpc>
              <a:spcBef>
                <a:spcPts val="400"/>
              </a:spcBef>
              <a:tabLst>
                <a:tab algn="l" pos="0"/>
              </a:tabLst>
            </a:pPr>
            <a:r>
              <a:rPr b="0" i="1" lang="en-US" sz="2000" spc="-1" strike="noStrike">
                <a:solidFill>
                  <a:srgbClr val="0d0d0d"/>
                </a:solidFill>
                <a:latin typeface="Calibri"/>
                <a:ea typeface="맑은 고딕"/>
              </a:rPr>
              <a:t>✔ </a:t>
            </a:r>
            <a:r>
              <a:rPr b="1" lang="en-US" sz="2000" spc="-1" strike="noStrike" u="sng">
                <a:solidFill>
                  <a:srgbClr val="0d0d0d"/>
                </a:solidFill>
                <a:uFillTx/>
                <a:latin typeface="Calibri"/>
                <a:ea typeface="Calibri"/>
              </a:rPr>
              <a:t>Cadre légal et éthique solide</a:t>
            </a:r>
            <a:endParaRPr b="0" lang="fr-FR" sz="2000" spc="-1" strike="noStrike">
              <a:latin typeface="Arial"/>
            </a:endParaRPr>
          </a:p>
          <a:p>
            <a:pPr marL="373320" indent="-216000">
              <a:lnSpc>
                <a:spcPct val="100000"/>
              </a:lnSpc>
              <a:spcBef>
                <a:spcPts val="6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Registre CNIL formalisé</a:t>
            </a:r>
            <a:endParaRPr b="0" lang="fr-FR" sz="2000" spc="-1" strike="noStrike">
              <a:latin typeface="Arial"/>
            </a:endParaRPr>
          </a:p>
          <a:p>
            <a:pPr marL="373320" indent="-216000">
              <a:lnSpc>
                <a:spcPct val="100000"/>
              </a:lnSpc>
              <a:spcBef>
                <a:spcPts val="6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Respect des principes RGPD</a:t>
            </a:r>
            <a:endParaRPr b="0" lang="fr-FR" sz="2000" spc="-1" strike="noStrike">
              <a:latin typeface="Arial"/>
            </a:endParaRPr>
          </a:p>
          <a:p>
            <a:pPr marL="373320" indent="-216000">
              <a:lnSpc>
                <a:spcPct val="100000"/>
              </a:lnSpc>
              <a:spcBef>
                <a:spcPts val="6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Prise en compte proactive des biais IA</a:t>
            </a:r>
            <a:endParaRPr b="0" lang="fr-FR" sz="2000" spc="-1" strike="noStrike">
              <a:latin typeface="Arial"/>
            </a:endParaRPr>
          </a:p>
          <a:p>
            <a:pPr marL="373320">
              <a:lnSpc>
                <a:spcPct val="100000"/>
              </a:lnSpc>
              <a:spcBef>
                <a:spcPts val="400"/>
              </a:spcBef>
              <a:tabLst>
                <a:tab algn="l" pos="0"/>
              </a:tabLst>
            </a:pPr>
            <a:endParaRPr b="0" lang="fr-FR" sz="2000" spc="-1" strike="noStrike">
              <a:latin typeface="Arial"/>
            </a:endParaRPr>
          </a:p>
          <a:p>
            <a:pPr marL="373320">
              <a:lnSpc>
                <a:spcPct val="100000"/>
              </a:lnSpc>
              <a:spcBef>
                <a:spcPts val="400"/>
              </a:spcBef>
              <a:tabLst>
                <a:tab algn="l" pos="0"/>
              </a:tabLst>
            </a:pPr>
            <a:r>
              <a:rPr b="0" i="1" lang="en-US" sz="2000" spc="-1" strike="noStrike">
                <a:solidFill>
                  <a:srgbClr val="0d0d0d"/>
                </a:solidFill>
                <a:latin typeface="Calibri"/>
                <a:ea typeface="맑은 고딕"/>
              </a:rPr>
              <a:t>✔ </a:t>
            </a:r>
            <a:r>
              <a:rPr b="1" lang="en-US" sz="2000" spc="-1" strike="noStrike" u="sng">
                <a:solidFill>
                  <a:srgbClr val="0d0d0d"/>
                </a:solidFill>
                <a:uFillTx/>
                <a:latin typeface="Calibri"/>
                <a:ea typeface="Calibri"/>
              </a:rPr>
              <a:t>Rentabilité rapide</a:t>
            </a:r>
            <a:endParaRPr b="0" lang="fr-FR" sz="2000" spc="-1" strike="noStrike">
              <a:latin typeface="Arial"/>
            </a:endParaRPr>
          </a:p>
          <a:p>
            <a:pPr marL="373320" indent="-216000">
              <a:lnSpc>
                <a:spcPct val="100000"/>
              </a:lnSpc>
              <a:spcBef>
                <a:spcPts val="6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ROI attendu en 1 an</a:t>
            </a:r>
            <a:endParaRPr b="0" lang="fr-FR" sz="2000" spc="-1" strike="noStrike">
              <a:latin typeface="Arial"/>
            </a:endParaRPr>
          </a:p>
          <a:p>
            <a:pPr marL="373320" indent="-216000">
              <a:lnSpc>
                <a:spcPct val="100000"/>
              </a:lnSpc>
              <a:spcBef>
                <a:spcPts val="683"/>
              </a:spcBef>
              <a:spcAft>
                <a:spcPts val="283"/>
              </a:spcAft>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Gains récurrents à moyen terme</a:t>
            </a:r>
            <a:endParaRPr b="0" lang="fr-FR" sz="2000" spc="-1" strike="noStrike">
              <a:latin typeface="Arial"/>
            </a:endParaRPr>
          </a:p>
        </p:txBody>
      </p:sp>
      <p:sp>
        <p:nvSpPr>
          <p:cNvPr id="241" name=""/>
          <p:cNvSpPr/>
          <p:nvPr/>
        </p:nvSpPr>
        <p:spPr>
          <a:xfrm>
            <a:off x="2556000" y="5234400"/>
            <a:ext cx="7739640" cy="1443960"/>
          </a:xfrm>
          <a:prstGeom prst="rect">
            <a:avLst/>
          </a:prstGeom>
          <a:noFill/>
          <a:ln w="19080">
            <a:solidFill>
              <a:srgbClr val="ff8000"/>
            </a:solidFill>
            <a:round/>
          </a:ln>
        </p:spPr>
        <p:style>
          <a:lnRef idx="0"/>
          <a:fillRef idx="0"/>
          <a:effectRef idx="0"/>
          <a:fontRef idx="minor"/>
        </p:style>
        <p:txBody>
          <a:bodyPr lIns="99360" rIns="99360" tIns="54360" bIns="54360" anchor="t">
            <a:noAutofit/>
          </a:bodyPr>
          <a:p>
            <a:pPr marL="373320">
              <a:lnSpc>
                <a:spcPct val="100000"/>
              </a:lnSpc>
              <a:spcBef>
                <a:spcPts val="400"/>
              </a:spcBef>
              <a:tabLst>
                <a:tab algn="l" pos="0"/>
              </a:tabLst>
            </a:pPr>
            <a:r>
              <a:rPr b="0" lang="en-US" sz="2000" spc="-1" strike="noStrike">
                <a:solidFill>
                  <a:srgbClr val="0d0d0d"/>
                </a:solidFill>
                <a:latin typeface="Calibri"/>
                <a:ea typeface="맑은 고딕"/>
              </a:rPr>
              <a:t>Valider le lancement du MVP sur 3 mois avec </a:t>
            </a:r>
            <a:endParaRPr b="0" lang="fr-FR" sz="2000" spc="-1" strike="noStrike">
              <a:latin typeface="Arial"/>
            </a:endParaRPr>
          </a:p>
          <a:p>
            <a:pPr lvl="4" marL="373320" indent="-216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Suivi régulier des indicateurs</a:t>
            </a:r>
            <a:endParaRPr b="0" lang="fr-FR" sz="2000" spc="-1" strike="noStrike">
              <a:latin typeface="Arial"/>
            </a:endParaRPr>
          </a:p>
          <a:p>
            <a:pPr lvl="4" marL="373320" indent="-216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Surveillance des risques IA et RGPD</a:t>
            </a:r>
            <a:endParaRPr b="0" lang="fr-FR" sz="2000" spc="-1" strike="noStrike">
              <a:latin typeface="Arial"/>
            </a:endParaRPr>
          </a:p>
          <a:p>
            <a:pPr lvl="4" marL="373320" indent="-216000">
              <a:lnSpc>
                <a:spcPct val="100000"/>
              </a:lnSpc>
              <a:spcBef>
                <a:spcPts val="400"/>
              </a:spcBef>
              <a:buClr>
                <a:srgbClr val="000000"/>
              </a:buClr>
              <a:buSzPct val="45000"/>
              <a:buFont typeface="Wingdings" charset="2"/>
              <a:buChar char=""/>
              <a:tabLst>
                <a:tab algn="l" pos="0"/>
              </a:tabLst>
            </a:pPr>
            <a:r>
              <a:rPr b="0" lang="en-US" sz="2000" spc="-1" strike="noStrike">
                <a:solidFill>
                  <a:srgbClr val="0d0d0d"/>
                </a:solidFill>
                <a:latin typeface="Calibri"/>
                <a:ea typeface="맑은 고딕"/>
              </a:rPr>
              <a:t>Ajustements fonctionnels basés sur les retours utilisateurs</a:t>
            </a:r>
            <a:endParaRPr b="0" lang="fr-FR" sz="2000" spc="-1" strike="noStrike">
              <a:latin typeface="Arial"/>
            </a:endParaRPr>
          </a:p>
        </p:txBody>
      </p:sp>
      <p:sp>
        <p:nvSpPr>
          <p:cNvPr id="242" name=""/>
          <p:cNvSpPr/>
          <p:nvPr/>
        </p:nvSpPr>
        <p:spPr>
          <a:xfrm>
            <a:off x="2088000" y="4961520"/>
            <a:ext cx="3239640" cy="344520"/>
          </a:xfrm>
          <a:prstGeom prst="rect">
            <a:avLst/>
          </a:prstGeom>
          <a:noFill/>
          <a:ln w="0">
            <a:noFill/>
          </a:ln>
        </p:spPr>
        <p:style>
          <a:lnRef idx="0"/>
          <a:fillRef idx="0"/>
          <a:effectRef idx="0"/>
          <a:fontRef idx="minor"/>
        </p:style>
        <p:txBody>
          <a:bodyPr lIns="90000" rIns="90000" tIns="45000" bIns="45000" anchor="t">
            <a:noAutofit/>
          </a:bodyPr>
          <a:p>
            <a:pPr marL="373320">
              <a:lnSpc>
                <a:spcPct val="100000"/>
              </a:lnSpc>
              <a:spcBef>
                <a:spcPts val="400"/>
              </a:spcBef>
              <a:tabLst>
                <a:tab algn="l" pos="0"/>
              </a:tabLst>
            </a:pPr>
            <a:r>
              <a:rPr b="0" lang="en-US" sz="2000" spc="-1" strike="noStrike">
                <a:solidFill>
                  <a:srgbClr val="ff8000"/>
                </a:solidFill>
                <a:latin typeface="Calibri"/>
                <a:ea typeface="맑은 고딕"/>
              </a:rPr>
              <a:t>RECOMMANDATION</a:t>
            </a:r>
            <a:endParaRPr b="0" lang="fr-FR" sz="20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1620000" y="2340000"/>
            <a:ext cx="9144000" cy="1222920"/>
          </a:xfrm>
          <a:prstGeom prst="rect">
            <a:avLst/>
          </a:prstGeom>
          <a:noFill/>
          <a:ln w="9360">
            <a:noFill/>
          </a:ln>
        </p:spPr>
        <p:txBody>
          <a:bodyPr numCol="1" spcCol="0" lIns="99720" rIns="99720" tIns="49680" bIns="49680" anchor="t">
            <a:noAutofit/>
          </a:bodyPr>
          <a:p>
            <a:pPr indent="0" algn="ctr">
              <a:lnSpc>
                <a:spcPct val="100000"/>
              </a:lnSpc>
              <a:buNone/>
              <a:tabLst>
                <a:tab algn="l" pos="0"/>
              </a:tabLst>
            </a:pPr>
            <a:r>
              <a:rPr b="0" lang="en-US" sz="7200" spc="-1" strike="noStrike">
                <a:solidFill>
                  <a:srgbClr val="ff6100"/>
                </a:solidFill>
                <a:latin typeface="Calibri"/>
                <a:ea typeface="맑은 고딕"/>
              </a:rPr>
              <a:t>Merci pour votre attention</a:t>
            </a:r>
            <a:endParaRPr b="0" lang="fr-FR" sz="72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Annexes – User Stories détaillées</a:t>
            </a:r>
            <a:endParaRPr b="0" lang="fr-FR" sz="4000" spc="-1" strike="noStrike">
              <a:latin typeface="Arial"/>
            </a:endParaRPr>
          </a:p>
        </p:txBody>
      </p:sp>
      <p:sp>
        <p:nvSpPr>
          <p:cNvPr id="245" name="PlaceHolder 2"/>
          <p:cNvSpPr>
            <a:spLocks noGrp="1"/>
          </p:cNvSpPr>
          <p:nvPr>
            <p:ph/>
          </p:nvPr>
        </p:nvSpPr>
        <p:spPr>
          <a:xfrm>
            <a:off x="609480" y="1485720"/>
            <a:ext cx="10970280" cy="4823280"/>
          </a:xfrm>
          <a:prstGeom prst="rect">
            <a:avLst/>
          </a:prstGeom>
          <a:noFill/>
          <a:ln w="0">
            <a:noFill/>
          </a:ln>
        </p:spPr>
        <p:txBody>
          <a:bodyPr lIns="99720" rIns="99720" tIns="49680" bIns="49680" anchor="t">
            <a:noAutofit/>
          </a:bodyPr>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Backlog détaillé</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Répartition des charges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Analyse des risques complète</a:t>
            </a:r>
            <a:endParaRPr b="0" lang="fr-FR" sz="2000" spc="-1" strike="noStrike">
              <a:latin typeface="Arial"/>
            </a:endParaRPr>
          </a:p>
        </p:txBody>
      </p:sp>
      <p:pic>
        <p:nvPicPr>
          <p:cNvPr id="246" name="" descr=""/>
          <p:cNvPicPr/>
          <p:nvPr/>
        </p:nvPicPr>
        <p:blipFill>
          <a:blip r:embed="rId1"/>
          <a:stretch/>
        </p:blipFill>
        <p:spPr>
          <a:xfrm>
            <a:off x="0" y="1440000"/>
            <a:ext cx="12189600" cy="486900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609480" y="189360"/>
            <a:ext cx="10970280" cy="797760"/>
          </a:xfrm>
          <a:prstGeom prst="rect">
            <a:avLst/>
          </a:prstGeom>
          <a:noFill/>
          <a:ln w="0">
            <a:noFill/>
          </a:ln>
        </p:spPr>
        <p:txBody>
          <a:bodyPr lIns="99720" rIns="99720" tIns="49680" bIns="49680" anchor="ctr">
            <a:noAutofit/>
          </a:bodyPr>
          <a:p>
            <a:pPr indent="0">
              <a:lnSpc>
                <a:spcPct val="100000"/>
              </a:lnSpc>
              <a:buNone/>
              <a:tabLst>
                <a:tab algn="l" pos="0"/>
              </a:tabLst>
            </a:pPr>
            <a:r>
              <a:rPr b="1" lang="en-US" sz="4000" spc="-1" strike="noStrike">
                <a:solidFill>
                  <a:srgbClr val="ffffff"/>
                </a:solidFill>
                <a:latin typeface="Calibri"/>
                <a:ea typeface="맑은 고딕"/>
              </a:rPr>
              <a:t>Annexes – User Stories détaillées</a:t>
            </a:r>
            <a:endParaRPr b="0" lang="fr-FR" sz="4000" spc="-1" strike="noStrike">
              <a:latin typeface="Arial"/>
            </a:endParaRPr>
          </a:p>
        </p:txBody>
      </p:sp>
      <p:sp>
        <p:nvSpPr>
          <p:cNvPr id="248" name="PlaceHolder 2"/>
          <p:cNvSpPr>
            <a:spLocks noGrp="1"/>
          </p:cNvSpPr>
          <p:nvPr>
            <p:ph/>
          </p:nvPr>
        </p:nvSpPr>
        <p:spPr>
          <a:xfrm>
            <a:off x="609480" y="1485720"/>
            <a:ext cx="10970280" cy="4823280"/>
          </a:xfrm>
          <a:prstGeom prst="rect">
            <a:avLst/>
          </a:prstGeom>
          <a:noFill/>
          <a:ln w="0">
            <a:noFill/>
          </a:ln>
        </p:spPr>
        <p:txBody>
          <a:bodyPr lIns="99720" rIns="99720" tIns="49680" bIns="49680" anchor="t">
            <a:noAutofit/>
          </a:bodyPr>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Backlog détaillé</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Répartition des charges</a:t>
            </a:r>
            <a:endParaRPr b="0" lang="fr-FR" sz="2000" spc="-1" strike="noStrike">
              <a:latin typeface="Arial"/>
            </a:endParaRPr>
          </a:p>
          <a:p>
            <a:pPr marL="373320" indent="0">
              <a:lnSpc>
                <a:spcPct val="100000"/>
              </a:lnSpc>
              <a:spcBef>
                <a:spcPts val="400"/>
              </a:spcBef>
              <a:buNone/>
              <a:tabLst>
                <a:tab algn="l" pos="0"/>
              </a:tabLst>
            </a:pPr>
            <a:endParaRPr b="0" lang="fr-FR" sz="2000" spc="-1" strike="noStrike">
              <a:latin typeface="Arial"/>
            </a:endParaRPr>
          </a:p>
          <a:p>
            <a:pPr marL="373320" indent="0">
              <a:lnSpc>
                <a:spcPct val="100000"/>
              </a:lnSpc>
              <a:spcBef>
                <a:spcPts val="400"/>
              </a:spcBef>
              <a:buNone/>
              <a:tabLst>
                <a:tab algn="l" pos="0"/>
              </a:tabLst>
            </a:pPr>
            <a:r>
              <a:rPr b="0" i="1" lang="en-US" sz="2000" spc="-1" strike="noStrike">
                <a:solidFill>
                  <a:srgbClr val="0d0d0d"/>
                </a:solidFill>
                <a:latin typeface="Calibri"/>
                <a:ea typeface="맑은 고딕"/>
              </a:rPr>
              <a:t>Analyse des risques complète</a:t>
            </a:r>
            <a:endParaRPr b="0" lang="fr-FR" sz="2000" spc="-1" strike="noStrike">
              <a:latin typeface="Arial"/>
            </a:endParaRPr>
          </a:p>
        </p:txBody>
      </p:sp>
      <p:pic>
        <p:nvPicPr>
          <p:cNvPr id="249" name="" descr=""/>
          <p:cNvPicPr/>
          <p:nvPr/>
        </p:nvPicPr>
        <p:blipFill>
          <a:blip r:embed="rId1"/>
          <a:stretch/>
        </p:blipFill>
        <p:spPr>
          <a:xfrm>
            <a:off x="0" y="1597680"/>
            <a:ext cx="12189600" cy="29019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Manager>Slide Members</Manager>
  <TotalTime>13002</TotalTime>
  <Application>View_PPTX_PLUS/7.4.0.3$Windows_X86_64 LibreOffice_project/</Application>
  <AppVersion>15.0000</AppVersion>
  <Words>1125</Words>
  <Paragraphs>301</Paragraphs>
  <Company>YESFORM Co.,Ltd.</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category>www.slidemembers.com</cp:category>
  <dcterms:created xsi:type="dcterms:W3CDTF">2010-02-01T08:03:16Z</dcterms:created>
  <dc:creator>Slide Members by HS.SEO</dc:creator>
  <dc:description>The copyright of this document is at Slide Members. Unauthorized copying may result in legal sanctions.</dc:description>
  <cp:keywords>SlideMembers ppt PPT Templates Presentation Diagram Chart Yesform Google slides Keynote Free Slides</cp:keywords>
  <dc:language>fr-FR</dc:language>
  <cp:lastModifiedBy/>
  <dcterms:modified xsi:type="dcterms:W3CDTF">2026-01-09T11:24:16Z</dcterms:modified>
  <cp:revision>33</cp:revision>
  <dc:subject>Powerpoint Templates , Diagram, Chart, Google slides, Keynote</dc:subject>
  <dc:title>Slide Members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Personnalisé</vt:lpwstr>
  </property>
  <property fmtid="{D5CDD505-2E9C-101B-9397-08002B2CF9AE}" pid="4" name="Slides">
    <vt:i4>21</vt:i4>
  </property>
</Properties>
</file>