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_rels/slideMaster1.xml.rels" ContentType="application/vnd.openxmlformats-package.relationships+xml"/>
  <Override PartName="/ppt/slideMasters/_rels/slideMaster2.xml.rels" ContentType="application/vnd.openxmlformats-package.relationships+xml"/>
  <Override PartName="/ppt/slideMasters/_rels/slideMaster3.xml.rels" ContentType="application/vnd.openxmlformats-package.relationships+xml"/>
  <Override PartName="/ppt/notesMasters/notesMaster1.xml" ContentType="application/vnd.openxmlformats-officedocument.presentationml.notesMaster+xml"/>
  <Override PartName="/ppt/notesMasters/_rels/notesMaster1.xml.rels" ContentType="application/vnd.openxmlformats-package.relationship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media/image1.jpeg" ContentType="image/jpeg"/>
  <Override PartName="/ppt/media/image2.jpeg" ContentType="image/jpeg"/>
  <Override PartName="/ppt/media/image8.png" ContentType="image/png"/>
  <Override PartName="/ppt/media/image3.jpeg" ContentType="image/jpeg"/>
  <Override PartName="/ppt/media/image5.png" ContentType="image/png"/>
  <Override PartName="/ppt/media/image4.png" ContentType="image/png"/>
  <Override PartName="/ppt/media/image6.png" ContentType="image/png"/>
  <Override PartName="/ppt/media/image7.png" ContentType="image/png"/>
  <Override PartName="/ppt/media/image9.png" ContentType="image/png"/>
  <Override PartName="/ppt/media/image10.png" ContentType="image/png"/>
  <Override PartName="/ppt/media/image11.png" ContentType="image/png"/>
  <Override PartName="/ppt/media/image12.png" ContentType="image/png"/>
  <Override PartName="/ppt/media/image13.png" ContentType="image/png"/>
  <Override PartName="/ppt/media/image14.png" ContentType="image/png"/>
  <Override PartName="/ppt/media/image15.png" ContentType="image/png"/>
  <Override PartName="/ppt/media/image16.png" ContentType="image/png"/>
  <Override PartName="/ppt/media/image17.png" ContentType="image/png"/>
  <Override PartName="/ppt/media/image18.png" ContentType="image/png"/>
  <Override PartName="/ppt/media/image19.png" ContentType="image/png"/>
  <Override PartName="/ppt/slideLayouts/slideLayout31.xml" ContentType="application/vnd.openxmlformats-officedocument.presentationml.slideLayout+xml"/>
  <Override PartName="/ppt/slideLayouts/slideLayout1.xml" ContentType="application/vnd.openxmlformats-officedocument.presentationml.slideLayout+xml"/>
  <Override PartName="/ppt/slideLayouts/slideLayout32.xml" ContentType="application/vnd.openxmlformats-officedocument.presentationml.slideLayout+xml"/>
  <Override PartName="/ppt/slideLayouts/slideLayout2.xml" ContentType="application/vnd.openxmlformats-officedocument.presentationml.slideLayout+xml"/>
  <Override PartName="/ppt/slideLayouts/slideLayout33.xml" ContentType="application/vnd.openxmlformats-officedocument.presentationml.slideLayout+xml"/>
  <Override PartName="/ppt/slideLayouts/slideLayout3.xml" ContentType="application/vnd.openxmlformats-officedocument.presentationml.slideLayout+xml"/>
  <Override PartName="/ppt/slideLayouts/slideLayout34.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35.xml" ContentType="application/vnd.openxmlformats-officedocument.presentationml.slideLayout+xml"/>
  <Override PartName="/ppt/slideLayouts/slideLayout6.xml" ContentType="application/vnd.openxmlformats-officedocument.presentationml.slideLayout+xml"/>
  <Override PartName="/ppt/slideLayouts/slideLayout3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_rels/slideLayout31.xml.rels" ContentType="application/vnd.openxmlformats-package.relationships+xml"/>
  <Override PartName="/ppt/slideLayouts/_rels/slideLayout1.xml.rels" ContentType="application/vnd.openxmlformats-package.relationships+xml"/>
  <Override PartName="/ppt/slideLayouts/_rels/slideLayout32.xml.rels" ContentType="application/vnd.openxmlformats-package.relationships+xml"/>
  <Override PartName="/ppt/slideLayouts/_rels/slideLayout2.xml.rels" ContentType="application/vnd.openxmlformats-package.relationships+xml"/>
  <Override PartName="/ppt/slideLayouts/_rels/slideLayout33.xml.rels" ContentType="application/vnd.openxmlformats-package.relationships+xml"/>
  <Override PartName="/ppt/slideLayouts/_rels/slideLayout3.xml.rels" ContentType="application/vnd.openxmlformats-package.relationships+xml"/>
  <Override PartName="/ppt/slideLayouts/_rels/slideLayout34.xml.rels" ContentType="application/vnd.openxmlformats-package.relationships+xml"/>
  <Override PartName="/ppt/slideLayouts/_rels/slideLayout4.xml.rels" ContentType="application/vnd.openxmlformats-package.relationships+xml"/>
  <Override PartName="/ppt/slideLayouts/_rels/slideLayout35.xml.rels" ContentType="application/vnd.openxmlformats-package.relationships+xml"/>
  <Override PartName="/ppt/slideLayouts/_rels/slideLayout5.xml.rels" ContentType="application/vnd.openxmlformats-package.relationships+xml"/>
  <Override PartName="/ppt/slideLayouts/_rels/slideLayout36.xml.rels" ContentType="application/vnd.openxmlformats-package.relationships+xml"/>
  <Override PartName="/ppt/slideLayouts/_rels/slideLayout6.xml.rels" ContentType="application/vnd.openxmlformats-package.relationships+xml"/>
  <Override PartName="/ppt/slideLayouts/_rels/slideLayout7.xml.rels" ContentType="application/vnd.openxmlformats-package.relationships+xml"/>
  <Override PartName="/ppt/slideLayouts/_rels/slideLayout8.xml.rels" ContentType="application/vnd.openxmlformats-package.relationships+xml"/>
  <Override PartName="/ppt/slideLayouts/_rels/slideLayout9.xml.rels" ContentType="application/vnd.openxmlformats-package.relationships+xml"/>
  <Override PartName="/ppt/slideLayouts/_rels/slideLayout10.xml.rels" ContentType="application/vnd.openxmlformats-package.relationships+xml"/>
  <Override PartName="/ppt/slideLayouts/_rels/slideLayout11.xml.rels" ContentType="application/vnd.openxmlformats-package.relationships+xml"/>
  <Override PartName="/ppt/slideLayouts/_rels/slideLayout12.xml.rels" ContentType="application/vnd.openxmlformats-package.relationships+xml"/>
  <Override PartName="/ppt/slideLayouts/_rels/slideLayout13.xml.rels" ContentType="application/vnd.openxmlformats-package.relationships+xml"/>
  <Override PartName="/ppt/slideLayouts/_rels/slideLayout14.xml.rels" ContentType="application/vnd.openxmlformats-package.relationships+xml"/>
  <Override PartName="/ppt/slideLayouts/_rels/slideLayout15.xml.rels" ContentType="application/vnd.openxmlformats-package.relationships+xml"/>
  <Override PartName="/ppt/slideLayouts/_rels/slideLayout16.xml.rels" ContentType="application/vnd.openxmlformats-package.relationships+xml"/>
  <Override PartName="/ppt/slideLayouts/_rels/slideLayout17.xml.rels" ContentType="application/vnd.openxmlformats-package.relationships+xml"/>
  <Override PartName="/ppt/slideLayouts/_rels/slideLayout18.xml.rels" ContentType="application/vnd.openxmlformats-package.relationships+xml"/>
  <Override PartName="/ppt/slideLayouts/_rels/slideLayout19.xml.rels" ContentType="application/vnd.openxmlformats-package.relationships+xml"/>
  <Override PartName="/ppt/slideLayouts/_rels/slideLayout20.xml.rels" ContentType="application/vnd.openxmlformats-package.relationships+xml"/>
  <Override PartName="/ppt/slideLayouts/_rels/slideLayout21.xml.rels" ContentType="application/vnd.openxmlformats-package.relationships+xml"/>
  <Override PartName="/ppt/slideLayouts/_rels/slideLayout22.xml.rels" ContentType="application/vnd.openxmlformats-package.relationships+xml"/>
  <Override PartName="/ppt/slideLayouts/_rels/slideLayout23.xml.rels" ContentType="application/vnd.openxmlformats-package.relationships+xml"/>
  <Override PartName="/ppt/slideLayouts/_rels/slideLayout24.xml.rels" ContentType="application/vnd.openxmlformats-package.relationships+xml"/>
  <Override PartName="/ppt/slideLayouts/_rels/slideLayout25.xml.rels" ContentType="application/vnd.openxmlformats-package.relationships+xml"/>
  <Override PartName="/ppt/slideLayouts/_rels/slideLayout26.xml.rels" ContentType="application/vnd.openxmlformats-package.relationships+xml"/>
  <Override PartName="/ppt/slideLayouts/_rels/slideLayout27.xml.rels" ContentType="application/vnd.openxmlformats-package.relationships+xml"/>
  <Override PartName="/ppt/slideLayouts/_rels/slideLayout28.xml.rels" ContentType="application/vnd.openxmlformats-package.relationships+xml"/>
  <Override PartName="/ppt/slideLayouts/_rels/slideLayout29.xml.rels" ContentType="application/vnd.openxmlformats-package.relationships+xml"/>
  <Override PartName="/ppt/slideLayouts/_rels/slideLayout30.xml.rels" ContentType="application/vnd.openxmlformats-package.relationships+xml"/>
  <Override PartName="/ppt/slides/slide1.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21.xml" ContentType="application/vnd.openxmlformats-officedocument.presentationml.slide+xml"/>
  <Override PartName="/ppt/slides/slide4.xml" ContentType="application/vnd.openxmlformats-officedocument.presentationml.slide+xml"/>
  <Override PartName="/ppt/slides/slide2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_rels/slide1.xml.rels" ContentType="application/vnd.openxmlformats-package.relationships+xml"/>
  <Override PartName="/ppt/slides/_rels/slide22.xml.rels" ContentType="application/vnd.openxmlformats-package.relationships+xml"/>
  <Override PartName="/ppt/slides/_rels/slide2.xml.rels" ContentType="application/vnd.openxmlformats-package.relationships+xml"/>
  <Override PartName="/ppt/slides/_rels/slide20.xml.rels" ContentType="application/vnd.openxmlformats-package.relationships+xml"/>
  <Override PartName="/ppt/slides/_rels/slide3.xml.rels" ContentType="application/vnd.openxmlformats-package.relationships+xml"/>
  <Override PartName="/ppt/slides/_rels/slide21.xml.rels" ContentType="application/vnd.openxmlformats-package.relationships+xml"/>
  <Override PartName="/ppt/slides/_rels/slide4.xml.rels" ContentType="application/vnd.openxmlformats-package.relationships+xml"/>
  <Override PartName="/ppt/slides/_rels/slide5.xml.rels" ContentType="application/vnd.openxmlformats-package.relationships+xml"/>
  <Override PartName="/ppt/slides/_rels/slide6.xml.rels" ContentType="application/vnd.openxmlformats-package.relationships+xml"/>
  <Override PartName="/ppt/slides/_rels/slide7.xml.rels" ContentType="application/vnd.openxmlformats-package.relationships+xml"/>
  <Override PartName="/ppt/slides/_rels/slide8.xml.rels" ContentType="application/vnd.openxmlformats-package.relationships+xml"/>
  <Override PartName="/ppt/slides/_rels/slide9.xml.rels" ContentType="application/vnd.openxmlformats-package.relationships+xml"/>
  <Override PartName="/ppt/slides/_rels/slide10.xml.rels" ContentType="application/vnd.openxmlformats-package.relationships+xml"/>
  <Override PartName="/ppt/slides/_rels/slide11.xml.rels" ContentType="application/vnd.openxmlformats-package.relationships+xml"/>
  <Override PartName="/ppt/slides/_rels/slide12.xml.rels" ContentType="application/vnd.openxmlformats-package.relationships+xml"/>
  <Override PartName="/ppt/slides/_rels/slide13.xml.rels" ContentType="application/vnd.openxmlformats-package.relationships+xml"/>
  <Override PartName="/ppt/slides/_rels/slide14.xml.rels" ContentType="application/vnd.openxmlformats-package.relationships+xml"/>
  <Override PartName="/ppt/slides/_rels/slide15.xml.rels" ContentType="application/vnd.openxmlformats-package.relationships+xml"/>
  <Override PartName="/ppt/slides/_rels/slide16.xml.rels" ContentType="application/vnd.openxmlformats-package.relationships+xml"/>
  <Override PartName="/ppt/slides/_rels/slide17.xml.rels" ContentType="application/vnd.openxmlformats-package.relationships+xml"/>
  <Override PartName="/ppt/slides/_rels/slide18.xml.rels" ContentType="application/vnd.openxmlformats-package.relationships+xml"/>
  <Override PartName="/ppt/slides/_rels/slide19.xml.rels" ContentType="application/vnd.openxmlformats-package.relationships+xml"/>
  <Override PartName="/ppt/notesSlides/notesSlide1.xml" ContentType="application/vnd.openxmlformats-officedocument.presentationml.notesSlide+xml"/>
  <Override PartName="/ppt/notesSlides/_rels/notesSlide1.xml.rels" ContentType="application/vnd.openxmlformats-package.relationships+xml"/>
  <Override PartName="/ppt/presProps.xml" ContentType="application/vnd.openxmlformats-officedocument.presentationml.presProps+xml"/>
  <Override PartName="/ppt/_rels/presentation.xml.rels" ContentType="application/vnd.openxmlformats-package.relationships+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61" r:id="rId3"/>
    <p:sldMasterId id="2147483674"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Lst>
  <p:sldSz cx="12190413" cy="6859588"/>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presProps" Target="presProps.xml"/>
</Relationships>
</file>

<file path=ppt/diagrams/colors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679D1218-E0D1-47CD-A331-83FE93E2D60A}" type="doc">
      <dgm:prSet loTypeId="urn:microsoft.com/office/officeart/2005/8/layout/cycle6" loCatId="cycle" qsTypeId="urn:microsoft.com/office/officeart/2005/8/quickstyle/3d1" qsCatId="3D" csTypeId="urn:microsoft.com/office/officeart/2005/8/colors/accent6_2" csCatId="accent6" phldr="1"/>
      <dgm:spPr/>
      <dgm:t>
        <a:bodyPr/>
        <a:lstStyle/>
        <a:p>
          <a:endParaRPr lang="fr-FR"/>
        </a:p>
      </dgm:t>
    </dgm:pt>
    <dgm:pt modelId="{0D7DCD6E-FFA3-4F3E-AA9A-56486BBEF48F}">
      <dgm:prSet phldrT="[Texte]" phldr="0" custT="1"/>
      <dgm:spPr/>
      <dgm:t>
        <a:bodyPr/>
        <a:lstStyle/>
        <a:p>
          <a:pPr algn="ctr"/>
          <a:r>
            <a:rPr lang="fr-FR" sz="1400" b="1" dirty="0"/>
            <a:t>Licéité, loyauté et transparence</a:t>
          </a:r>
        </a:p>
        <a:p>
          <a:pPr algn="ctr"/>
          <a:r>
            <a:rPr lang="fr-FR" sz="800" dirty="0"/>
            <a:t>Consentement explicite et information claire de l’utilisateur</a:t>
          </a:r>
          <a:endParaRPr lang="fr-FR" sz="1400" b="1" dirty="0"/>
        </a:p>
      </dgm:t>
    </dgm:pt>
    <dgm:pt modelId="{12DBA3BE-0E03-40BC-B493-C24451E0A7DA}" type="parTrans" cxnId="{72A91053-B50A-44F4-9044-5FA1748C98C9}">
      <dgm:prSet/>
      <dgm:spPr/>
      <dgm:t>
        <a:bodyPr/>
        <a:lstStyle/>
        <a:p>
          <a:endParaRPr lang="fr-FR"/>
        </a:p>
      </dgm:t>
    </dgm:pt>
    <dgm:pt modelId="{AD1EEC09-657A-4B89-B36A-330756B8BC25}" type="sibTrans" cxnId="{72A91053-B50A-44F4-9044-5FA1748C98C9}">
      <dgm:prSet/>
      <dgm:spPr/>
      <dgm:t>
        <a:bodyPr/>
        <a:lstStyle/>
        <a:p>
          <a:endParaRPr lang="fr-FR"/>
        </a:p>
      </dgm:t>
    </dgm:pt>
    <dgm:pt modelId="{8538801A-9BF4-4970-9F7A-3890D68A6810}">
      <dgm:prSet phldrT="[Texte]" phldr="0" custT="1"/>
      <dgm:spPr/>
      <dgm:t>
        <a:bodyPr/>
        <a:lstStyle/>
        <a:p>
          <a:pPr algn="ctr"/>
          <a:r>
            <a:rPr lang="fr-FR" sz="1400" b="1" dirty="0"/>
            <a:t>Limitation des finalités</a:t>
          </a:r>
        </a:p>
        <a:p>
          <a:pPr algn="ctr"/>
          <a:r>
            <a:rPr lang="fr-FR" sz="800" dirty="0"/>
            <a:t>Utilisation stricte dans le cadre documenté dans le registre CNIL</a:t>
          </a:r>
          <a:endParaRPr lang="fr-FR" sz="1400" b="1" dirty="0"/>
        </a:p>
      </dgm:t>
    </dgm:pt>
    <dgm:pt modelId="{00494AA4-CC12-445A-B0D7-02A3EC052AB1}" type="parTrans" cxnId="{C3FC7DF0-5BE5-4009-AB81-B9E230F3B1EE}">
      <dgm:prSet/>
      <dgm:spPr/>
      <dgm:t>
        <a:bodyPr/>
        <a:lstStyle/>
        <a:p>
          <a:endParaRPr lang="fr-FR"/>
        </a:p>
      </dgm:t>
    </dgm:pt>
    <dgm:pt modelId="{ABCFF8A4-AFE0-4814-BA28-31EAACB6D82C}" type="sibTrans" cxnId="{C3FC7DF0-5BE5-4009-AB81-B9E230F3B1EE}">
      <dgm:prSet/>
      <dgm:spPr/>
      <dgm:t>
        <a:bodyPr/>
        <a:lstStyle/>
        <a:p>
          <a:endParaRPr lang="fr-FR"/>
        </a:p>
      </dgm:t>
    </dgm:pt>
    <dgm:pt modelId="{3E9D535A-D497-4D9E-9119-E7C019F357DB}">
      <dgm:prSet phldrT="[Texte]" phldr="0" custT="1"/>
      <dgm:spPr/>
      <dgm:t>
        <a:bodyPr/>
        <a:lstStyle/>
        <a:p>
          <a:pPr algn="ctr"/>
          <a:r>
            <a:rPr lang="fr-FR" sz="1400" b="1" dirty="0"/>
            <a:t>Exactitude des données</a:t>
          </a:r>
        </a:p>
        <a:p>
          <a:pPr algn="ctr"/>
          <a:r>
            <a:rPr lang="fr-FR" sz="800" dirty="0"/>
            <a:t>Possibilité de modification et suppression par l’utilisateur</a:t>
          </a:r>
          <a:endParaRPr lang="fr-FR" sz="1400" b="1" dirty="0"/>
        </a:p>
      </dgm:t>
    </dgm:pt>
    <dgm:pt modelId="{A703EC4F-2F27-4436-A65B-247FEA7C3EE2}" type="parTrans" cxnId="{C0B714F0-F8A5-43B7-9520-5DB01EA5432A}">
      <dgm:prSet/>
      <dgm:spPr/>
      <dgm:t>
        <a:bodyPr/>
        <a:lstStyle/>
        <a:p>
          <a:endParaRPr lang="fr-FR"/>
        </a:p>
      </dgm:t>
    </dgm:pt>
    <dgm:pt modelId="{B11ECF75-25B1-4243-B6FB-49CE6BAF114E}" type="sibTrans" cxnId="{C0B714F0-F8A5-43B7-9520-5DB01EA5432A}">
      <dgm:prSet/>
      <dgm:spPr/>
      <dgm:t>
        <a:bodyPr/>
        <a:lstStyle/>
        <a:p>
          <a:endParaRPr lang="fr-FR"/>
        </a:p>
      </dgm:t>
    </dgm:pt>
    <dgm:pt modelId="{E5B00F44-82D1-4F9B-BF47-24F89696FD27}">
      <dgm:prSet phldrT="[Texte]" phldr="0" custT="1"/>
      <dgm:spPr/>
      <dgm:t>
        <a:bodyPr/>
        <a:lstStyle/>
        <a:p>
          <a:pPr algn="ctr"/>
          <a:r>
            <a:rPr lang="fr-FR" sz="1400" b="1" dirty="0"/>
            <a:t>Limitation de la durée de conservation</a:t>
          </a:r>
        </a:p>
        <a:p>
          <a:pPr algn="ctr"/>
          <a:r>
            <a:rPr lang="fr-FR" sz="800" dirty="0"/>
            <a:t>Suppression après la fin de la date de conservation  documentée dans le registre CNIL</a:t>
          </a:r>
          <a:endParaRPr lang="fr-FR" sz="1400" b="1" dirty="0"/>
        </a:p>
      </dgm:t>
    </dgm:pt>
    <dgm:pt modelId="{B8377F4C-C7DB-486E-9199-2F56B41AB35D}" type="parTrans" cxnId="{0AA95583-85E5-481F-A2B9-6D03EFC2E5E9}">
      <dgm:prSet/>
      <dgm:spPr/>
      <dgm:t>
        <a:bodyPr/>
        <a:lstStyle/>
        <a:p>
          <a:endParaRPr lang="fr-FR"/>
        </a:p>
      </dgm:t>
    </dgm:pt>
    <dgm:pt modelId="{DE9E4060-C082-45BC-8F7E-67B22588D83F}" type="sibTrans" cxnId="{0AA95583-85E5-481F-A2B9-6D03EFC2E5E9}">
      <dgm:prSet/>
      <dgm:spPr/>
      <dgm:t>
        <a:bodyPr/>
        <a:lstStyle/>
        <a:p>
          <a:endParaRPr lang="fr-FR"/>
        </a:p>
      </dgm:t>
    </dgm:pt>
    <dgm:pt modelId="{CD5D9941-A405-413A-BEA2-CF76732826D9}">
      <dgm:prSet phldrT="[Texte]" phldr="0" custT="1"/>
      <dgm:spPr/>
      <dgm:t>
        <a:bodyPr/>
        <a:lstStyle/>
        <a:p>
          <a:pPr algn="ctr"/>
          <a:r>
            <a:rPr lang="fr-FR" sz="1400" b="1" dirty="0"/>
            <a:t>Sécurité et confidentialité</a:t>
          </a:r>
        </a:p>
        <a:p>
          <a:pPr algn="ctr"/>
          <a:r>
            <a:rPr lang="fr-FR" sz="900" dirty="0"/>
            <a:t>Obligation de sécuriser l’accès aux données</a:t>
          </a:r>
          <a:endParaRPr lang="fr-FR" sz="1400" b="1" dirty="0"/>
        </a:p>
      </dgm:t>
    </dgm:pt>
    <dgm:pt modelId="{EDA58F94-2485-47FC-804F-ECA07206DC39}" type="parTrans" cxnId="{CF4285A5-7517-48DF-9FAE-4C0F3F13390A}">
      <dgm:prSet/>
      <dgm:spPr/>
      <dgm:t>
        <a:bodyPr/>
        <a:lstStyle/>
        <a:p>
          <a:endParaRPr lang="fr-FR"/>
        </a:p>
      </dgm:t>
    </dgm:pt>
    <dgm:pt modelId="{2EC71590-245A-4AFB-BE33-7AB1D8E97A5B}" type="sibTrans" cxnId="{CF4285A5-7517-48DF-9FAE-4C0F3F13390A}">
      <dgm:prSet/>
      <dgm:spPr/>
      <dgm:t>
        <a:bodyPr/>
        <a:lstStyle/>
        <a:p>
          <a:endParaRPr lang="fr-FR"/>
        </a:p>
      </dgm:t>
    </dgm:pt>
    <dgm:pt modelId="{C34B7492-920F-4334-8849-2FF34E22C083}">
      <dgm:prSet phldrT="[Texte]" phldr="0" custT="1"/>
      <dgm:spPr/>
      <dgm:t>
        <a:bodyPr/>
        <a:lstStyle/>
        <a:p>
          <a:pPr algn="ctr"/>
          <a:r>
            <a:rPr lang="fr-FR" sz="1400" b="1" dirty="0"/>
            <a:t>Minimisation des données</a:t>
          </a:r>
        </a:p>
        <a:p>
          <a:pPr algn="ctr"/>
          <a:r>
            <a:rPr lang="fr-FR" sz="800" dirty="0"/>
            <a:t>Collection des données strictement nécessaires</a:t>
          </a:r>
          <a:endParaRPr lang="fr-FR" sz="1400" b="1" dirty="0"/>
        </a:p>
      </dgm:t>
    </dgm:pt>
    <dgm:pt modelId="{7EF6B11E-25D9-47FC-B811-D1E5DD392D7A}" type="parTrans" cxnId="{CE49E4AE-87C7-4476-B39F-96DA827D7945}">
      <dgm:prSet/>
      <dgm:spPr/>
      <dgm:t>
        <a:bodyPr/>
        <a:lstStyle/>
        <a:p>
          <a:endParaRPr lang="fr-FR"/>
        </a:p>
      </dgm:t>
    </dgm:pt>
    <dgm:pt modelId="{29539F95-35C1-4F24-B368-1E7F9A9599DD}" type="sibTrans" cxnId="{CE49E4AE-87C7-4476-B39F-96DA827D7945}">
      <dgm:prSet/>
      <dgm:spPr/>
      <dgm:t>
        <a:bodyPr/>
        <a:lstStyle/>
        <a:p>
          <a:endParaRPr lang="fr-FR"/>
        </a:p>
      </dgm:t>
    </dgm:pt>
    <dgm:pt modelId="{A847B6D0-92E8-482F-AB38-39AF224C81AC}">
      <dgm:prSet phldrT="[Texte]" phldr="0" custT="1"/>
      <dgm:spPr/>
      <dgm:t>
        <a:bodyPr/>
        <a:lstStyle/>
        <a:p>
          <a:pPr algn="ctr"/>
          <a:r>
            <a:rPr lang="fr-FR" sz="1400" b="1" dirty="0"/>
            <a:t>Droit des personnes</a:t>
          </a:r>
        </a:p>
        <a:p>
          <a:pPr algn="ctr"/>
          <a:r>
            <a:rPr lang="fr-FR" sz="900" dirty="0"/>
            <a:t>Droit d’accès, de rectification, d’effacement, d’opposition et de portabilité</a:t>
          </a:r>
          <a:endParaRPr lang="fr-FR" sz="1400" b="1" dirty="0"/>
        </a:p>
      </dgm:t>
    </dgm:pt>
    <dgm:pt modelId="{6E9962B4-E31A-43DD-B1BB-D601CD148F54}" type="parTrans" cxnId="{24208FFA-D02F-4C17-AE25-D4D9A8767725}">
      <dgm:prSet/>
      <dgm:spPr/>
      <dgm:t>
        <a:bodyPr/>
        <a:lstStyle/>
        <a:p>
          <a:endParaRPr lang="fr-FR"/>
        </a:p>
      </dgm:t>
    </dgm:pt>
    <dgm:pt modelId="{24F0003C-7876-4888-AA05-5A133F523D4F}" type="sibTrans" cxnId="{24208FFA-D02F-4C17-AE25-D4D9A8767725}">
      <dgm:prSet/>
      <dgm:spPr/>
      <dgm:t>
        <a:bodyPr/>
        <a:lstStyle/>
        <a:p>
          <a:endParaRPr lang="fr-FR"/>
        </a:p>
      </dgm:t>
    </dgm:pt>
    <dgm:pt modelId="{ACFD1D00-A6D5-41F9-8138-3D9DFE7D1504}" type="pres">
      <dgm:prSet presAssocID="{679D1218-E0D1-47CD-A331-83FE93E2D60A}" presName="cycle" presStyleCnt="0">
        <dgm:presLayoutVars>
          <dgm:dir/>
          <dgm:resizeHandles val="exact"/>
        </dgm:presLayoutVars>
      </dgm:prSet>
      <dgm:spPr/>
    </dgm:pt>
    <dgm:pt modelId="{D09B7F8C-086A-45F2-B2E7-33123735D69B}" type="pres">
      <dgm:prSet presAssocID="{0D7DCD6E-FFA3-4F3E-AA9A-56486BBEF48F}" presName="node" presStyleLbl="node1" presStyleIdx="0" presStyleCnt="7">
        <dgm:presLayoutVars>
          <dgm:bulletEnabled val="1"/>
        </dgm:presLayoutVars>
      </dgm:prSet>
      <dgm:spPr/>
    </dgm:pt>
    <dgm:pt modelId="{7F1D2484-6074-4E1F-8A5E-430898285C3B}" type="pres">
      <dgm:prSet presAssocID="{0D7DCD6E-FFA3-4F3E-AA9A-56486BBEF48F}" presName="spNode" presStyleCnt="0"/>
      <dgm:spPr/>
    </dgm:pt>
    <dgm:pt modelId="{890E838D-0A32-4639-B2C1-2F3592D942C5}" type="pres">
      <dgm:prSet presAssocID="{AD1EEC09-657A-4B89-B36A-330756B8BC25}" presName="sibTrans" presStyleLbl="sibTrans1D1" presStyleIdx="0" presStyleCnt="7"/>
      <dgm:spPr/>
    </dgm:pt>
    <dgm:pt modelId="{B93D1BA4-5778-46F7-904F-444F8FFFE4AD}" type="pres">
      <dgm:prSet presAssocID="{8538801A-9BF4-4970-9F7A-3890D68A6810}" presName="node" presStyleLbl="node1" presStyleIdx="1" presStyleCnt="7">
        <dgm:presLayoutVars>
          <dgm:bulletEnabled val="1"/>
        </dgm:presLayoutVars>
      </dgm:prSet>
      <dgm:spPr/>
    </dgm:pt>
    <dgm:pt modelId="{E7C94A3C-5D4F-453A-AB1F-D23C4E9B7299}" type="pres">
      <dgm:prSet presAssocID="{8538801A-9BF4-4970-9F7A-3890D68A6810}" presName="spNode" presStyleCnt="0"/>
      <dgm:spPr/>
    </dgm:pt>
    <dgm:pt modelId="{47B1AD44-B79E-4FCA-B88A-6E40F220759B}" type="pres">
      <dgm:prSet presAssocID="{ABCFF8A4-AFE0-4814-BA28-31EAACB6D82C}" presName="sibTrans" presStyleLbl="sibTrans1D1" presStyleIdx="1" presStyleCnt="7"/>
      <dgm:spPr/>
    </dgm:pt>
    <dgm:pt modelId="{E5D08914-9DD1-4B2C-8946-9B7ADDE2B87C}" type="pres">
      <dgm:prSet presAssocID="{C34B7492-920F-4334-8849-2FF34E22C083}" presName="node" presStyleLbl="node1" presStyleIdx="2" presStyleCnt="7">
        <dgm:presLayoutVars>
          <dgm:bulletEnabled val="1"/>
        </dgm:presLayoutVars>
      </dgm:prSet>
      <dgm:spPr/>
    </dgm:pt>
    <dgm:pt modelId="{5923CBDF-A344-49FB-B0D0-5F9C3E0A422E}" type="pres">
      <dgm:prSet presAssocID="{C34B7492-920F-4334-8849-2FF34E22C083}" presName="spNode" presStyleCnt="0"/>
      <dgm:spPr/>
    </dgm:pt>
    <dgm:pt modelId="{025F63F9-0667-4349-AFB4-715708328752}" type="pres">
      <dgm:prSet presAssocID="{29539F95-35C1-4F24-B368-1E7F9A9599DD}" presName="sibTrans" presStyleLbl="sibTrans1D1" presStyleIdx="2" presStyleCnt="7"/>
      <dgm:spPr/>
    </dgm:pt>
    <dgm:pt modelId="{D7EE2E2C-DA2D-4485-91C5-99F83853D02E}" type="pres">
      <dgm:prSet presAssocID="{3E9D535A-D497-4D9E-9119-E7C019F357DB}" presName="node" presStyleLbl="node1" presStyleIdx="3" presStyleCnt="7" custScaleX="116483">
        <dgm:presLayoutVars>
          <dgm:bulletEnabled val="1"/>
        </dgm:presLayoutVars>
      </dgm:prSet>
      <dgm:spPr/>
    </dgm:pt>
    <dgm:pt modelId="{EAA61EE4-A965-4038-B5A6-EC8AA2B7C81B}" type="pres">
      <dgm:prSet presAssocID="{3E9D535A-D497-4D9E-9119-E7C019F357DB}" presName="spNode" presStyleCnt="0"/>
      <dgm:spPr/>
    </dgm:pt>
    <dgm:pt modelId="{1C2D3156-A0A4-42D6-B5AC-40CA1B29E5BB}" type="pres">
      <dgm:prSet presAssocID="{B11ECF75-25B1-4243-B6FB-49CE6BAF114E}" presName="sibTrans" presStyleLbl="sibTrans1D1" presStyleIdx="3" presStyleCnt="7"/>
      <dgm:spPr/>
    </dgm:pt>
    <dgm:pt modelId="{6F5EA422-F05A-4A2F-AD0B-11263B8E337C}" type="pres">
      <dgm:prSet presAssocID="{E5B00F44-82D1-4F9B-BF47-24F89696FD27}" presName="node" presStyleLbl="node1" presStyleIdx="4" presStyleCnt="7" custScaleX="113208">
        <dgm:presLayoutVars>
          <dgm:bulletEnabled val="1"/>
        </dgm:presLayoutVars>
      </dgm:prSet>
      <dgm:spPr/>
    </dgm:pt>
    <dgm:pt modelId="{7C66138D-DE45-4824-AA53-895F4077918F}" type="pres">
      <dgm:prSet presAssocID="{E5B00F44-82D1-4F9B-BF47-24F89696FD27}" presName="spNode" presStyleCnt="0"/>
      <dgm:spPr/>
    </dgm:pt>
    <dgm:pt modelId="{455E4A96-7E1F-4B89-91FF-AD49C2E87DAC}" type="pres">
      <dgm:prSet presAssocID="{DE9E4060-C082-45BC-8F7E-67B22588D83F}" presName="sibTrans" presStyleLbl="sibTrans1D1" presStyleIdx="4" presStyleCnt="7"/>
      <dgm:spPr/>
    </dgm:pt>
    <dgm:pt modelId="{C96D48AE-10B7-4C92-9016-F265672CCDDF}" type="pres">
      <dgm:prSet presAssocID="{CD5D9941-A405-413A-BEA2-CF76732826D9}" presName="node" presStyleLbl="node1" presStyleIdx="5" presStyleCnt="7">
        <dgm:presLayoutVars>
          <dgm:bulletEnabled val="1"/>
        </dgm:presLayoutVars>
      </dgm:prSet>
      <dgm:spPr/>
    </dgm:pt>
    <dgm:pt modelId="{8FE530F9-B7F7-4540-81AD-889097CC6617}" type="pres">
      <dgm:prSet presAssocID="{CD5D9941-A405-413A-BEA2-CF76732826D9}" presName="spNode" presStyleCnt="0"/>
      <dgm:spPr/>
    </dgm:pt>
    <dgm:pt modelId="{4C7350E0-FFFB-458E-8A55-A9E353503E8D}" type="pres">
      <dgm:prSet presAssocID="{2EC71590-245A-4AFB-BE33-7AB1D8E97A5B}" presName="sibTrans" presStyleLbl="sibTrans1D1" presStyleIdx="5" presStyleCnt="7"/>
      <dgm:spPr/>
    </dgm:pt>
    <dgm:pt modelId="{CD217F47-D198-45E9-9DF7-4306679E843F}" type="pres">
      <dgm:prSet presAssocID="{A847B6D0-92E8-482F-AB38-39AF224C81AC}" presName="node" presStyleLbl="node1" presStyleIdx="6" presStyleCnt="7">
        <dgm:presLayoutVars>
          <dgm:bulletEnabled val="1"/>
        </dgm:presLayoutVars>
      </dgm:prSet>
      <dgm:spPr/>
    </dgm:pt>
    <dgm:pt modelId="{BEBC90C0-B4AF-4D5C-98D0-08F786724FBF}" type="pres">
      <dgm:prSet presAssocID="{A847B6D0-92E8-482F-AB38-39AF224C81AC}" presName="spNode" presStyleCnt="0"/>
      <dgm:spPr/>
    </dgm:pt>
    <dgm:pt modelId="{EFECD94C-60DE-4A06-9E75-50C161E57F92}" type="pres">
      <dgm:prSet presAssocID="{24F0003C-7876-4888-AA05-5A133F523D4F}" presName="sibTrans" presStyleLbl="sibTrans1D1" presStyleIdx="6" presStyleCnt="7"/>
      <dgm:spPr/>
    </dgm:pt>
  </dgm:ptLst>
  <dgm:cxnLst>
    <dgm:cxn modelId="{82FF5012-40AD-4D37-9483-05E84BA3A615}" type="presOf" srcId="{A847B6D0-92E8-482F-AB38-39AF224C81AC}" destId="{CD217F47-D198-45E9-9DF7-4306679E843F}" srcOrd="0" destOrd="0" presId="urn:microsoft.com/office/officeart/2005/8/layout/cycle6"/>
    <dgm:cxn modelId="{D7D72315-0F78-4D4F-A35A-E1280E4470CD}" type="presOf" srcId="{8538801A-9BF4-4970-9F7A-3890D68A6810}" destId="{B93D1BA4-5778-46F7-904F-444F8FFFE4AD}" srcOrd="0" destOrd="0" presId="urn:microsoft.com/office/officeart/2005/8/layout/cycle6"/>
    <dgm:cxn modelId="{9FD2BF37-01F9-46E1-BAFD-E6B2E9E11F3E}" type="presOf" srcId="{679D1218-E0D1-47CD-A331-83FE93E2D60A}" destId="{ACFD1D00-A6D5-41F9-8138-3D9DFE7D1504}" srcOrd="0" destOrd="0" presId="urn:microsoft.com/office/officeart/2005/8/layout/cycle6"/>
    <dgm:cxn modelId="{9C023D3C-78E9-4A3F-86A2-7988406201AB}" type="presOf" srcId="{2EC71590-245A-4AFB-BE33-7AB1D8E97A5B}" destId="{4C7350E0-FFFB-458E-8A55-A9E353503E8D}" srcOrd="0" destOrd="0" presId="urn:microsoft.com/office/officeart/2005/8/layout/cycle6"/>
    <dgm:cxn modelId="{911DC544-9237-4DE9-B863-188AB35A6704}" type="presOf" srcId="{0D7DCD6E-FFA3-4F3E-AA9A-56486BBEF48F}" destId="{D09B7F8C-086A-45F2-B2E7-33123735D69B}" srcOrd="0" destOrd="0" presId="urn:microsoft.com/office/officeart/2005/8/layout/cycle6"/>
    <dgm:cxn modelId="{C284E668-AEFA-461F-9CE7-B792487A3715}" type="presOf" srcId="{ABCFF8A4-AFE0-4814-BA28-31EAACB6D82C}" destId="{47B1AD44-B79E-4FCA-B88A-6E40F220759B}" srcOrd="0" destOrd="0" presId="urn:microsoft.com/office/officeart/2005/8/layout/cycle6"/>
    <dgm:cxn modelId="{72A91053-B50A-44F4-9044-5FA1748C98C9}" srcId="{679D1218-E0D1-47CD-A331-83FE93E2D60A}" destId="{0D7DCD6E-FFA3-4F3E-AA9A-56486BBEF48F}" srcOrd="0" destOrd="0" parTransId="{12DBA3BE-0E03-40BC-B493-C24451E0A7DA}" sibTransId="{AD1EEC09-657A-4B89-B36A-330756B8BC25}"/>
    <dgm:cxn modelId="{0AA95583-85E5-481F-A2B9-6D03EFC2E5E9}" srcId="{679D1218-E0D1-47CD-A331-83FE93E2D60A}" destId="{E5B00F44-82D1-4F9B-BF47-24F89696FD27}" srcOrd="4" destOrd="0" parTransId="{B8377F4C-C7DB-486E-9199-2F56B41AB35D}" sibTransId="{DE9E4060-C082-45BC-8F7E-67B22588D83F}"/>
    <dgm:cxn modelId="{94279984-A2E3-4066-B06C-6F2792C8EF89}" type="presOf" srcId="{29539F95-35C1-4F24-B368-1E7F9A9599DD}" destId="{025F63F9-0667-4349-AFB4-715708328752}" srcOrd="0" destOrd="0" presId="urn:microsoft.com/office/officeart/2005/8/layout/cycle6"/>
    <dgm:cxn modelId="{56138389-4F4A-4501-B226-BF8D687FCE71}" type="presOf" srcId="{AD1EEC09-657A-4B89-B36A-330756B8BC25}" destId="{890E838D-0A32-4639-B2C1-2F3592D942C5}" srcOrd="0" destOrd="0" presId="urn:microsoft.com/office/officeart/2005/8/layout/cycle6"/>
    <dgm:cxn modelId="{05767D8C-CBC2-4074-9A81-048F075074CB}" type="presOf" srcId="{E5B00F44-82D1-4F9B-BF47-24F89696FD27}" destId="{6F5EA422-F05A-4A2F-AD0B-11263B8E337C}" srcOrd="0" destOrd="0" presId="urn:microsoft.com/office/officeart/2005/8/layout/cycle6"/>
    <dgm:cxn modelId="{617EC190-3A1D-4CD0-8FCF-33D0D2904150}" type="presOf" srcId="{24F0003C-7876-4888-AA05-5A133F523D4F}" destId="{EFECD94C-60DE-4A06-9E75-50C161E57F92}" srcOrd="0" destOrd="0" presId="urn:microsoft.com/office/officeart/2005/8/layout/cycle6"/>
    <dgm:cxn modelId="{CF4285A5-7517-48DF-9FAE-4C0F3F13390A}" srcId="{679D1218-E0D1-47CD-A331-83FE93E2D60A}" destId="{CD5D9941-A405-413A-BEA2-CF76732826D9}" srcOrd="5" destOrd="0" parTransId="{EDA58F94-2485-47FC-804F-ECA07206DC39}" sibTransId="{2EC71590-245A-4AFB-BE33-7AB1D8E97A5B}"/>
    <dgm:cxn modelId="{CE49E4AE-87C7-4476-B39F-96DA827D7945}" srcId="{679D1218-E0D1-47CD-A331-83FE93E2D60A}" destId="{C34B7492-920F-4334-8849-2FF34E22C083}" srcOrd="2" destOrd="0" parTransId="{7EF6B11E-25D9-47FC-B811-D1E5DD392D7A}" sibTransId="{29539F95-35C1-4F24-B368-1E7F9A9599DD}"/>
    <dgm:cxn modelId="{A1AFFEB6-CA33-45D1-8B0F-FA5460498FE0}" type="presOf" srcId="{DE9E4060-C082-45BC-8F7E-67B22588D83F}" destId="{455E4A96-7E1F-4B89-91FF-AD49C2E87DAC}" srcOrd="0" destOrd="0" presId="urn:microsoft.com/office/officeart/2005/8/layout/cycle6"/>
    <dgm:cxn modelId="{8CB9D1C6-8BEF-40F7-B648-340F219B214D}" type="presOf" srcId="{CD5D9941-A405-413A-BEA2-CF76732826D9}" destId="{C96D48AE-10B7-4C92-9016-F265672CCDDF}" srcOrd="0" destOrd="0" presId="urn:microsoft.com/office/officeart/2005/8/layout/cycle6"/>
    <dgm:cxn modelId="{14A164CE-821F-4402-AE50-CAE3B22D3E0B}" type="presOf" srcId="{C34B7492-920F-4334-8849-2FF34E22C083}" destId="{E5D08914-9DD1-4B2C-8946-9B7ADDE2B87C}" srcOrd="0" destOrd="0" presId="urn:microsoft.com/office/officeart/2005/8/layout/cycle6"/>
    <dgm:cxn modelId="{C0B714F0-F8A5-43B7-9520-5DB01EA5432A}" srcId="{679D1218-E0D1-47CD-A331-83FE93E2D60A}" destId="{3E9D535A-D497-4D9E-9119-E7C019F357DB}" srcOrd="3" destOrd="0" parTransId="{A703EC4F-2F27-4436-A65B-247FEA7C3EE2}" sibTransId="{B11ECF75-25B1-4243-B6FB-49CE6BAF114E}"/>
    <dgm:cxn modelId="{C3FC7DF0-5BE5-4009-AB81-B9E230F3B1EE}" srcId="{679D1218-E0D1-47CD-A331-83FE93E2D60A}" destId="{8538801A-9BF4-4970-9F7A-3890D68A6810}" srcOrd="1" destOrd="0" parTransId="{00494AA4-CC12-445A-B0D7-02A3EC052AB1}" sibTransId="{ABCFF8A4-AFE0-4814-BA28-31EAACB6D82C}"/>
    <dgm:cxn modelId="{DE25A8F8-6B94-4FEE-8627-BABA8063B56C}" type="presOf" srcId="{B11ECF75-25B1-4243-B6FB-49CE6BAF114E}" destId="{1C2D3156-A0A4-42D6-B5AC-40CA1B29E5BB}" srcOrd="0" destOrd="0" presId="urn:microsoft.com/office/officeart/2005/8/layout/cycle6"/>
    <dgm:cxn modelId="{24208FFA-D02F-4C17-AE25-D4D9A8767725}" srcId="{679D1218-E0D1-47CD-A331-83FE93E2D60A}" destId="{A847B6D0-92E8-482F-AB38-39AF224C81AC}" srcOrd="6" destOrd="0" parTransId="{6E9962B4-E31A-43DD-B1BB-D601CD148F54}" sibTransId="{24F0003C-7876-4888-AA05-5A133F523D4F}"/>
    <dgm:cxn modelId="{D545D9FC-7BB9-45A5-B266-0AB6C2CBCDF5}" type="presOf" srcId="{3E9D535A-D497-4D9E-9119-E7C019F357DB}" destId="{D7EE2E2C-DA2D-4485-91C5-99F83853D02E}" srcOrd="0" destOrd="0" presId="urn:microsoft.com/office/officeart/2005/8/layout/cycle6"/>
    <dgm:cxn modelId="{D5C4DEE7-E148-4998-826E-CAC523544244}" type="presParOf" srcId="{ACFD1D00-A6D5-41F9-8138-3D9DFE7D1504}" destId="{D09B7F8C-086A-45F2-B2E7-33123735D69B}" srcOrd="0" destOrd="0" presId="urn:microsoft.com/office/officeart/2005/8/layout/cycle6"/>
    <dgm:cxn modelId="{7A9EA723-896F-4582-A563-D15E6EE1C33B}" type="presParOf" srcId="{ACFD1D00-A6D5-41F9-8138-3D9DFE7D1504}" destId="{7F1D2484-6074-4E1F-8A5E-430898285C3B}" srcOrd="1" destOrd="0" presId="urn:microsoft.com/office/officeart/2005/8/layout/cycle6"/>
    <dgm:cxn modelId="{81FDFDA3-FAD5-4C9D-9522-47CABAF15C2A}" type="presParOf" srcId="{ACFD1D00-A6D5-41F9-8138-3D9DFE7D1504}" destId="{890E838D-0A32-4639-B2C1-2F3592D942C5}" srcOrd="2" destOrd="0" presId="urn:microsoft.com/office/officeart/2005/8/layout/cycle6"/>
    <dgm:cxn modelId="{230CF85A-B555-463E-B09C-3BECCD1A4D2F}" type="presParOf" srcId="{ACFD1D00-A6D5-41F9-8138-3D9DFE7D1504}" destId="{B93D1BA4-5778-46F7-904F-444F8FFFE4AD}" srcOrd="3" destOrd="0" presId="urn:microsoft.com/office/officeart/2005/8/layout/cycle6"/>
    <dgm:cxn modelId="{499BD5F6-0D3A-43DA-8325-E195AE49A029}" type="presParOf" srcId="{ACFD1D00-A6D5-41F9-8138-3D9DFE7D1504}" destId="{E7C94A3C-5D4F-453A-AB1F-D23C4E9B7299}" srcOrd="4" destOrd="0" presId="urn:microsoft.com/office/officeart/2005/8/layout/cycle6"/>
    <dgm:cxn modelId="{9211A472-45F5-4E55-8ECE-12FDD0BBD267}" type="presParOf" srcId="{ACFD1D00-A6D5-41F9-8138-3D9DFE7D1504}" destId="{47B1AD44-B79E-4FCA-B88A-6E40F220759B}" srcOrd="5" destOrd="0" presId="urn:microsoft.com/office/officeart/2005/8/layout/cycle6"/>
    <dgm:cxn modelId="{1485DDDC-4904-42D8-BF7B-B2CEDF738213}" type="presParOf" srcId="{ACFD1D00-A6D5-41F9-8138-3D9DFE7D1504}" destId="{E5D08914-9DD1-4B2C-8946-9B7ADDE2B87C}" srcOrd="6" destOrd="0" presId="urn:microsoft.com/office/officeart/2005/8/layout/cycle6"/>
    <dgm:cxn modelId="{F60DC573-6411-4C4E-9AF4-786D03C9429B}" type="presParOf" srcId="{ACFD1D00-A6D5-41F9-8138-3D9DFE7D1504}" destId="{5923CBDF-A344-49FB-B0D0-5F9C3E0A422E}" srcOrd="7" destOrd="0" presId="urn:microsoft.com/office/officeart/2005/8/layout/cycle6"/>
    <dgm:cxn modelId="{C05CCD02-77EC-431F-BBBF-491F81A1829A}" type="presParOf" srcId="{ACFD1D00-A6D5-41F9-8138-3D9DFE7D1504}" destId="{025F63F9-0667-4349-AFB4-715708328752}" srcOrd="8" destOrd="0" presId="urn:microsoft.com/office/officeart/2005/8/layout/cycle6"/>
    <dgm:cxn modelId="{DDF2110E-3147-4E96-8364-274B4DFFCCBD}" type="presParOf" srcId="{ACFD1D00-A6D5-41F9-8138-3D9DFE7D1504}" destId="{D7EE2E2C-DA2D-4485-91C5-99F83853D02E}" srcOrd="9" destOrd="0" presId="urn:microsoft.com/office/officeart/2005/8/layout/cycle6"/>
    <dgm:cxn modelId="{747B38AB-C70B-4A5F-9165-C63546F64E3A}" type="presParOf" srcId="{ACFD1D00-A6D5-41F9-8138-3D9DFE7D1504}" destId="{EAA61EE4-A965-4038-B5A6-EC8AA2B7C81B}" srcOrd="10" destOrd="0" presId="urn:microsoft.com/office/officeart/2005/8/layout/cycle6"/>
    <dgm:cxn modelId="{0F308D2A-654A-4F0A-A40E-A9BBB6C86610}" type="presParOf" srcId="{ACFD1D00-A6D5-41F9-8138-3D9DFE7D1504}" destId="{1C2D3156-A0A4-42D6-B5AC-40CA1B29E5BB}" srcOrd="11" destOrd="0" presId="urn:microsoft.com/office/officeart/2005/8/layout/cycle6"/>
    <dgm:cxn modelId="{4B3E9BBA-A8CB-40AB-A5FD-26A031E0DF63}" type="presParOf" srcId="{ACFD1D00-A6D5-41F9-8138-3D9DFE7D1504}" destId="{6F5EA422-F05A-4A2F-AD0B-11263B8E337C}" srcOrd="12" destOrd="0" presId="urn:microsoft.com/office/officeart/2005/8/layout/cycle6"/>
    <dgm:cxn modelId="{B46D64BC-BB45-4BB9-ADCD-B027E9719C37}" type="presParOf" srcId="{ACFD1D00-A6D5-41F9-8138-3D9DFE7D1504}" destId="{7C66138D-DE45-4824-AA53-895F4077918F}" srcOrd="13" destOrd="0" presId="urn:microsoft.com/office/officeart/2005/8/layout/cycle6"/>
    <dgm:cxn modelId="{D8671366-7FC2-461B-B027-10EE67014F44}" type="presParOf" srcId="{ACFD1D00-A6D5-41F9-8138-3D9DFE7D1504}" destId="{455E4A96-7E1F-4B89-91FF-AD49C2E87DAC}" srcOrd="14" destOrd="0" presId="urn:microsoft.com/office/officeart/2005/8/layout/cycle6"/>
    <dgm:cxn modelId="{05459044-0191-4B70-A6C1-0ABD700CEB49}" type="presParOf" srcId="{ACFD1D00-A6D5-41F9-8138-3D9DFE7D1504}" destId="{C96D48AE-10B7-4C92-9016-F265672CCDDF}" srcOrd="15" destOrd="0" presId="urn:microsoft.com/office/officeart/2005/8/layout/cycle6"/>
    <dgm:cxn modelId="{706EC24E-BBF8-4782-BB9B-A3CE5A6BC391}" type="presParOf" srcId="{ACFD1D00-A6D5-41F9-8138-3D9DFE7D1504}" destId="{8FE530F9-B7F7-4540-81AD-889097CC6617}" srcOrd="16" destOrd="0" presId="urn:microsoft.com/office/officeart/2005/8/layout/cycle6"/>
    <dgm:cxn modelId="{96899382-DA0C-40AC-B322-F327ADABABDE}" type="presParOf" srcId="{ACFD1D00-A6D5-41F9-8138-3D9DFE7D1504}" destId="{4C7350E0-FFFB-458E-8A55-A9E353503E8D}" srcOrd="17" destOrd="0" presId="urn:microsoft.com/office/officeart/2005/8/layout/cycle6"/>
    <dgm:cxn modelId="{05DBFD0B-AAFF-4D8D-80CE-99F087AA8918}" type="presParOf" srcId="{ACFD1D00-A6D5-41F9-8138-3D9DFE7D1504}" destId="{CD217F47-D198-45E9-9DF7-4306679E843F}" srcOrd="18" destOrd="0" presId="urn:microsoft.com/office/officeart/2005/8/layout/cycle6"/>
    <dgm:cxn modelId="{801F365D-96DE-4C09-B1C4-047E72297C6D}" type="presParOf" srcId="{ACFD1D00-A6D5-41F9-8138-3D9DFE7D1504}" destId="{BEBC90C0-B4AF-4D5C-98D0-08F786724FBF}" srcOrd="19" destOrd="0" presId="urn:microsoft.com/office/officeart/2005/8/layout/cycle6"/>
    <dgm:cxn modelId="{AFB41072-9BF3-4AE1-9EA9-697FB7F82F16}" type="presParOf" srcId="{ACFD1D00-A6D5-41F9-8138-3D9DFE7D1504}" destId="{EFECD94C-60DE-4A06-9E75-50C161E57F92}" srcOrd="20" destOrd="0" presId="urn:microsoft.com/office/officeart/2005/8/layout/cycle6"/>
  </dgm:cxnLst>
  <dgm:bg/>
  <dgm:whole/>
  <dgm:extLst>
    <a:ext uri="http://schemas.microsoft.com/office/drawing/2008/diagram">
      <dsp:dataModelExt xmlns:dsp="http://schemas.microsoft.com/office/drawing/2008/diagram" relId="rId5"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09B7F8C-086A-45F2-B2E7-33123735D69B}">
      <dsp:nvSpPr>
        <dsp:cNvPr id="0" name=""/>
        <dsp:cNvSpPr/>
      </dsp:nvSpPr>
      <dsp:spPr>
        <a:xfrm>
          <a:off x="4235217" y="2862"/>
          <a:ext cx="1551200" cy="1008280"/>
        </a:xfrm>
        <a:prstGeom prst="roundRect">
          <a:avLst/>
        </a:prstGeom>
        <a:gradFill rotWithShape="0">
          <a:gsLst>
            <a:gs pos="0">
              <a:schemeClr val="accent6">
                <a:hueOff val="0"/>
                <a:satOff val="0"/>
                <a:lumOff val="0"/>
                <a:alphaOff val="0"/>
                <a:shade val="51000"/>
                <a:satMod val="130000"/>
              </a:schemeClr>
            </a:gs>
            <a:gs pos="80000">
              <a:schemeClr val="accent6">
                <a:hueOff val="0"/>
                <a:satOff val="0"/>
                <a:lumOff val="0"/>
                <a:alphaOff val="0"/>
                <a:shade val="93000"/>
                <a:satMod val="130000"/>
              </a:schemeClr>
            </a:gs>
            <a:gs pos="100000">
              <a:schemeClr val="accent6">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fr-FR" sz="1400" b="1" kern="1200" dirty="0"/>
            <a:t>Licéité, loyauté et transparence</a:t>
          </a:r>
        </a:p>
        <a:p>
          <a:pPr marL="0" lvl="0" indent="0" algn="ctr" defTabSz="622300">
            <a:lnSpc>
              <a:spcPct val="90000"/>
            </a:lnSpc>
            <a:spcBef>
              <a:spcPct val="0"/>
            </a:spcBef>
            <a:spcAft>
              <a:spcPct val="35000"/>
            </a:spcAft>
            <a:buNone/>
          </a:pPr>
          <a:r>
            <a:rPr lang="fr-FR" sz="800" kern="1200" dirty="0"/>
            <a:t>Consentement explicite et information claire de l’utilisateur</a:t>
          </a:r>
          <a:endParaRPr lang="fr-FR" sz="1400" b="1" kern="1200" dirty="0"/>
        </a:p>
      </dsp:txBody>
      <dsp:txXfrm>
        <a:off x="4284437" y="52082"/>
        <a:ext cx="1452760" cy="909840"/>
      </dsp:txXfrm>
    </dsp:sp>
    <dsp:sp modelId="{890E838D-0A32-4639-B2C1-2F3592D942C5}">
      <dsp:nvSpPr>
        <dsp:cNvPr id="0" name=""/>
        <dsp:cNvSpPr/>
      </dsp:nvSpPr>
      <dsp:spPr>
        <a:xfrm>
          <a:off x="2134988" y="507002"/>
          <a:ext cx="5751659" cy="5751659"/>
        </a:xfrm>
        <a:custGeom>
          <a:avLst/>
          <a:gdLst/>
          <a:ahLst/>
          <a:cxnLst/>
          <a:rect l="0" t="0" r="0" b="0"/>
          <a:pathLst>
            <a:path>
              <a:moveTo>
                <a:pt x="3661678" y="109453"/>
              </a:moveTo>
              <a:arcTo wR="2875829" hR="2875829" stAng="17151501" swAng="1254874"/>
            </a:path>
          </a:pathLst>
        </a:custGeom>
        <a:noFill/>
        <a:ln w="9525" cap="flat" cmpd="sng" algn="ctr">
          <a:solidFill>
            <a:schemeClr val="accent6">
              <a:hueOff val="0"/>
              <a:satOff val="0"/>
              <a:lumOff val="0"/>
              <a:alphaOff val="0"/>
            </a:schemeClr>
          </a:solidFill>
          <a:prstDash val="solid"/>
          <a:miter/>
        </a:ln>
        <a:effectLst/>
        <a:scene3d>
          <a:camera prst="orthographicFront"/>
          <a:lightRig rig="flat" dir="t"/>
        </a:scene3d>
        <a:sp3d z="-40000" prstMaterial="matte"/>
      </dsp:spPr>
      <dsp:style>
        <a:lnRef idx="1">
          <a:scrgbClr r="0" g="0" b="0"/>
        </a:lnRef>
        <a:fillRef idx="0">
          <a:scrgbClr r="0" g="0" b="0"/>
        </a:fillRef>
        <a:effectRef idx="0">
          <a:scrgbClr r="0" g="0" b="0"/>
        </a:effectRef>
        <a:fontRef idx="minor"/>
      </dsp:style>
    </dsp:sp>
    <dsp:sp modelId="{B93D1BA4-5778-46F7-904F-444F8FFFE4AD}">
      <dsp:nvSpPr>
        <dsp:cNvPr id="0" name=""/>
        <dsp:cNvSpPr/>
      </dsp:nvSpPr>
      <dsp:spPr>
        <a:xfrm>
          <a:off x="6483631" y="1085641"/>
          <a:ext cx="1551200" cy="1008280"/>
        </a:xfrm>
        <a:prstGeom prst="roundRect">
          <a:avLst/>
        </a:prstGeom>
        <a:gradFill rotWithShape="0">
          <a:gsLst>
            <a:gs pos="0">
              <a:schemeClr val="accent6">
                <a:hueOff val="0"/>
                <a:satOff val="0"/>
                <a:lumOff val="0"/>
                <a:alphaOff val="0"/>
                <a:shade val="51000"/>
                <a:satMod val="130000"/>
              </a:schemeClr>
            </a:gs>
            <a:gs pos="80000">
              <a:schemeClr val="accent6">
                <a:hueOff val="0"/>
                <a:satOff val="0"/>
                <a:lumOff val="0"/>
                <a:alphaOff val="0"/>
                <a:shade val="93000"/>
                <a:satMod val="130000"/>
              </a:schemeClr>
            </a:gs>
            <a:gs pos="100000">
              <a:schemeClr val="accent6">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fr-FR" sz="1400" b="1" kern="1200" dirty="0"/>
            <a:t>Limitation des finalités</a:t>
          </a:r>
        </a:p>
        <a:p>
          <a:pPr marL="0" lvl="0" indent="0" algn="ctr" defTabSz="622300">
            <a:lnSpc>
              <a:spcPct val="90000"/>
            </a:lnSpc>
            <a:spcBef>
              <a:spcPct val="0"/>
            </a:spcBef>
            <a:spcAft>
              <a:spcPct val="35000"/>
            </a:spcAft>
            <a:buNone/>
          </a:pPr>
          <a:r>
            <a:rPr lang="fr-FR" sz="800" kern="1200" dirty="0"/>
            <a:t>Utilisation stricte dans le cadre documenté dans le registre CNIL</a:t>
          </a:r>
          <a:endParaRPr lang="fr-FR" sz="1400" b="1" kern="1200" dirty="0"/>
        </a:p>
      </dsp:txBody>
      <dsp:txXfrm>
        <a:off x="6532851" y="1134861"/>
        <a:ext cx="1452760" cy="909840"/>
      </dsp:txXfrm>
    </dsp:sp>
    <dsp:sp modelId="{47B1AD44-B79E-4FCA-B88A-6E40F220759B}">
      <dsp:nvSpPr>
        <dsp:cNvPr id="0" name=""/>
        <dsp:cNvSpPr/>
      </dsp:nvSpPr>
      <dsp:spPr>
        <a:xfrm>
          <a:off x="2134988" y="507002"/>
          <a:ext cx="5751659" cy="5751659"/>
        </a:xfrm>
        <a:custGeom>
          <a:avLst/>
          <a:gdLst/>
          <a:ahLst/>
          <a:cxnLst/>
          <a:rect l="0" t="0" r="0" b="0"/>
          <a:pathLst>
            <a:path>
              <a:moveTo>
                <a:pt x="5453141" y="1599954"/>
              </a:moveTo>
              <a:arcTo wR="2875829" hR="2875829" stAng="20019762" swAng="1725214"/>
            </a:path>
          </a:pathLst>
        </a:custGeom>
        <a:noFill/>
        <a:ln w="9525" cap="flat" cmpd="sng" algn="ctr">
          <a:solidFill>
            <a:schemeClr val="accent6">
              <a:hueOff val="0"/>
              <a:satOff val="0"/>
              <a:lumOff val="0"/>
              <a:alphaOff val="0"/>
            </a:schemeClr>
          </a:solidFill>
          <a:prstDash val="solid"/>
          <a:miter/>
        </a:ln>
        <a:effectLst/>
        <a:scene3d>
          <a:camera prst="orthographicFront"/>
          <a:lightRig rig="flat" dir="t"/>
        </a:scene3d>
        <a:sp3d z="-40000" prstMaterial="matte"/>
      </dsp:spPr>
      <dsp:style>
        <a:lnRef idx="1">
          <a:scrgbClr r="0" g="0" b="0"/>
        </a:lnRef>
        <a:fillRef idx="0">
          <a:scrgbClr r="0" g="0" b="0"/>
        </a:fillRef>
        <a:effectRef idx="0">
          <a:scrgbClr r="0" g="0" b="0"/>
        </a:effectRef>
        <a:fontRef idx="minor"/>
      </dsp:style>
    </dsp:sp>
    <dsp:sp modelId="{E5D08914-9DD1-4B2C-8946-9B7ADDE2B87C}">
      <dsp:nvSpPr>
        <dsp:cNvPr id="0" name=""/>
        <dsp:cNvSpPr/>
      </dsp:nvSpPr>
      <dsp:spPr>
        <a:xfrm>
          <a:off x="7038944" y="3518624"/>
          <a:ext cx="1551200" cy="1008280"/>
        </a:xfrm>
        <a:prstGeom prst="roundRect">
          <a:avLst/>
        </a:prstGeom>
        <a:gradFill rotWithShape="0">
          <a:gsLst>
            <a:gs pos="0">
              <a:schemeClr val="accent6">
                <a:hueOff val="0"/>
                <a:satOff val="0"/>
                <a:lumOff val="0"/>
                <a:alphaOff val="0"/>
                <a:shade val="51000"/>
                <a:satMod val="130000"/>
              </a:schemeClr>
            </a:gs>
            <a:gs pos="80000">
              <a:schemeClr val="accent6">
                <a:hueOff val="0"/>
                <a:satOff val="0"/>
                <a:lumOff val="0"/>
                <a:alphaOff val="0"/>
                <a:shade val="93000"/>
                <a:satMod val="130000"/>
              </a:schemeClr>
            </a:gs>
            <a:gs pos="100000">
              <a:schemeClr val="accent6">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fr-FR" sz="1400" b="1" kern="1200" dirty="0"/>
            <a:t>Minimisation des données</a:t>
          </a:r>
        </a:p>
        <a:p>
          <a:pPr marL="0" lvl="0" indent="0" algn="ctr" defTabSz="622300">
            <a:lnSpc>
              <a:spcPct val="90000"/>
            </a:lnSpc>
            <a:spcBef>
              <a:spcPct val="0"/>
            </a:spcBef>
            <a:spcAft>
              <a:spcPct val="35000"/>
            </a:spcAft>
            <a:buNone/>
          </a:pPr>
          <a:r>
            <a:rPr lang="fr-FR" sz="800" kern="1200" dirty="0"/>
            <a:t>Collection des données strictement nécessaires</a:t>
          </a:r>
          <a:endParaRPr lang="fr-FR" sz="1400" b="1" kern="1200" dirty="0"/>
        </a:p>
      </dsp:txBody>
      <dsp:txXfrm>
        <a:off x="7088164" y="3567844"/>
        <a:ext cx="1452760" cy="909840"/>
      </dsp:txXfrm>
    </dsp:sp>
    <dsp:sp modelId="{025F63F9-0667-4349-AFB4-715708328752}">
      <dsp:nvSpPr>
        <dsp:cNvPr id="0" name=""/>
        <dsp:cNvSpPr/>
      </dsp:nvSpPr>
      <dsp:spPr>
        <a:xfrm>
          <a:off x="2134988" y="507002"/>
          <a:ext cx="5751659" cy="5751659"/>
        </a:xfrm>
        <a:custGeom>
          <a:avLst/>
          <a:gdLst/>
          <a:ahLst/>
          <a:cxnLst/>
          <a:rect l="0" t="0" r="0" b="0"/>
          <a:pathLst>
            <a:path>
              <a:moveTo>
                <a:pt x="5509694" y="4030450"/>
              </a:moveTo>
              <a:arcTo wR="2875829" hR="2875829" stAng="1420287" swAng="1357416"/>
            </a:path>
          </a:pathLst>
        </a:custGeom>
        <a:noFill/>
        <a:ln w="9525" cap="flat" cmpd="sng" algn="ctr">
          <a:solidFill>
            <a:schemeClr val="accent6">
              <a:hueOff val="0"/>
              <a:satOff val="0"/>
              <a:lumOff val="0"/>
              <a:alphaOff val="0"/>
            </a:schemeClr>
          </a:solidFill>
          <a:prstDash val="solid"/>
          <a:miter/>
        </a:ln>
        <a:effectLst/>
        <a:scene3d>
          <a:camera prst="orthographicFront"/>
          <a:lightRig rig="flat" dir="t"/>
        </a:scene3d>
        <a:sp3d z="-40000" prstMaterial="matte"/>
      </dsp:spPr>
      <dsp:style>
        <a:lnRef idx="1">
          <a:scrgbClr r="0" g="0" b="0"/>
        </a:lnRef>
        <a:fillRef idx="0">
          <a:scrgbClr r="0" g="0" b="0"/>
        </a:fillRef>
        <a:effectRef idx="0">
          <a:scrgbClr r="0" g="0" b="0"/>
        </a:effectRef>
        <a:fontRef idx="minor"/>
      </dsp:style>
    </dsp:sp>
    <dsp:sp modelId="{D7EE2E2C-DA2D-4485-91C5-99F83853D02E}">
      <dsp:nvSpPr>
        <dsp:cNvPr id="0" name=""/>
        <dsp:cNvSpPr/>
      </dsp:nvSpPr>
      <dsp:spPr>
        <a:xfrm>
          <a:off x="5355151" y="5469725"/>
          <a:ext cx="1806884" cy="1008280"/>
        </a:xfrm>
        <a:prstGeom prst="roundRect">
          <a:avLst/>
        </a:prstGeom>
        <a:gradFill rotWithShape="0">
          <a:gsLst>
            <a:gs pos="0">
              <a:schemeClr val="accent6">
                <a:hueOff val="0"/>
                <a:satOff val="0"/>
                <a:lumOff val="0"/>
                <a:alphaOff val="0"/>
                <a:shade val="51000"/>
                <a:satMod val="130000"/>
              </a:schemeClr>
            </a:gs>
            <a:gs pos="80000">
              <a:schemeClr val="accent6">
                <a:hueOff val="0"/>
                <a:satOff val="0"/>
                <a:lumOff val="0"/>
                <a:alphaOff val="0"/>
                <a:shade val="93000"/>
                <a:satMod val="130000"/>
              </a:schemeClr>
            </a:gs>
            <a:gs pos="100000">
              <a:schemeClr val="accent6">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fr-FR" sz="1400" b="1" kern="1200" dirty="0"/>
            <a:t>Exactitude des données</a:t>
          </a:r>
        </a:p>
        <a:p>
          <a:pPr marL="0" lvl="0" indent="0" algn="ctr" defTabSz="622300">
            <a:lnSpc>
              <a:spcPct val="90000"/>
            </a:lnSpc>
            <a:spcBef>
              <a:spcPct val="0"/>
            </a:spcBef>
            <a:spcAft>
              <a:spcPct val="35000"/>
            </a:spcAft>
            <a:buNone/>
          </a:pPr>
          <a:r>
            <a:rPr lang="fr-FR" sz="800" kern="1200" dirty="0"/>
            <a:t>Possibilité de modification et suppression par l’utilisateur</a:t>
          </a:r>
          <a:endParaRPr lang="fr-FR" sz="1400" b="1" kern="1200" dirty="0"/>
        </a:p>
      </dsp:txBody>
      <dsp:txXfrm>
        <a:off x="5404371" y="5518945"/>
        <a:ext cx="1708444" cy="909840"/>
      </dsp:txXfrm>
    </dsp:sp>
    <dsp:sp modelId="{1C2D3156-A0A4-42D6-B5AC-40CA1B29E5BB}">
      <dsp:nvSpPr>
        <dsp:cNvPr id="0" name=""/>
        <dsp:cNvSpPr/>
      </dsp:nvSpPr>
      <dsp:spPr>
        <a:xfrm>
          <a:off x="2134988" y="507002"/>
          <a:ext cx="5751659" cy="5751659"/>
        </a:xfrm>
        <a:custGeom>
          <a:avLst/>
          <a:gdLst/>
          <a:ahLst/>
          <a:cxnLst/>
          <a:rect l="0" t="0" r="0" b="0"/>
          <a:pathLst>
            <a:path>
              <a:moveTo>
                <a:pt x="3213072" y="5731816"/>
              </a:moveTo>
              <a:arcTo wR="2875829" hR="2875829" stAng="4995932" swAng="838736"/>
            </a:path>
          </a:pathLst>
        </a:custGeom>
        <a:noFill/>
        <a:ln w="9525" cap="flat" cmpd="sng" algn="ctr">
          <a:solidFill>
            <a:schemeClr val="accent6">
              <a:hueOff val="0"/>
              <a:satOff val="0"/>
              <a:lumOff val="0"/>
              <a:alphaOff val="0"/>
            </a:schemeClr>
          </a:solidFill>
          <a:prstDash val="solid"/>
          <a:miter/>
        </a:ln>
        <a:effectLst/>
        <a:scene3d>
          <a:camera prst="orthographicFront"/>
          <a:lightRig rig="flat" dir="t"/>
        </a:scene3d>
        <a:sp3d z="-40000" prstMaterial="matte"/>
      </dsp:spPr>
      <dsp:style>
        <a:lnRef idx="1">
          <a:scrgbClr r="0" g="0" b="0"/>
        </a:lnRef>
        <a:fillRef idx="0">
          <a:scrgbClr r="0" g="0" b="0"/>
        </a:fillRef>
        <a:effectRef idx="0">
          <a:scrgbClr r="0" g="0" b="0"/>
        </a:effectRef>
        <a:fontRef idx="minor"/>
      </dsp:style>
    </dsp:sp>
    <dsp:sp modelId="{6F5EA422-F05A-4A2F-AD0B-11263B8E337C}">
      <dsp:nvSpPr>
        <dsp:cNvPr id="0" name=""/>
        <dsp:cNvSpPr/>
      </dsp:nvSpPr>
      <dsp:spPr>
        <a:xfrm>
          <a:off x="2885000" y="5469725"/>
          <a:ext cx="1756083" cy="1008280"/>
        </a:xfrm>
        <a:prstGeom prst="roundRect">
          <a:avLst/>
        </a:prstGeom>
        <a:gradFill rotWithShape="0">
          <a:gsLst>
            <a:gs pos="0">
              <a:schemeClr val="accent6">
                <a:hueOff val="0"/>
                <a:satOff val="0"/>
                <a:lumOff val="0"/>
                <a:alphaOff val="0"/>
                <a:shade val="51000"/>
                <a:satMod val="130000"/>
              </a:schemeClr>
            </a:gs>
            <a:gs pos="80000">
              <a:schemeClr val="accent6">
                <a:hueOff val="0"/>
                <a:satOff val="0"/>
                <a:lumOff val="0"/>
                <a:alphaOff val="0"/>
                <a:shade val="93000"/>
                <a:satMod val="130000"/>
              </a:schemeClr>
            </a:gs>
            <a:gs pos="100000">
              <a:schemeClr val="accent6">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fr-FR" sz="1400" b="1" kern="1200" dirty="0"/>
            <a:t>Limitation de la durée de conservation</a:t>
          </a:r>
        </a:p>
        <a:p>
          <a:pPr marL="0" lvl="0" indent="0" algn="ctr" defTabSz="622300">
            <a:lnSpc>
              <a:spcPct val="90000"/>
            </a:lnSpc>
            <a:spcBef>
              <a:spcPct val="0"/>
            </a:spcBef>
            <a:spcAft>
              <a:spcPct val="35000"/>
            </a:spcAft>
            <a:buNone/>
          </a:pPr>
          <a:r>
            <a:rPr lang="fr-FR" sz="800" kern="1200" dirty="0"/>
            <a:t>Suppression après la fin de la date de conservation  documentée dans le registre CNIL</a:t>
          </a:r>
          <a:endParaRPr lang="fr-FR" sz="1400" b="1" kern="1200" dirty="0"/>
        </a:p>
      </dsp:txBody>
      <dsp:txXfrm>
        <a:off x="2934220" y="5518945"/>
        <a:ext cx="1657643" cy="909840"/>
      </dsp:txXfrm>
    </dsp:sp>
    <dsp:sp modelId="{455E4A96-7E1F-4B89-91FF-AD49C2E87DAC}">
      <dsp:nvSpPr>
        <dsp:cNvPr id="0" name=""/>
        <dsp:cNvSpPr/>
      </dsp:nvSpPr>
      <dsp:spPr>
        <a:xfrm>
          <a:off x="2134988" y="507002"/>
          <a:ext cx="5751659" cy="5751659"/>
        </a:xfrm>
        <a:custGeom>
          <a:avLst/>
          <a:gdLst/>
          <a:ahLst/>
          <a:cxnLst/>
          <a:rect l="0" t="0" r="0" b="0"/>
          <a:pathLst>
            <a:path>
              <a:moveTo>
                <a:pt x="888789" y="4954788"/>
              </a:moveTo>
              <a:arcTo wR="2875829" hR="2875829" stAng="8022297" swAng="1357416"/>
            </a:path>
          </a:pathLst>
        </a:custGeom>
        <a:noFill/>
        <a:ln w="9525" cap="flat" cmpd="sng" algn="ctr">
          <a:solidFill>
            <a:schemeClr val="accent6">
              <a:hueOff val="0"/>
              <a:satOff val="0"/>
              <a:lumOff val="0"/>
              <a:alphaOff val="0"/>
            </a:schemeClr>
          </a:solidFill>
          <a:prstDash val="solid"/>
          <a:miter/>
        </a:ln>
        <a:effectLst/>
        <a:scene3d>
          <a:camera prst="orthographicFront"/>
          <a:lightRig rig="flat" dir="t"/>
        </a:scene3d>
        <a:sp3d z="-40000" prstMaterial="matte"/>
      </dsp:spPr>
      <dsp:style>
        <a:lnRef idx="1">
          <a:scrgbClr r="0" g="0" b="0"/>
        </a:lnRef>
        <a:fillRef idx="0">
          <a:scrgbClr r="0" g="0" b="0"/>
        </a:fillRef>
        <a:effectRef idx="0">
          <a:scrgbClr r="0" g="0" b="0"/>
        </a:effectRef>
        <a:fontRef idx="minor"/>
      </dsp:style>
    </dsp:sp>
    <dsp:sp modelId="{C96D48AE-10B7-4C92-9016-F265672CCDDF}">
      <dsp:nvSpPr>
        <dsp:cNvPr id="0" name=""/>
        <dsp:cNvSpPr/>
      </dsp:nvSpPr>
      <dsp:spPr>
        <a:xfrm>
          <a:off x="1431491" y="3518624"/>
          <a:ext cx="1551200" cy="1008280"/>
        </a:xfrm>
        <a:prstGeom prst="roundRect">
          <a:avLst/>
        </a:prstGeom>
        <a:gradFill rotWithShape="0">
          <a:gsLst>
            <a:gs pos="0">
              <a:schemeClr val="accent6">
                <a:hueOff val="0"/>
                <a:satOff val="0"/>
                <a:lumOff val="0"/>
                <a:alphaOff val="0"/>
                <a:shade val="51000"/>
                <a:satMod val="130000"/>
              </a:schemeClr>
            </a:gs>
            <a:gs pos="80000">
              <a:schemeClr val="accent6">
                <a:hueOff val="0"/>
                <a:satOff val="0"/>
                <a:lumOff val="0"/>
                <a:alphaOff val="0"/>
                <a:shade val="93000"/>
                <a:satMod val="130000"/>
              </a:schemeClr>
            </a:gs>
            <a:gs pos="100000">
              <a:schemeClr val="accent6">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fr-FR" sz="1400" b="1" kern="1200" dirty="0"/>
            <a:t>Sécurité et confidentialité</a:t>
          </a:r>
        </a:p>
        <a:p>
          <a:pPr marL="0" lvl="0" indent="0" algn="ctr" defTabSz="622300">
            <a:lnSpc>
              <a:spcPct val="90000"/>
            </a:lnSpc>
            <a:spcBef>
              <a:spcPct val="0"/>
            </a:spcBef>
            <a:spcAft>
              <a:spcPct val="35000"/>
            </a:spcAft>
            <a:buNone/>
          </a:pPr>
          <a:r>
            <a:rPr lang="fr-FR" sz="900" kern="1200" dirty="0"/>
            <a:t>Obligation de sécuriser l’accès aux données</a:t>
          </a:r>
          <a:endParaRPr lang="fr-FR" sz="1400" b="1" kern="1200" dirty="0"/>
        </a:p>
      </dsp:txBody>
      <dsp:txXfrm>
        <a:off x="1480711" y="3567844"/>
        <a:ext cx="1452760" cy="909840"/>
      </dsp:txXfrm>
    </dsp:sp>
    <dsp:sp modelId="{4C7350E0-FFFB-458E-8A55-A9E353503E8D}">
      <dsp:nvSpPr>
        <dsp:cNvPr id="0" name=""/>
        <dsp:cNvSpPr/>
      </dsp:nvSpPr>
      <dsp:spPr>
        <a:xfrm>
          <a:off x="2134988" y="507002"/>
          <a:ext cx="5751659" cy="5751659"/>
        </a:xfrm>
        <a:custGeom>
          <a:avLst/>
          <a:gdLst/>
          <a:ahLst/>
          <a:cxnLst/>
          <a:rect l="0" t="0" r="0" b="0"/>
          <a:pathLst>
            <a:path>
              <a:moveTo>
                <a:pt x="2556" y="2997073"/>
              </a:moveTo>
              <a:arcTo wR="2875829" hR="2875829" stAng="10655023" swAng="1725214"/>
            </a:path>
          </a:pathLst>
        </a:custGeom>
        <a:noFill/>
        <a:ln w="9525" cap="flat" cmpd="sng" algn="ctr">
          <a:solidFill>
            <a:schemeClr val="accent6">
              <a:hueOff val="0"/>
              <a:satOff val="0"/>
              <a:lumOff val="0"/>
              <a:alphaOff val="0"/>
            </a:schemeClr>
          </a:solidFill>
          <a:prstDash val="solid"/>
          <a:miter/>
        </a:ln>
        <a:effectLst/>
        <a:scene3d>
          <a:camera prst="orthographicFront"/>
          <a:lightRig rig="flat" dir="t"/>
        </a:scene3d>
        <a:sp3d z="-40000" prstMaterial="matte"/>
      </dsp:spPr>
      <dsp:style>
        <a:lnRef idx="1">
          <a:scrgbClr r="0" g="0" b="0"/>
        </a:lnRef>
        <a:fillRef idx="0">
          <a:scrgbClr r="0" g="0" b="0"/>
        </a:fillRef>
        <a:effectRef idx="0">
          <a:scrgbClr r="0" g="0" b="0"/>
        </a:effectRef>
        <a:fontRef idx="minor"/>
      </dsp:style>
    </dsp:sp>
    <dsp:sp modelId="{CD217F47-D198-45E9-9DF7-4306679E843F}">
      <dsp:nvSpPr>
        <dsp:cNvPr id="0" name=""/>
        <dsp:cNvSpPr/>
      </dsp:nvSpPr>
      <dsp:spPr>
        <a:xfrm>
          <a:off x="1986803" y="1085641"/>
          <a:ext cx="1551200" cy="1008280"/>
        </a:xfrm>
        <a:prstGeom prst="roundRect">
          <a:avLst/>
        </a:prstGeom>
        <a:gradFill rotWithShape="0">
          <a:gsLst>
            <a:gs pos="0">
              <a:schemeClr val="accent6">
                <a:hueOff val="0"/>
                <a:satOff val="0"/>
                <a:lumOff val="0"/>
                <a:alphaOff val="0"/>
                <a:shade val="51000"/>
                <a:satMod val="130000"/>
              </a:schemeClr>
            </a:gs>
            <a:gs pos="80000">
              <a:schemeClr val="accent6">
                <a:hueOff val="0"/>
                <a:satOff val="0"/>
                <a:lumOff val="0"/>
                <a:alphaOff val="0"/>
                <a:shade val="93000"/>
                <a:satMod val="130000"/>
              </a:schemeClr>
            </a:gs>
            <a:gs pos="100000">
              <a:schemeClr val="accent6">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fr-FR" sz="1400" b="1" kern="1200" dirty="0"/>
            <a:t>Droit des personnes</a:t>
          </a:r>
        </a:p>
        <a:p>
          <a:pPr marL="0" lvl="0" indent="0" algn="ctr" defTabSz="622300">
            <a:lnSpc>
              <a:spcPct val="90000"/>
            </a:lnSpc>
            <a:spcBef>
              <a:spcPct val="0"/>
            </a:spcBef>
            <a:spcAft>
              <a:spcPct val="35000"/>
            </a:spcAft>
            <a:buNone/>
          </a:pPr>
          <a:r>
            <a:rPr lang="fr-FR" sz="900" kern="1200" dirty="0"/>
            <a:t>Droit d’accès, de rectification, d’effacement, d’opposition et de portabilité</a:t>
          </a:r>
          <a:endParaRPr lang="fr-FR" sz="1400" b="1" kern="1200" dirty="0"/>
        </a:p>
      </dsp:txBody>
      <dsp:txXfrm>
        <a:off x="2036023" y="1134861"/>
        <a:ext cx="1452760" cy="909840"/>
      </dsp:txXfrm>
    </dsp:sp>
    <dsp:sp modelId="{EFECD94C-60DE-4A06-9E75-50C161E57F92}">
      <dsp:nvSpPr>
        <dsp:cNvPr id="0" name=""/>
        <dsp:cNvSpPr/>
      </dsp:nvSpPr>
      <dsp:spPr>
        <a:xfrm>
          <a:off x="2134988" y="507002"/>
          <a:ext cx="5751659" cy="5751659"/>
        </a:xfrm>
        <a:custGeom>
          <a:avLst/>
          <a:gdLst/>
          <a:ahLst/>
          <a:cxnLst/>
          <a:rect l="0" t="0" r="0" b="0"/>
          <a:pathLst>
            <a:path>
              <a:moveTo>
                <a:pt x="1154228" y="572248"/>
              </a:moveTo>
              <a:arcTo wR="2875829" hR="2875829" stAng="13993625" swAng="1254874"/>
            </a:path>
          </a:pathLst>
        </a:custGeom>
        <a:noFill/>
        <a:ln w="9525" cap="flat" cmpd="sng" algn="ctr">
          <a:solidFill>
            <a:schemeClr val="accent6">
              <a:hueOff val="0"/>
              <a:satOff val="0"/>
              <a:lumOff val="0"/>
              <a:alphaOff val="0"/>
            </a:schemeClr>
          </a:solidFill>
          <a:prstDash val="solid"/>
          <a:miter/>
        </a:ln>
        <a:effectLst/>
        <a:scene3d>
          <a:camera prst="orthographicFront"/>
          <a:lightRig rig="flat" dir="t"/>
        </a:scene3d>
        <a:sp3d z="-40000" prstMaterial="matte"/>
      </dsp:spPr>
      <dsp:style>
        <a:lnRef idx="1">
          <a:scrgbClr r="0" g="0" b="0"/>
        </a:lnRef>
        <a:fillRef idx="0">
          <a:scrgbClr r="0" g="0" b="0"/>
        </a:fillRef>
        <a:effectRef idx="0">
          <a:scrgbClr r="0" g="0" b="0"/>
        </a:effectRef>
        <a:fontRef idx="minor"/>
      </dsp:style>
    </dsp:sp>
  </dsp:spTree>
</dsp:drawing>
</file>

<file path=ppt/diagrams/layout1.xml><?xml version="1.0" encoding="utf-8"?>
<dgm:layoutDef xmlns:dgm="http://schemas.openxmlformats.org/drawingml/2006/diagram" xmlns:a="http://schemas.openxmlformats.org/drawingml/2006/main" uniqueId="urn:microsoft.com/office/officeart/2005/8/layout/cycle6">
  <dgm:title val=""/>
  <dgm:desc val=""/>
  <dgm:catLst>
    <dgm:cat type="cycle" pri="4000"/>
    <dgm:cat type="relationship" pri="24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hoose name="Name9">
      <dgm:if name="Name10" func="var" arg="dir" op="equ" val="norm">
        <dgm:constrLst>
          <dgm:constr type="w" for="ch" forName="node" refType="w"/>
          <dgm:constr type="w" for="ch" ptType="sibTrans" refType="w" refFor="ch" refForName="node" op="equ" fact="0.3"/>
          <dgm:constr type="diam" for="ch" ptType="sibTrans" refType="diam" op="equ"/>
          <dgm:constr type="sibSp" refType="w" refFor="ch" refForName="node" op="equ" fact="0.15"/>
          <dgm:constr type="w" for="ch" forName="spNode" refType="sibSp" fact="1.6"/>
          <dgm:constr type="primFontSz" for="ch" forName="node" op="equ" val="65"/>
        </dgm:constrLst>
      </dgm:if>
      <dgm:else name="Name11">
        <dgm:constrLst>
          <dgm:constr type="w" for="ch" forName="node" refType="w"/>
          <dgm:constr type="w" for="ch" ptType="sibTrans" refType="w" refFor="ch" refForName="node" op="equ" fact="0.3"/>
          <dgm:constr type="diam" for="ch" ptType="sibTrans" refType="diam" op="equ" fact="-1"/>
          <dgm:constr type="sibSp" refType="w" refFor="ch" refForName="node" op="equ" fact="0.15"/>
          <dgm:constr type="w" for="ch" forName="spNode" refType="sibSp" fact="1.6"/>
          <dgm:constr type="primFontSz" for="ch" forName="node" op="equ" val="65"/>
        </dgm:constrLst>
      </dgm:else>
    </dgm:choose>
    <dgm:ruleLst/>
    <dgm:forEach name="Name12" axis="ch" ptType="node">
      <dgm:layoutNode name="node">
        <dgm:varLst>
          <dgm:bulletEnabled val="1"/>
        </dgm:varLst>
        <dgm:alg type="tx"/>
        <dgm:shape xmlns:r="http://schemas.openxmlformats.org/officeDocument/2006/relationships" type="roundRect" r:blip="">
          <dgm:adjLst/>
        </dgm:shape>
        <dgm:presOf axis="desOrSelf" ptType="node"/>
        <dgm:constrLst>
          <dgm:constr type="h" refType="w" fact="0.65"/>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3">
        <dgm:if name="Name14" axis="par ch" ptType="doc node" func="cnt" op="gt" val="1">
          <dgm:layoutNode name="spNode">
            <dgm:alg type="sp"/>
            <dgm:shape xmlns:r="http://schemas.openxmlformats.org/officeDocument/2006/relationships" r:blip="">
              <dgm:adjLst/>
            </dgm:shape>
            <dgm:presOf/>
            <dgm:constrLst>
              <dgm:constr type="h" refType="w"/>
            </dgm:constrLst>
            <dgm:ruleLst/>
          </dgm:layoutNode>
          <dgm:forEach name="Name15" axis="followSib" ptType="sibTrans" hideLastTrans="0" cnt="1">
            <dgm:layoutNode name="sibTrans">
              <dgm:alg type="conn">
                <dgm:param type="dim" val="1D"/>
                <dgm:param type="connRout" val="curve"/>
                <dgm:param type="begPts" val="radial"/>
                <dgm:param type="endPts" val="radial"/>
                <dgm:param type="endSty" val="noArr"/>
              </dgm:alg>
              <dgm:shape xmlns:r="http://schemas.openxmlformats.org/officeDocument/2006/relationships" type="conn" r:blip="">
                <dgm:adjLst/>
              </dgm:shape>
              <dgm:presOf axis="self"/>
              <dgm:constrLst>
                <dgm:constr type="h" refType="w" fact="0.65"/>
                <dgm:constr type="connDist"/>
                <dgm:constr type="begPad" refType="connDist" fact="0.01"/>
                <dgm:constr type="endPad" refType="connDist" fact="0.01"/>
              </dgm:constrLst>
              <dgm:ruleLst/>
            </dgm:layoutNode>
          </dgm:forEach>
        </dgm:if>
        <dgm:else name="Name16"/>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3d1">
  <dgm:title val=""/>
  <dgm:desc val=""/>
  <dgm:catLst>
    <dgm:cat type="3D" pri="11100"/>
  </dgm:catLst>
  <dgm:scene3d>
    <a:camera prst="orthographicFront"/>
    <a:lightRig rig="threePt" dir="t"/>
  </dgm:scene3d>
  <dgm:styleLbl name="node0">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vennNode1">
    <dgm:scene3d>
      <a:camera prst="orthographicFront"/>
      <a:lightRig rig="flat" dir="t"/>
    </dgm:scene3d>
    <dgm:sp3d prstMaterial="plastic">
      <a:bevelT w="120900" h="88900"/>
      <a:bevelB w="88900" h="31750" prst="angle"/>
    </dgm:sp3d>
    <dgm:txPr/>
    <dgm:style>
      <a:lnRef idx="0">
        <a:scrgbClr r="0" g="0" b="0"/>
      </a:lnRef>
      <a:fillRef idx="1">
        <a:scrgbClr r="0" g="0" b="0"/>
      </a:fillRef>
      <a:effectRef idx="1">
        <a:scrgbClr r="0" g="0" b="0"/>
      </a:effectRef>
      <a:fontRef idx="minor">
        <a:schemeClr val="tx1"/>
      </a:fontRef>
    </dgm:style>
  </dgm:styleLbl>
  <dgm:styleLbl name="alignNode1">
    <dgm:scene3d>
      <a:camera prst="orthographicFront"/>
      <a:lightRig rig="flat" dir="t"/>
    </dgm:scene3d>
    <dgm:sp3d prstMaterial="plastic">
      <a:bevelT w="120900" h="88900"/>
      <a:bevelB w="88900" h="31750" prst="angle"/>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4">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fgImgPlace1">
    <dgm:scene3d>
      <a:camera prst="orthographicFront"/>
      <a:lightRig rig="flat" dir="t"/>
    </dgm:scene3d>
    <dgm:sp3d z="1270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alignImgPlace1">
    <dgm:scene3d>
      <a:camera prst="orthographicFront"/>
      <a:lightRig rig="flat" dir="t"/>
    </dgm:scene3d>
    <dgm:sp3d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bgImgPlace1">
    <dgm:scene3d>
      <a:camera prst="orthographicFront"/>
      <a:lightRig rig="flat" dir="t"/>
    </dgm:scene3d>
    <dgm:sp3d z="-1905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sibTrans2D1">
    <dgm:scene3d>
      <a:camera prst="orthographicFront"/>
      <a:lightRig rig="flat" dir="t"/>
    </dgm:scene3d>
    <dgm:sp3d z="-80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flat" dir="t"/>
    </dgm:scene3d>
    <dgm:sp3d z="127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flat" dir="t"/>
    </dgm:scene3d>
    <dgm:sp3d z="-1905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fla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1">
    <dgm:scene3d>
      <a:camera prst="orthographicFront"/>
      <a:lightRig rig="flat" dir="t"/>
    </dgm:scene3d>
    <dgm:sp3d z="-10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2">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3">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con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tr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0">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2">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3">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4">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bgShp">
    <dgm:scene3d>
      <a:camera prst="orthographicFront"/>
      <a:lightRig rig="flat" dir="t"/>
    </dgm:scene3d>
    <dgm:sp3d z="-190500" extrusionH="12700" prstMaterial="plastic">
      <a:bevelT w="50800" h="50800"/>
    </dgm:sp3d>
    <dgm:txPr/>
    <dgm:style>
      <a:lnRef idx="0">
        <a:scrgbClr r="0" g="0" b="0"/>
      </a:lnRef>
      <a:fillRef idx="3">
        <a:scrgbClr r="0" g="0" b="0"/>
      </a:fillRef>
      <a:effectRef idx="0">
        <a:scrgbClr r="0" g="0" b="0"/>
      </a:effectRef>
      <a:fontRef idx="minor"/>
    </dgm:style>
  </dgm:styleLbl>
  <dgm:styleLbl name="dkBgShp">
    <dgm:scene3d>
      <a:camera prst="orthographicFront"/>
      <a:lightRig rig="flat" dir="t"/>
    </dgm:scene3d>
    <dgm:sp3d z="-190500" extrusionH="12700" prstMaterial="plastic">
      <a:bevelT w="50800" h="50800"/>
    </dgm:sp3d>
    <dgm:txPr/>
    <dgm:style>
      <a:lnRef idx="0">
        <a:scrgbClr r="0" g="0" b="0"/>
      </a:lnRef>
      <a:fillRef idx="2">
        <a:scrgbClr r="0" g="0" b="0"/>
      </a:fillRef>
      <a:effectRef idx="0">
        <a:scrgbClr r="0" g="0" b="0"/>
      </a:effectRef>
      <a:fontRef idx="minor"/>
    </dgm:style>
  </dgm:styleLbl>
  <dgm:styleLbl name="trBgShp">
    <dgm:scene3d>
      <a:camera prst="orthographicFront"/>
      <a:lightRig rig="flat" dir="t"/>
    </dgm:scene3d>
    <dgm:sp3d z="-190500" extrusionH="12700" prstMaterial="matte"/>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z="190500" prstMaterial="plastic">
      <a:bevelT w="120900" h="88900"/>
      <a:bevelB w="88900" h="31750" prst="angle"/>
    </dgm:sp3d>
    <dgm:txPr/>
    <dgm:style>
      <a:lnRef idx="0">
        <a:scrgbClr r="0" g="0" b="0"/>
      </a:lnRef>
      <a:fillRef idx="1">
        <a:scrgbClr r="0" g="0" b="0"/>
      </a:fillRef>
      <a:effectRef idx="3">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Relationships xmlns="http://schemas.openxmlformats.org/package/2006/relationships"><Relationship Id="rId1" Type="http://schemas.openxmlformats.org/officeDocument/2006/relationships/theme" Target="../theme/theme4.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6" name="PlaceHolder 1"/>
          <p:cNvSpPr>
            <a:spLocks noGrp="1"/>
          </p:cNvSpPr>
          <p:nvPr>
            <p:ph type="sldImg"/>
          </p:nvPr>
        </p:nvSpPr>
        <p:spPr>
          <a:xfrm>
            <a:off x="216000" y="812520"/>
            <a:ext cx="7127280" cy="4008960"/>
          </a:xfrm>
          <a:prstGeom prst="rect">
            <a:avLst/>
          </a:prstGeom>
          <a:noFill/>
          <a:ln w="0">
            <a:noFill/>
          </a:ln>
        </p:spPr>
        <p:txBody>
          <a:bodyPr lIns="0" rIns="0" tIns="0" bIns="0" anchor="ctr">
            <a:noAutofit/>
          </a:bodyPr>
          <a:p>
            <a:r>
              <a:rPr b="0" lang="fr-FR" sz="1800" spc="-1" strike="noStrike">
                <a:solidFill>
                  <a:srgbClr val="000000"/>
                </a:solidFill>
                <a:latin typeface="Arial"/>
              </a:rPr>
              <a:t>Cliquez pour déplacer la diapo</a:t>
            </a:r>
            <a:endParaRPr b="0" lang="fr-FR" sz="1800" spc="-1" strike="noStrike">
              <a:solidFill>
                <a:srgbClr val="000000"/>
              </a:solidFill>
              <a:latin typeface="Arial"/>
            </a:endParaRPr>
          </a:p>
        </p:txBody>
      </p:sp>
      <p:sp>
        <p:nvSpPr>
          <p:cNvPr id="127"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marL="216000" indent="0">
              <a:buNone/>
            </a:pPr>
            <a:r>
              <a:rPr b="0" lang="fr-FR" sz="2000" spc="-1" strike="noStrike">
                <a:latin typeface="Arial"/>
              </a:rPr>
              <a:t>Cliquez pour modifier le format des notes</a:t>
            </a:r>
            <a:endParaRPr b="0" lang="fr-FR" sz="2000" spc="-1" strike="noStrike">
              <a:latin typeface="Arial"/>
            </a:endParaRPr>
          </a:p>
        </p:txBody>
      </p:sp>
      <p:sp>
        <p:nvSpPr>
          <p:cNvPr id="128" name="PlaceHolder 3"/>
          <p:cNvSpPr>
            <a:spLocks noGrp="1"/>
          </p:cNvSpPr>
          <p:nvPr>
            <p:ph type="hdr"/>
          </p:nvPr>
        </p:nvSpPr>
        <p:spPr>
          <a:xfrm>
            <a:off x="0" y="0"/>
            <a:ext cx="3280680" cy="534240"/>
          </a:xfrm>
          <a:prstGeom prst="rect">
            <a:avLst/>
          </a:prstGeom>
          <a:noFill/>
          <a:ln w="0">
            <a:noFill/>
          </a:ln>
        </p:spPr>
        <p:txBody>
          <a:bodyPr lIns="0" rIns="0" tIns="0" bIns="0" anchor="t">
            <a:noAutofit/>
          </a:bodyPr>
          <a:p>
            <a:pPr indent="0">
              <a:buNone/>
            </a:pPr>
            <a:r>
              <a:rPr b="0" lang="fr-FR" sz="1400" spc="-1" strike="noStrike">
                <a:latin typeface="Times New Roman"/>
              </a:rPr>
              <a:t>&lt;en-tête&gt;</a:t>
            </a:r>
            <a:endParaRPr b="0" lang="fr-FR" sz="1400" spc="-1" strike="noStrike">
              <a:latin typeface="Times New Roman"/>
            </a:endParaRPr>
          </a:p>
        </p:txBody>
      </p:sp>
      <p:sp>
        <p:nvSpPr>
          <p:cNvPr id="129" name="PlaceHolder 4"/>
          <p:cNvSpPr>
            <a:spLocks noGrp="1"/>
          </p:cNvSpPr>
          <p:nvPr>
            <p:ph type="dt" idx="10"/>
          </p:nvPr>
        </p:nvSpPr>
        <p:spPr>
          <a:xfrm>
            <a:off x="4278960" y="0"/>
            <a:ext cx="3280680" cy="534240"/>
          </a:xfrm>
          <a:prstGeom prst="rect">
            <a:avLst/>
          </a:prstGeom>
          <a:noFill/>
          <a:ln w="0">
            <a:noFill/>
          </a:ln>
        </p:spPr>
        <p:txBody>
          <a:bodyPr lIns="0" rIns="0" tIns="0" bIns="0" anchor="t">
            <a:noAutofit/>
          </a:bodyPr>
          <a:lstStyle>
            <a:lvl1pPr indent="0" algn="r">
              <a:buNone/>
              <a:defRPr b="0" lang="fr-FR" sz="1400" spc="-1" strike="noStrike">
                <a:latin typeface="Times New Roman"/>
              </a:defRPr>
            </a:lvl1pPr>
          </a:lstStyle>
          <a:p>
            <a:pPr indent="0" algn="r">
              <a:buNone/>
            </a:pPr>
            <a:r>
              <a:rPr b="0" lang="fr-FR" sz="1400" spc="-1" strike="noStrike">
                <a:latin typeface="Times New Roman"/>
              </a:rPr>
              <a:t>&lt;date/heure&gt;</a:t>
            </a:r>
            <a:endParaRPr b="0" lang="fr-FR" sz="1400" spc="-1" strike="noStrike">
              <a:latin typeface="Times New Roman"/>
            </a:endParaRPr>
          </a:p>
        </p:txBody>
      </p:sp>
      <p:sp>
        <p:nvSpPr>
          <p:cNvPr id="130" name="PlaceHolder 5"/>
          <p:cNvSpPr>
            <a:spLocks noGrp="1"/>
          </p:cNvSpPr>
          <p:nvPr>
            <p:ph type="ftr" idx="11"/>
          </p:nvPr>
        </p:nvSpPr>
        <p:spPr>
          <a:xfrm>
            <a:off x="0" y="10157400"/>
            <a:ext cx="3280680" cy="534240"/>
          </a:xfrm>
          <a:prstGeom prst="rect">
            <a:avLst/>
          </a:prstGeom>
          <a:noFill/>
          <a:ln w="0">
            <a:noFill/>
          </a:ln>
        </p:spPr>
        <p:txBody>
          <a:bodyPr lIns="0" rIns="0" tIns="0" bIns="0" anchor="b">
            <a:noAutofit/>
          </a:bodyPr>
          <a:lstStyle>
            <a:lvl1pPr indent="0">
              <a:buNone/>
              <a:defRPr b="0" lang="fr-FR" sz="1400" spc="-1" strike="noStrike">
                <a:latin typeface="Times New Roman"/>
              </a:defRPr>
            </a:lvl1pPr>
          </a:lstStyle>
          <a:p>
            <a:pPr indent="0">
              <a:buNone/>
            </a:pPr>
            <a:r>
              <a:rPr b="0" lang="fr-FR" sz="1400" spc="-1" strike="noStrike">
                <a:latin typeface="Times New Roman"/>
              </a:rPr>
              <a:t>&lt;pied de page&gt;</a:t>
            </a:r>
            <a:endParaRPr b="0" lang="fr-FR" sz="1400" spc="-1" strike="noStrike">
              <a:latin typeface="Times New Roman"/>
            </a:endParaRPr>
          </a:p>
        </p:txBody>
      </p:sp>
      <p:sp>
        <p:nvSpPr>
          <p:cNvPr id="131" name="PlaceHolder 6"/>
          <p:cNvSpPr>
            <a:spLocks noGrp="1"/>
          </p:cNvSpPr>
          <p:nvPr>
            <p:ph type="sldNum" idx="12"/>
          </p:nvPr>
        </p:nvSpPr>
        <p:spPr>
          <a:xfrm>
            <a:off x="4278960" y="10157400"/>
            <a:ext cx="3280680" cy="534240"/>
          </a:xfrm>
          <a:prstGeom prst="rect">
            <a:avLst/>
          </a:prstGeom>
          <a:noFill/>
          <a:ln w="0">
            <a:noFill/>
          </a:ln>
        </p:spPr>
        <p:txBody>
          <a:bodyPr lIns="0" rIns="0" tIns="0" bIns="0" anchor="b">
            <a:noAutofit/>
          </a:bodyPr>
          <a:lstStyle>
            <a:lvl1pPr indent="0" algn="r">
              <a:buNone/>
              <a:defRPr b="0" lang="fr-FR" sz="1400" spc="-1" strike="noStrike">
                <a:latin typeface="Times New Roman"/>
              </a:defRPr>
            </a:lvl1pPr>
          </a:lstStyle>
          <a:p>
            <a:pPr indent="0" algn="r">
              <a:buNone/>
            </a:pPr>
            <a:fld id="{6BC58E22-9FDF-4B17-AF41-41D6C4257969}" type="slidenum">
              <a:rPr b="0" lang="fr-FR" sz="1400" spc="-1" strike="noStrike">
                <a:latin typeface="Times New Roman"/>
              </a:rPr>
              <a:t>&lt;numéro&gt;</a:t>
            </a:fld>
            <a:endParaRPr b="0" lang="fr-FR" sz="1400" spc="-1" strike="noStrike">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5" name="PlaceHolder 1"/>
          <p:cNvSpPr>
            <a:spLocks noGrp="1"/>
          </p:cNvSpPr>
          <p:nvPr>
            <p:ph type="sldImg"/>
          </p:nvPr>
        </p:nvSpPr>
        <p:spPr>
          <a:xfrm>
            <a:off x="382680" y="685800"/>
            <a:ext cx="6092280" cy="3428280"/>
          </a:xfrm>
          <a:prstGeom prst="rect">
            <a:avLst/>
          </a:prstGeom>
          <a:ln w="0">
            <a:noFill/>
          </a:ln>
        </p:spPr>
      </p:sp>
      <p:sp>
        <p:nvSpPr>
          <p:cNvPr id="246" name="PlaceHolder 2"/>
          <p:cNvSpPr>
            <a:spLocks noGrp="1"/>
          </p:cNvSpPr>
          <p:nvPr>
            <p:ph type="body"/>
          </p:nvPr>
        </p:nvSpPr>
        <p:spPr>
          <a:xfrm>
            <a:off x="685800" y="4343400"/>
            <a:ext cx="5485680" cy="4114080"/>
          </a:xfrm>
          <a:prstGeom prst="rect">
            <a:avLst/>
          </a:prstGeom>
          <a:noFill/>
          <a:ln w="0">
            <a:noFill/>
          </a:ln>
        </p:spPr>
        <p:txBody>
          <a:bodyPr lIns="0" rIns="0" tIns="0" bIns="0" anchor="t">
            <a:normAutofit/>
          </a:bodyPr>
          <a:p>
            <a:pPr marL="216000" indent="0">
              <a:buNone/>
            </a:pPr>
            <a:endParaRPr b="0" lang="fr-FR" sz="2000" spc="-1" strike="noStrike">
              <a:latin typeface="Arial"/>
            </a:endParaRPr>
          </a:p>
        </p:txBody>
      </p:sp>
      <p:sp>
        <p:nvSpPr>
          <p:cNvPr id="247" name="PlaceHolder 3"/>
          <p:cNvSpPr>
            <a:spLocks noGrp="1"/>
          </p:cNvSpPr>
          <p:nvPr>
            <p:ph type="sldNum" idx="13"/>
          </p:nvPr>
        </p:nvSpPr>
        <p:spPr>
          <a:xfrm>
            <a:off x="3884760" y="8685360"/>
            <a:ext cx="2971080" cy="456480"/>
          </a:xfrm>
          <a:prstGeom prst="rect">
            <a:avLst/>
          </a:prstGeom>
          <a:noFill/>
          <a:ln w="0">
            <a:noFill/>
          </a:ln>
        </p:spPr>
        <p:txBody>
          <a:bodyPr lIns="0" rIns="0" tIns="0" bIns="0" anchor="b">
            <a:noAutofit/>
          </a:bodyPr>
          <a:lstStyle>
            <a:lvl1pPr indent="0" algn="r">
              <a:lnSpc>
                <a:spcPct val="100000"/>
              </a:lnSpc>
              <a:buNone/>
              <a:tabLst>
                <a:tab algn="l" pos="0"/>
              </a:tabLst>
              <a:defRPr b="0" lang="fr-FR" sz="1200" spc="-1" strike="noStrike">
                <a:solidFill>
                  <a:srgbClr val="000000"/>
                </a:solidFill>
                <a:latin typeface="+mn-lt"/>
                <a:ea typeface="+mn-ea"/>
              </a:defRPr>
            </a:lvl1pPr>
          </a:lstStyle>
          <a:p>
            <a:pPr indent="0" algn="r">
              <a:lnSpc>
                <a:spcPct val="100000"/>
              </a:lnSpc>
              <a:buNone/>
              <a:tabLst>
                <a:tab algn="l" pos="0"/>
              </a:tabLst>
            </a:pPr>
            <a:fld id="{4C71E5B3-20F1-4A93-A3EC-DE57CB26F46F}" type="slidenum">
              <a:rPr b="0" lang="fr-FR" sz="1200" spc="-1" strike="noStrike">
                <a:solidFill>
                  <a:srgbClr val="000000"/>
                </a:solidFill>
                <a:latin typeface="+mn-lt"/>
                <a:ea typeface="+mn-ea"/>
              </a:rPr>
              <a:t>&lt;numéro&gt;</a:t>
            </a:fld>
            <a:endParaRPr b="0" lang="fr-FR" sz="1200" spc="-1" strike="noStrike">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1.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3.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4.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5.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6.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7.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8.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9.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0.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1.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2.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4.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5.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6.xml.rels><?xml version="1.0" encoding="UTF-8"?>
<Relationships xmlns="http://schemas.openxmlformats.org/package/2006/relationships"><Relationship Id="rId1" Type="http://schemas.openxmlformats.org/officeDocument/2006/relationships/slideMaster" Target="../slideMasters/slideMaster3.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1"/>
          </p:nvPr>
        </p:nvSpPr>
        <p:spPr/>
        <p:txBody>
          <a:bodyPr/>
          <a:p>
            <a:r>
              <a:t>Footer</a:t>
            </a:r>
          </a:p>
        </p:txBody>
      </p:sp>
      <p:sp>
        <p:nvSpPr>
          <p:cNvPr id="3" name="PlaceHolder 2"/>
          <p:cNvSpPr>
            <a:spLocks noGrp="1"/>
          </p:cNvSpPr>
          <p:nvPr>
            <p:ph type="sldNum" idx="2"/>
          </p:nvPr>
        </p:nvSpPr>
        <p:spPr/>
        <p:txBody>
          <a:bodyPr/>
          <a:p>
            <a:fld id="{9A4941E6-F7DE-4435-A792-3C5346754395}" type="slidenum">
              <a:t>&lt;#&gt;</a:t>
            </a:fld>
          </a:p>
        </p:txBody>
      </p:sp>
      <p:sp>
        <p:nvSpPr>
          <p:cNvPr id="4" name="PlaceHolder 3"/>
          <p:cNvSpPr>
            <a:spLocks noGrp="1"/>
          </p:cNvSpPr>
          <p:nvPr>
            <p:ph type="dt" idx="3"/>
          </p:nvPr>
        </p:nvSpPr>
        <p:spPr/>
        <p:txBody>
          <a:bodyPr/>
          <a:p>
            <a:r>
              <a:rPr lang="fr-FR"/>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6" name="PlaceHolder 1"/>
          <p:cNvSpPr>
            <a:spLocks noGrp="1"/>
          </p:cNvSpPr>
          <p:nvPr>
            <p:ph type="title"/>
          </p:nvPr>
        </p:nvSpPr>
        <p:spPr>
          <a:xfrm>
            <a:off x="609480" y="273600"/>
            <a:ext cx="10970640" cy="1145160"/>
          </a:xfrm>
          <a:prstGeom prst="rect">
            <a:avLst/>
          </a:prstGeom>
          <a:noFill/>
          <a:ln w="0">
            <a:noFill/>
          </a:ln>
        </p:spPr>
        <p:txBody>
          <a:bodyPr lIns="0" rIns="0" tIns="0" bIns="0" anchor="ctr">
            <a:noAutofit/>
          </a:bodyPr>
          <a:p>
            <a:pPr indent="0">
              <a:buNone/>
            </a:pPr>
            <a:endParaRPr b="0" lang="fr-FR" sz="1800" spc="-1" strike="noStrike">
              <a:solidFill>
                <a:srgbClr val="000000"/>
              </a:solidFill>
              <a:latin typeface="Arial"/>
            </a:endParaRPr>
          </a:p>
        </p:txBody>
      </p:sp>
      <p:sp>
        <p:nvSpPr>
          <p:cNvPr id="7" name="PlaceHolder 2"/>
          <p:cNvSpPr>
            <a:spLocks noGrp="1"/>
          </p:cNvSpPr>
          <p:nvPr>
            <p:ph type="subTitle"/>
          </p:nvPr>
        </p:nvSpPr>
        <p:spPr>
          <a:xfrm>
            <a:off x="609480" y="1604880"/>
            <a:ext cx="10970640" cy="3978000"/>
          </a:xfrm>
          <a:prstGeom prst="rect">
            <a:avLst/>
          </a:prstGeom>
          <a:noFill/>
          <a:ln w="0">
            <a:noFill/>
          </a:ln>
        </p:spPr>
        <p:txBody>
          <a:bodyPr lIns="0" rIns="0" tIns="0" bIns="0" anchor="ctr">
            <a:noAutofit/>
          </a:bodyPr>
          <a:p>
            <a:pPr indent="0" algn="ctr">
              <a:buNone/>
            </a:pPr>
            <a:endParaRPr b="0" lang="fr-FR" sz="3200" spc="-1" strike="noStrike">
              <a:latin typeface="Arial"/>
            </a:endParaRPr>
          </a:p>
        </p:txBody>
      </p:sp>
      <p:sp>
        <p:nvSpPr>
          <p:cNvPr id="4" name="PlaceHolder 3"/>
          <p:cNvSpPr>
            <a:spLocks noGrp="1"/>
          </p:cNvSpPr>
          <p:nvPr>
            <p:ph type="ftr" idx="1"/>
          </p:nvPr>
        </p:nvSpPr>
        <p:spPr/>
        <p:txBody>
          <a:bodyPr/>
          <a:p>
            <a:r>
              <a:t>Footer</a:t>
            </a:r>
          </a:p>
        </p:txBody>
      </p:sp>
      <p:sp>
        <p:nvSpPr>
          <p:cNvPr id="5" name="PlaceHolder 4"/>
          <p:cNvSpPr>
            <a:spLocks noGrp="1"/>
          </p:cNvSpPr>
          <p:nvPr>
            <p:ph type="sldNum" idx="2"/>
          </p:nvPr>
        </p:nvSpPr>
        <p:spPr/>
        <p:txBody>
          <a:bodyPr/>
          <a:p>
            <a:fld id="{DAC6EA8E-109E-4342-AFC9-9A6757689FB9}" type="slidenum">
              <a:t>&lt;#&gt;</a:t>
            </a:fld>
          </a:p>
        </p:txBody>
      </p:sp>
      <p:sp>
        <p:nvSpPr>
          <p:cNvPr id="6" name="PlaceHolder 5"/>
          <p:cNvSpPr>
            <a:spLocks noGrp="1"/>
          </p:cNvSpPr>
          <p:nvPr>
            <p:ph type="dt" idx="3"/>
          </p:nvPr>
        </p:nvSpPr>
        <p:spPr/>
        <p:txBody>
          <a:bodyPr/>
          <a:p>
            <a:r>
              <a:rPr lang="fr-FR"/>
              <a:t/>
            </a: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8" name="PlaceHolder 1"/>
          <p:cNvSpPr>
            <a:spLocks noGrp="1"/>
          </p:cNvSpPr>
          <p:nvPr>
            <p:ph type="title"/>
          </p:nvPr>
        </p:nvSpPr>
        <p:spPr>
          <a:xfrm>
            <a:off x="609480" y="273600"/>
            <a:ext cx="10970640" cy="1145160"/>
          </a:xfrm>
          <a:prstGeom prst="rect">
            <a:avLst/>
          </a:prstGeom>
          <a:noFill/>
          <a:ln w="0">
            <a:noFill/>
          </a:ln>
        </p:spPr>
        <p:txBody>
          <a:bodyPr lIns="0" rIns="0" tIns="0" bIns="0" anchor="ctr">
            <a:noAutofit/>
          </a:bodyPr>
          <a:p>
            <a:pPr indent="0">
              <a:buNone/>
            </a:pPr>
            <a:endParaRPr b="0" lang="fr-FR" sz="1800" spc="-1" strike="noStrike">
              <a:solidFill>
                <a:srgbClr val="000000"/>
              </a:solidFill>
              <a:latin typeface="Arial"/>
            </a:endParaRPr>
          </a:p>
        </p:txBody>
      </p:sp>
      <p:sp>
        <p:nvSpPr>
          <p:cNvPr id="9" name="PlaceHolder 2"/>
          <p:cNvSpPr>
            <a:spLocks noGrp="1"/>
          </p:cNvSpPr>
          <p:nvPr>
            <p:ph/>
          </p:nvPr>
        </p:nvSpPr>
        <p:spPr>
          <a:xfrm>
            <a:off x="609480" y="1604880"/>
            <a:ext cx="10970640" cy="3978000"/>
          </a:xfrm>
          <a:prstGeom prst="rect">
            <a:avLst/>
          </a:prstGeom>
          <a:noFill/>
          <a:ln w="0">
            <a:noFill/>
          </a:ln>
        </p:spPr>
        <p:txBody>
          <a:bodyPr lIns="0" rIns="0" tIns="0" bIns="0" anchor="t">
            <a:normAutofit/>
          </a:bodyPr>
          <a:p>
            <a:pPr indent="0">
              <a:lnSpc>
                <a:spcPct val="90000"/>
              </a:lnSpc>
              <a:spcBef>
                <a:spcPts val="1417"/>
              </a:spcBef>
              <a:buNone/>
            </a:pPr>
            <a:endParaRPr b="0" lang="fr-FR" sz="2800" spc="-1" strike="noStrike">
              <a:solidFill>
                <a:srgbClr val="000000"/>
              </a:solidFill>
              <a:latin typeface="Arial"/>
            </a:endParaRPr>
          </a:p>
        </p:txBody>
      </p:sp>
      <p:sp>
        <p:nvSpPr>
          <p:cNvPr id="4" name="PlaceHolder 3"/>
          <p:cNvSpPr>
            <a:spLocks noGrp="1"/>
          </p:cNvSpPr>
          <p:nvPr>
            <p:ph type="ftr" idx="1"/>
          </p:nvPr>
        </p:nvSpPr>
        <p:spPr/>
        <p:txBody>
          <a:bodyPr/>
          <a:p>
            <a:r>
              <a:t>Footer</a:t>
            </a:r>
          </a:p>
        </p:txBody>
      </p:sp>
      <p:sp>
        <p:nvSpPr>
          <p:cNvPr id="5" name="PlaceHolder 4"/>
          <p:cNvSpPr>
            <a:spLocks noGrp="1"/>
          </p:cNvSpPr>
          <p:nvPr>
            <p:ph type="sldNum" idx="2"/>
          </p:nvPr>
        </p:nvSpPr>
        <p:spPr/>
        <p:txBody>
          <a:bodyPr/>
          <a:p>
            <a:fld id="{FB6B1716-20DD-4352-AB47-7320D1007DCA}" type="slidenum">
              <a:t>&lt;#&gt;</a:t>
            </a:fld>
          </a:p>
        </p:txBody>
      </p:sp>
      <p:sp>
        <p:nvSpPr>
          <p:cNvPr id="6" name="PlaceHolder 5"/>
          <p:cNvSpPr>
            <a:spLocks noGrp="1"/>
          </p:cNvSpPr>
          <p:nvPr>
            <p:ph type="dt" idx="3"/>
          </p:nvPr>
        </p:nvSpPr>
        <p:spPr/>
        <p:txBody>
          <a:bodyPr/>
          <a:p>
            <a:r>
              <a:rPr lang="fr-FR"/>
              <a:t/>
            </a: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10" name="PlaceHolder 1"/>
          <p:cNvSpPr>
            <a:spLocks noGrp="1"/>
          </p:cNvSpPr>
          <p:nvPr>
            <p:ph type="title"/>
          </p:nvPr>
        </p:nvSpPr>
        <p:spPr>
          <a:xfrm>
            <a:off x="609480" y="273600"/>
            <a:ext cx="10970640" cy="1145160"/>
          </a:xfrm>
          <a:prstGeom prst="rect">
            <a:avLst/>
          </a:prstGeom>
          <a:noFill/>
          <a:ln w="0">
            <a:noFill/>
          </a:ln>
        </p:spPr>
        <p:txBody>
          <a:bodyPr lIns="0" rIns="0" tIns="0" bIns="0" anchor="ctr">
            <a:noAutofit/>
          </a:bodyPr>
          <a:p>
            <a:pPr indent="0">
              <a:buNone/>
            </a:pPr>
            <a:endParaRPr b="0" lang="fr-FR" sz="1800" spc="-1" strike="noStrike">
              <a:solidFill>
                <a:srgbClr val="000000"/>
              </a:solidFill>
              <a:latin typeface="Arial"/>
            </a:endParaRPr>
          </a:p>
        </p:txBody>
      </p:sp>
      <p:sp>
        <p:nvSpPr>
          <p:cNvPr id="11" name="PlaceHolder 2"/>
          <p:cNvSpPr>
            <a:spLocks noGrp="1"/>
          </p:cNvSpPr>
          <p:nvPr>
            <p:ph/>
          </p:nvPr>
        </p:nvSpPr>
        <p:spPr>
          <a:xfrm>
            <a:off x="609480" y="1604880"/>
            <a:ext cx="5353560" cy="3978000"/>
          </a:xfrm>
          <a:prstGeom prst="rect">
            <a:avLst/>
          </a:prstGeom>
          <a:noFill/>
          <a:ln w="0">
            <a:noFill/>
          </a:ln>
        </p:spPr>
        <p:txBody>
          <a:bodyPr lIns="0" rIns="0" tIns="0" bIns="0" anchor="t">
            <a:normAutofit/>
          </a:bodyPr>
          <a:p>
            <a:pPr indent="0">
              <a:lnSpc>
                <a:spcPct val="90000"/>
              </a:lnSpc>
              <a:spcBef>
                <a:spcPts val="1417"/>
              </a:spcBef>
              <a:buNone/>
            </a:pPr>
            <a:endParaRPr b="0" lang="fr-FR" sz="2800" spc="-1" strike="noStrike">
              <a:solidFill>
                <a:srgbClr val="000000"/>
              </a:solidFill>
              <a:latin typeface="Arial"/>
            </a:endParaRPr>
          </a:p>
        </p:txBody>
      </p:sp>
      <p:sp>
        <p:nvSpPr>
          <p:cNvPr id="12" name="PlaceHolder 3"/>
          <p:cNvSpPr>
            <a:spLocks noGrp="1"/>
          </p:cNvSpPr>
          <p:nvPr>
            <p:ph/>
          </p:nvPr>
        </p:nvSpPr>
        <p:spPr>
          <a:xfrm>
            <a:off x="6231240" y="1604880"/>
            <a:ext cx="5353560" cy="3978000"/>
          </a:xfrm>
          <a:prstGeom prst="rect">
            <a:avLst/>
          </a:prstGeom>
          <a:noFill/>
          <a:ln w="0">
            <a:noFill/>
          </a:ln>
        </p:spPr>
        <p:txBody>
          <a:bodyPr lIns="0" rIns="0" tIns="0" bIns="0" anchor="t">
            <a:normAutofit/>
          </a:bodyPr>
          <a:p>
            <a:pPr indent="0">
              <a:lnSpc>
                <a:spcPct val="90000"/>
              </a:lnSpc>
              <a:spcBef>
                <a:spcPts val="1417"/>
              </a:spcBef>
              <a:buNone/>
            </a:pPr>
            <a:endParaRPr b="0" lang="fr-FR" sz="2800" spc="-1" strike="noStrike">
              <a:solidFill>
                <a:srgbClr val="000000"/>
              </a:solidFill>
              <a:latin typeface="Arial"/>
            </a:endParaRPr>
          </a:p>
        </p:txBody>
      </p:sp>
      <p:sp>
        <p:nvSpPr>
          <p:cNvPr id="5" name="PlaceHolder 4"/>
          <p:cNvSpPr>
            <a:spLocks noGrp="1"/>
          </p:cNvSpPr>
          <p:nvPr>
            <p:ph type="ftr" idx="1"/>
          </p:nvPr>
        </p:nvSpPr>
        <p:spPr/>
        <p:txBody>
          <a:bodyPr/>
          <a:p>
            <a:r>
              <a:t>Footer</a:t>
            </a:r>
          </a:p>
        </p:txBody>
      </p:sp>
      <p:sp>
        <p:nvSpPr>
          <p:cNvPr id="6" name="PlaceHolder 5"/>
          <p:cNvSpPr>
            <a:spLocks noGrp="1"/>
          </p:cNvSpPr>
          <p:nvPr>
            <p:ph type="sldNum" idx="2"/>
          </p:nvPr>
        </p:nvSpPr>
        <p:spPr/>
        <p:txBody>
          <a:bodyPr/>
          <a:p>
            <a:fld id="{F064B192-6E9D-4EC8-AF3E-32FA217B179C}" type="slidenum">
              <a:t>&lt;#&gt;</a:t>
            </a:fld>
          </a:p>
        </p:txBody>
      </p:sp>
      <p:sp>
        <p:nvSpPr>
          <p:cNvPr id="7" name="PlaceHolder 6"/>
          <p:cNvSpPr>
            <a:spLocks noGrp="1"/>
          </p:cNvSpPr>
          <p:nvPr>
            <p:ph type="dt" idx="3"/>
          </p:nvPr>
        </p:nvSpPr>
        <p:spPr/>
        <p:txBody>
          <a:bodyPr/>
          <a:p>
            <a:r>
              <a:rPr lang="fr-FR"/>
              <a:t/>
            </a: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13" name="PlaceHolder 1"/>
          <p:cNvSpPr>
            <a:spLocks noGrp="1"/>
          </p:cNvSpPr>
          <p:nvPr>
            <p:ph type="title"/>
          </p:nvPr>
        </p:nvSpPr>
        <p:spPr>
          <a:xfrm>
            <a:off x="609480" y="273600"/>
            <a:ext cx="10970640" cy="1145160"/>
          </a:xfrm>
          <a:prstGeom prst="rect">
            <a:avLst/>
          </a:prstGeom>
          <a:noFill/>
          <a:ln w="0">
            <a:noFill/>
          </a:ln>
        </p:spPr>
        <p:txBody>
          <a:bodyPr lIns="0" rIns="0" tIns="0" bIns="0" anchor="ctr">
            <a:noAutofit/>
          </a:bodyPr>
          <a:p>
            <a:pPr indent="0">
              <a:buNone/>
            </a:pPr>
            <a:endParaRPr b="0" lang="fr-FR" sz="1800" spc="-1" strike="noStrike">
              <a:solidFill>
                <a:srgbClr val="000000"/>
              </a:solidFill>
              <a:latin typeface="Arial"/>
            </a:endParaRPr>
          </a:p>
        </p:txBody>
      </p:sp>
      <p:sp>
        <p:nvSpPr>
          <p:cNvPr id="3" name="PlaceHolder 2"/>
          <p:cNvSpPr>
            <a:spLocks noGrp="1"/>
          </p:cNvSpPr>
          <p:nvPr>
            <p:ph type="ftr" idx="1"/>
          </p:nvPr>
        </p:nvSpPr>
        <p:spPr/>
        <p:txBody>
          <a:bodyPr/>
          <a:p>
            <a:r>
              <a:t>Footer</a:t>
            </a:r>
          </a:p>
        </p:txBody>
      </p:sp>
      <p:sp>
        <p:nvSpPr>
          <p:cNvPr id="4" name="PlaceHolder 3"/>
          <p:cNvSpPr>
            <a:spLocks noGrp="1"/>
          </p:cNvSpPr>
          <p:nvPr>
            <p:ph type="sldNum" idx="2"/>
          </p:nvPr>
        </p:nvSpPr>
        <p:spPr/>
        <p:txBody>
          <a:bodyPr/>
          <a:p>
            <a:fld id="{7B00494B-3DDF-4196-A647-A5D70DAA562A}" type="slidenum">
              <a:t>&lt;#&gt;</a:t>
            </a:fld>
          </a:p>
        </p:txBody>
      </p:sp>
      <p:sp>
        <p:nvSpPr>
          <p:cNvPr id="5" name="PlaceHolder 4"/>
          <p:cNvSpPr>
            <a:spLocks noGrp="1"/>
          </p:cNvSpPr>
          <p:nvPr>
            <p:ph type="dt" idx="3"/>
          </p:nvPr>
        </p:nvSpPr>
        <p:spPr/>
        <p:txBody>
          <a:bodyPr/>
          <a:p>
            <a:r>
              <a:rPr lang="fr-FR"/>
              <a:t/>
            </a: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4" name="PlaceHolder 1"/>
          <p:cNvSpPr>
            <a:spLocks noGrp="1"/>
          </p:cNvSpPr>
          <p:nvPr>
            <p:ph type="subTitle"/>
          </p:nvPr>
        </p:nvSpPr>
        <p:spPr>
          <a:xfrm>
            <a:off x="609480" y="273600"/>
            <a:ext cx="10970640" cy="5309640"/>
          </a:xfrm>
          <a:prstGeom prst="rect">
            <a:avLst/>
          </a:prstGeom>
          <a:noFill/>
          <a:ln w="0">
            <a:noFill/>
          </a:ln>
        </p:spPr>
        <p:txBody>
          <a:bodyPr lIns="0" rIns="0" tIns="0" bIns="0" anchor="ctr">
            <a:noAutofit/>
          </a:bodyPr>
          <a:p>
            <a:pPr algn="ctr"/>
            <a:endParaRPr b="0" lang="fr-FR" sz="3200" spc="-1" strike="noStrike">
              <a:latin typeface="Arial"/>
            </a:endParaRPr>
          </a:p>
        </p:txBody>
      </p:sp>
      <p:sp>
        <p:nvSpPr>
          <p:cNvPr id="3" name="PlaceHolder 2"/>
          <p:cNvSpPr>
            <a:spLocks noGrp="1"/>
          </p:cNvSpPr>
          <p:nvPr>
            <p:ph type="ftr" idx="1"/>
          </p:nvPr>
        </p:nvSpPr>
        <p:spPr/>
        <p:txBody>
          <a:bodyPr/>
          <a:p>
            <a:r>
              <a:t>Footer</a:t>
            </a:r>
          </a:p>
        </p:txBody>
      </p:sp>
      <p:sp>
        <p:nvSpPr>
          <p:cNvPr id="4" name="PlaceHolder 3"/>
          <p:cNvSpPr>
            <a:spLocks noGrp="1"/>
          </p:cNvSpPr>
          <p:nvPr>
            <p:ph type="sldNum" idx="2"/>
          </p:nvPr>
        </p:nvSpPr>
        <p:spPr/>
        <p:txBody>
          <a:bodyPr/>
          <a:p>
            <a:fld id="{F0D9927B-6879-4A64-B100-749A07CFA7EC}" type="slidenum">
              <a:t>&lt;#&gt;</a:t>
            </a:fld>
          </a:p>
        </p:txBody>
      </p:sp>
      <p:sp>
        <p:nvSpPr>
          <p:cNvPr id="5" name="PlaceHolder 4"/>
          <p:cNvSpPr>
            <a:spLocks noGrp="1"/>
          </p:cNvSpPr>
          <p:nvPr>
            <p:ph type="dt" idx="3"/>
          </p:nvPr>
        </p:nvSpPr>
        <p:spPr/>
        <p:txBody>
          <a:bodyPr/>
          <a:p>
            <a:r>
              <a:rPr lang="fr-FR"/>
              <a:t/>
            </a: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5" name="PlaceHolder 1"/>
          <p:cNvSpPr>
            <a:spLocks noGrp="1"/>
          </p:cNvSpPr>
          <p:nvPr>
            <p:ph type="title"/>
          </p:nvPr>
        </p:nvSpPr>
        <p:spPr>
          <a:xfrm>
            <a:off x="609480" y="273600"/>
            <a:ext cx="10970640" cy="1145160"/>
          </a:xfrm>
          <a:prstGeom prst="rect">
            <a:avLst/>
          </a:prstGeom>
          <a:noFill/>
          <a:ln w="0">
            <a:noFill/>
          </a:ln>
        </p:spPr>
        <p:txBody>
          <a:bodyPr lIns="0" rIns="0" tIns="0" bIns="0" anchor="ctr">
            <a:noAutofit/>
          </a:bodyPr>
          <a:p>
            <a:pPr indent="0">
              <a:buNone/>
            </a:pPr>
            <a:endParaRPr b="0" lang="fr-FR" sz="1800" spc="-1" strike="noStrike">
              <a:solidFill>
                <a:srgbClr val="000000"/>
              </a:solidFill>
              <a:latin typeface="Arial"/>
            </a:endParaRPr>
          </a:p>
        </p:txBody>
      </p:sp>
      <p:sp>
        <p:nvSpPr>
          <p:cNvPr id="16" name="PlaceHolder 2"/>
          <p:cNvSpPr>
            <a:spLocks noGrp="1"/>
          </p:cNvSpPr>
          <p:nvPr>
            <p:ph/>
          </p:nvPr>
        </p:nvSpPr>
        <p:spPr>
          <a:xfrm>
            <a:off x="609480" y="1604880"/>
            <a:ext cx="5353560" cy="1897200"/>
          </a:xfrm>
          <a:prstGeom prst="rect">
            <a:avLst/>
          </a:prstGeom>
          <a:noFill/>
          <a:ln w="0">
            <a:noFill/>
          </a:ln>
        </p:spPr>
        <p:txBody>
          <a:bodyPr lIns="0" rIns="0" tIns="0" bIns="0" anchor="t">
            <a:normAutofit/>
          </a:bodyPr>
          <a:p>
            <a:pPr indent="0">
              <a:lnSpc>
                <a:spcPct val="90000"/>
              </a:lnSpc>
              <a:spcBef>
                <a:spcPts val="1417"/>
              </a:spcBef>
              <a:buNone/>
            </a:pPr>
            <a:endParaRPr b="0" lang="fr-FR" sz="2800" spc="-1" strike="noStrike">
              <a:solidFill>
                <a:srgbClr val="000000"/>
              </a:solidFill>
              <a:latin typeface="Arial"/>
            </a:endParaRPr>
          </a:p>
        </p:txBody>
      </p:sp>
      <p:sp>
        <p:nvSpPr>
          <p:cNvPr id="17" name="PlaceHolder 3"/>
          <p:cNvSpPr>
            <a:spLocks noGrp="1"/>
          </p:cNvSpPr>
          <p:nvPr>
            <p:ph/>
          </p:nvPr>
        </p:nvSpPr>
        <p:spPr>
          <a:xfrm>
            <a:off x="6231240" y="1604880"/>
            <a:ext cx="5353560" cy="3978000"/>
          </a:xfrm>
          <a:prstGeom prst="rect">
            <a:avLst/>
          </a:prstGeom>
          <a:noFill/>
          <a:ln w="0">
            <a:noFill/>
          </a:ln>
        </p:spPr>
        <p:txBody>
          <a:bodyPr lIns="0" rIns="0" tIns="0" bIns="0" anchor="t">
            <a:normAutofit/>
          </a:bodyPr>
          <a:p>
            <a:pPr indent="0">
              <a:lnSpc>
                <a:spcPct val="90000"/>
              </a:lnSpc>
              <a:spcBef>
                <a:spcPts val="1417"/>
              </a:spcBef>
              <a:buNone/>
            </a:pPr>
            <a:endParaRPr b="0" lang="fr-FR" sz="2800" spc="-1" strike="noStrike">
              <a:solidFill>
                <a:srgbClr val="000000"/>
              </a:solidFill>
              <a:latin typeface="Arial"/>
            </a:endParaRPr>
          </a:p>
        </p:txBody>
      </p:sp>
      <p:sp>
        <p:nvSpPr>
          <p:cNvPr id="18" name="PlaceHolder 4"/>
          <p:cNvSpPr>
            <a:spLocks noGrp="1"/>
          </p:cNvSpPr>
          <p:nvPr>
            <p:ph/>
          </p:nvPr>
        </p:nvSpPr>
        <p:spPr>
          <a:xfrm>
            <a:off x="609480" y="3682800"/>
            <a:ext cx="5353560" cy="1897200"/>
          </a:xfrm>
          <a:prstGeom prst="rect">
            <a:avLst/>
          </a:prstGeom>
          <a:noFill/>
          <a:ln w="0">
            <a:noFill/>
          </a:ln>
        </p:spPr>
        <p:txBody>
          <a:bodyPr lIns="0" rIns="0" tIns="0" bIns="0" anchor="t">
            <a:normAutofit/>
          </a:bodyPr>
          <a:p>
            <a:pPr indent="0">
              <a:lnSpc>
                <a:spcPct val="90000"/>
              </a:lnSpc>
              <a:spcBef>
                <a:spcPts val="1417"/>
              </a:spcBef>
              <a:buNone/>
            </a:pPr>
            <a:endParaRPr b="0" lang="fr-FR" sz="2800" spc="-1" strike="noStrike">
              <a:solidFill>
                <a:srgbClr val="000000"/>
              </a:solidFill>
              <a:latin typeface="Arial"/>
            </a:endParaRPr>
          </a:p>
        </p:txBody>
      </p:sp>
      <p:sp>
        <p:nvSpPr>
          <p:cNvPr id="6" name="PlaceHolder 5"/>
          <p:cNvSpPr>
            <a:spLocks noGrp="1"/>
          </p:cNvSpPr>
          <p:nvPr>
            <p:ph type="ftr" idx="1"/>
          </p:nvPr>
        </p:nvSpPr>
        <p:spPr/>
        <p:txBody>
          <a:bodyPr/>
          <a:p>
            <a:r>
              <a:t>Footer</a:t>
            </a:r>
          </a:p>
        </p:txBody>
      </p:sp>
      <p:sp>
        <p:nvSpPr>
          <p:cNvPr id="7" name="PlaceHolder 6"/>
          <p:cNvSpPr>
            <a:spLocks noGrp="1"/>
          </p:cNvSpPr>
          <p:nvPr>
            <p:ph type="sldNum" idx="2"/>
          </p:nvPr>
        </p:nvSpPr>
        <p:spPr/>
        <p:txBody>
          <a:bodyPr/>
          <a:p>
            <a:fld id="{C814E025-3FFD-4039-959D-419F3243D23B}" type="slidenum">
              <a:t>&lt;#&gt;</a:t>
            </a:fld>
          </a:p>
        </p:txBody>
      </p:sp>
      <p:sp>
        <p:nvSpPr>
          <p:cNvPr id="8" name="PlaceHolder 7"/>
          <p:cNvSpPr>
            <a:spLocks noGrp="1"/>
          </p:cNvSpPr>
          <p:nvPr>
            <p:ph type="dt" idx="3"/>
          </p:nvPr>
        </p:nvSpPr>
        <p:spPr/>
        <p:txBody>
          <a:bodyPr/>
          <a:p>
            <a:r>
              <a:rPr lang="fr-FR"/>
              <a:t/>
            </a: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9" name="PlaceHolder 1"/>
          <p:cNvSpPr>
            <a:spLocks noGrp="1"/>
          </p:cNvSpPr>
          <p:nvPr>
            <p:ph type="title"/>
          </p:nvPr>
        </p:nvSpPr>
        <p:spPr>
          <a:xfrm>
            <a:off x="609480" y="273600"/>
            <a:ext cx="10970640" cy="1145160"/>
          </a:xfrm>
          <a:prstGeom prst="rect">
            <a:avLst/>
          </a:prstGeom>
          <a:noFill/>
          <a:ln w="0">
            <a:noFill/>
          </a:ln>
        </p:spPr>
        <p:txBody>
          <a:bodyPr lIns="0" rIns="0" tIns="0" bIns="0" anchor="ctr">
            <a:noAutofit/>
          </a:bodyPr>
          <a:p>
            <a:pPr indent="0">
              <a:buNone/>
            </a:pPr>
            <a:endParaRPr b="0" lang="fr-FR" sz="1800" spc="-1" strike="noStrike">
              <a:solidFill>
                <a:srgbClr val="000000"/>
              </a:solidFill>
              <a:latin typeface="Arial"/>
            </a:endParaRPr>
          </a:p>
        </p:txBody>
      </p:sp>
      <p:sp>
        <p:nvSpPr>
          <p:cNvPr id="20" name="PlaceHolder 2"/>
          <p:cNvSpPr>
            <a:spLocks noGrp="1"/>
          </p:cNvSpPr>
          <p:nvPr>
            <p:ph/>
          </p:nvPr>
        </p:nvSpPr>
        <p:spPr>
          <a:xfrm>
            <a:off x="609480" y="1604880"/>
            <a:ext cx="5353560" cy="3978000"/>
          </a:xfrm>
          <a:prstGeom prst="rect">
            <a:avLst/>
          </a:prstGeom>
          <a:noFill/>
          <a:ln w="0">
            <a:noFill/>
          </a:ln>
        </p:spPr>
        <p:txBody>
          <a:bodyPr lIns="0" rIns="0" tIns="0" bIns="0" anchor="t">
            <a:normAutofit/>
          </a:bodyPr>
          <a:p>
            <a:pPr indent="0">
              <a:lnSpc>
                <a:spcPct val="90000"/>
              </a:lnSpc>
              <a:spcBef>
                <a:spcPts val="1417"/>
              </a:spcBef>
              <a:buNone/>
            </a:pPr>
            <a:endParaRPr b="0" lang="fr-FR" sz="2800" spc="-1" strike="noStrike">
              <a:solidFill>
                <a:srgbClr val="000000"/>
              </a:solidFill>
              <a:latin typeface="Arial"/>
            </a:endParaRPr>
          </a:p>
        </p:txBody>
      </p:sp>
      <p:sp>
        <p:nvSpPr>
          <p:cNvPr id="21" name="PlaceHolder 3"/>
          <p:cNvSpPr>
            <a:spLocks noGrp="1"/>
          </p:cNvSpPr>
          <p:nvPr>
            <p:ph/>
          </p:nvPr>
        </p:nvSpPr>
        <p:spPr>
          <a:xfrm>
            <a:off x="6231240" y="1604880"/>
            <a:ext cx="5353560" cy="1897200"/>
          </a:xfrm>
          <a:prstGeom prst="rect">
            <a:avLst/>
          </a:prstGeom>
          <a:noFill/>
          <a:ln w="0">
            <a:noFill/>
          </a:ln>
        </p:spPr>
        <p:txBody>
          <a:bodyPr lIns="0" rIns="0" tIns="0" bIns="0" anchor="t">
            <a:normAutofit/>
          </a:bodyPr>
          <a:p>
            <a:pPr indent="0">
              <a:lnSpc>
                <a:spcPct val="90000"/>
              </a:lnSpc>
              <a:spcBef>
                <a:spcPts val="1417"/>
              </a:spcBef>
              <a:buNone/>
            </a:pPr>
            <a:endParaRPr b="0" lang="fr-FR" sz="2800" spc="-1" strike="noStrike">
              <a:solidFill>
                <a:srgbClr val="000000"/>
              </a:solidFill>
              <a:latin typeface="Arial"/>
            </a:endParaRPr>
          </a:p>
        </p:txBody>
      </p:sp>
      <p:sp>
        <p:nvSpPr>
          <p:cNvPr id="22" name="PlaceHolder 4"/>
          <p:cNvSpPr>
            <a:spLocks noGrp="1"/>
          </p:cNvSpPr>
          <p:nvPr>
            <p:ph/>
          </p:nvPr>
        </p:nvSpPr>
        <p:spPr>
          <a:xfrm>
            <a:off x="6231240" y="3682800"/>
            <a:ext cx="5353560" cy="1897200"/>
          </a:xfrm>
          <a:prstGeom prst="rect">
            <a:avLst/>
          </a:prstGeom>
          <a:noFill/>
          <a:ln w="0">
            <a:noFill/>
          </a:ln>
        </p:spPr>
        <p:txBody>
          <a:bodyPr lIns="0" rIns="0" tIns="0" bIns="0" anchor="t">
            <a:normAutofit/>
          </a:bodyPr>
          <a:p>
            <a:pPr indent="0">
              <a:lnSpc>
                <a:spcPct val="90000"/>
              </a:lnSpc>
              <a:spcBef>
                <a:spcPts val="1417"/>
              </a:spcBef>
              <a:buNone/>
            </a:pPr>
            <a:endParaRPr b="0" lang="fr-FR" sz="2800" spc="-1" strike="noStrike">
              <a:solidFill>
                <a:srgbClr val="000000"/>
              </a:solidFill>
              <a:latin typeface="Arial"/>
            </a:endParaRPr>
          </a:p>
        </p:txBody>
      </p:sp>
      <p:sp>
        <p:nvSpPr>
          <p:cNvPr id="6" name="PlaceHolder 5"/>
          <p:cNvSpPr>
            <a:spLocks noGrp="1"/>
          </p:cNvSpPr>
          <p:nvPr>
            <p:ph type="ftr" idx="1"/>
          </p:nvPr>
        </p:nvSpPr>
        <p:spPr/>
        <p:txBody>
          <a:bodyPr/>
          <a:p>
            <a:r>
              <a:t>Footer</a:t>
            </a:r>
          </a:p>
        </p:txBody>
      </p:sp>
      <p:sp>
        <p:nvSpPr>
          <p:cNvPr id="7" name="PlaceHolder 6"/>
          <p:cNvSpPr>
            <a:spLocks noGrp="1"/>
          </p:cNvSpPr>
          <p:nvPr>
            <p:ph type="sldNum" idx="2"/>
          </p:nvPr>
        </p:nvSpPr>
        <p:spPr/>
        <p:txBody>
          <a:bodyPr/>
          <a:p>
            <a:fld id="{DEE56FDC-6440-4171-8F14-A174E94982F9}" type="slidenum">
              <a:t>&lt;#&gt;</a:t>
            </a:fld>
          </a:p>
        </p:txBody>
      </p:sp>
      <p:sp>
        <p:nvSpPr>
          <p:cNvPr id="8" name="PlaceHolder 7"/>
          <p:cNvSpPr>
            <a:spLocks noGrp="1"/>
          </p:cNvSpPr>
          <p:nvPr>
            <p:ph type="dt" idx="3"/>
          </p:nvPr>
        </p:nvSpPr>
        <p:spPr/>
        <p:txBody>
          <a:bodyPr/>
          <a:p>
            <a:r>
              <a:rPr lang="fr-FR"/>
              <a:t/>
            </a: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23" name="PlaceHolder 1"/>
          <p:cNvSpPr>
            <a:spLocks noGrp="1"/>
          </p:cNvSpPr>
          <p:nvPr>
            <p:ph type="title"/>
          </p:nvPr>
        </p:nvSpPr>
        <p:spPr>
          <a:xfrm>
            <a:off x="609480" y="273600"/>
            <a:ext cx="10970640" cy="1145160"/>
          </a:xfrm>
          <a:prstGeom prst="rect">
            <a:avLst/>
          </a:prstGeom>
          <a:noFill/>
          <a:ln w="0">
            <a:noFill/>
          </a:ln>
        </p:spPr>
        <p:txBody>
          <a:bodyPr lIns="0" rIns="0" tIns="0" bIns="0" anchor="ctr">
            <a:noAutofit/>
          </a:bodyPr>
          <a:p>
            <a:pPr indent="0">
              <a:buNone/>
            </a:pPr>
            <a:endParaRPr b="0" lang="fr-FR" sz="1800" spc="-1" strike="noStrike">
              <a:solidFill>
                <a:srgbClr val="000000"/>
              </a:solidFill>
              <a:latin typeface="Arial"/>
            </a:endParaRPr>
          </a:p>
        </p:txBody>
      </p:sp>
      <p:sp>
        <p:nvSpPr>
          <p:cNvPr id="24" name="PlaceHolder 2"/>
          <p:cNvSpPr>
            <a:spLocks noGrp="1"/>
          </p:cNvSpPr>
          <p:nvPr>
            <p:ph/>
          </p:nvPr>
        </p:nvSpPr>
        <p:spPr>
          <a:xfrm>
            <a:off x="609480" y="1604880"/>
            <a:ext cx="5353560" cy="1897200"/>
          </a:xfrm>
          <a:prstGeom prst="rect">
            <a:avLst/>
          </a:prstGeom>
          <a:noFill/>
          <a:ln w="0">
            <a:noFill/>
          </a:ln>
        </p:spPr>
        <p:txBody>
          <a:bodyPr lIns="0" rIns="0" tIns="0" bIns="0" anchor="t">
            <a:normAutofit/>
          </a:bodyPr>
          <a:p>
            <a:pPr indent="0">
              <a:lnSpc>
                <a:spcPct val="90000"/>
              </a:lnSpc>
              <a:spcBef>
                <a:spcPts val="1417"/>
              </a:spcBef>
              <a:buNone/>
            </a:pPr>
            <a:endParaRPr b="0" lang="fr-FR" sz="2800" spc="-1" strike="noStrike">
              <a:solidFill>
                <a:srgbClr val="000000"/>
              </a:solidFill>
              <a:latin typeface="Arial"/>
            </a:endParaRPr>
          </a:p>
        </p:txBody>
      </p:sp>
      <p:sp>
        <p:nvSpPr>
          <p:cNvPr id="25" name="PlaceHolder 3"/>
          <p:cNvSpPr>
            <a:spLocks noGrp="1"/>
          </p:cNvSpPr>
          <p:nvPr>
            <p:ph/>
          </p:nvPr>
        </p:nvSpPr>
        <p:spPr>
          <a:xfrm>
            <a:off x="6231240" y="1604880"/>
            <a:ext cx="5353560" cy="1897200"/>
          </a:xfrm>
          <a:prstGeom prst="rect">
            <a:avLst/>
          </a:prstGeom>
          <a:noFill/>
          <a:ln w="0">
            <a:noFill/>
          </a:ln>
        </p:spPr>
        <p:txBody>
          <a:bodyPr lIns="0" rIns="0" tIns="0" bIns="0" anchor="t">
            <a:normAutofit/>
          </a:bodyPr>
          <a:p>
            <a:pPr indent="0">
              <a:lnSpc>
                <a:spcPct val="90000"/>
              </a:lnSpc>
              <a:spcBef>
                <a:spcPts val="1417"/>
              </a:spcBef>
              <a:buNone/>
            </a:pPr>
            <a:endParaRPr b="0" lang="fr-FR" sz="2800" spc="-1" strike="noStrike">
              <a:solidFill>
                <a:srgbClr val="000000"/>
              </a:solidFill>
              <a:latin typeface="Arial"/>
            </a:endParaRPr>
          </a:p>
        </p:txBody>
      </p:sp>
      <p:sp>
        <p:nvSpPr>
          <p:cNvPr id="26" name="PlaceHolder 4"/>
          <p:cNvSpPr>
            <a:spLocks noGrp="1"/>
          </p:cNvSpPr>
          <p:nvPr>
            <p:ph/>
          </p:nvPr>
        </p:nvSpPr>
        <p:spPr>
          <a:xfrm>
            <a:off x="609480" y="3682800"/>
            <a:ext cx="10970640" cy="1897200"/>
          </a:xfrm>
          <a:prstGeom prst="rect">
            <a:avLst/>
          </a:prstGeom>
          <a:noFill/>
          <a:ln w="0">
            <a:noFill/>
          </a:ln>
        </p:spPr>
        <p:txBody>
          <a:bodyPr lIns="0" rIns="0" tIns="0" bIns="0" anchor="t">
            <a:normAutofit/>
          </a:bodyPr>
          <a:p>
            <a:pPr indent="0">
              <a:lnSpc>
                <a:spcPct val="90000"/>
              </a:lnSpc>
              <a:spcBef>
                <a:spcPts val="1417"/>
              </a:spcBef>
              <a:buNone/>
            </a:pPr>
            <a:endParaRPr b="0" lang="fr-FR" sz="2800" spc="-1" strike="noStrike">
              <a:solidFill>
                <a:srgbClr val="000000"/>
              </a:solidFill>
              <a:latin typeface="Arial"/>
            </a:endParaRPr>
          </a:p>
        </p:txBody>
      </p:sp>
      <p:sp>
        <p:nvSpPr>
          <p:cNvPr id="6" name="PlaceHolder 5"/>
          <p:cNvSpPr>
            <a:spLocks noGrp="1"/>
          </p:cNvSpPr>
          <p:nvPr>
            <p:ph type="ftr" idx="1"/>
          </p:nvPr>
        </p:nvSpPr>
        <p:spPr/>
        <p:txBody>
          <a:bodyPr/>
          <a:p>
            <a:r>
              <a:t>Footer</a:t>
            </a:r>
          </a:p>
        </p:txBody>
      </p:sp>
      <p:sp>
        <p:nvSpPr>
          <p:cNvPr id="7" name="PlaceHolder 6"/>
          <p:cNvSpPr>
            <a:spLocks noGrp="1"/>
          </p:cNvSpPr>
          <p:nvPr>
            <p:ph type="sldNum" idx="2"/>
          </p:nvPr>
        </p:nvSpPr>
        <p:spPr/>
        <p:txBody>
          <a:bodyPr/>
          <a:p>
            <a:fld id="{1B09D73F-F16C-4B01-80F0-789B25843C8D}" type="slidenum">
              <a:t>&lt;#&gt;</a:t>
            </a:fld>
          </a:p>
        </p:txBody>
      </p:sp>
      <p:sp>
        <p:nvSpPr>
          <p:cNvPr id="8" name="PlaceHolder 7"/>
          <p:cNvSpPr>
            <a:spLocks noGrp="1"/>
          </p:cNvSpPr>
          <p:nvPr>
            <p:ph type="dt" idx="3"/>
          </p:nvPr>
        </p:nvSpPr>
        <p:spPr/>
        <p:txBody>
          <a:bodyPr/>
          <a:p>
            <a:r>
              <a:rPr lang="fr-FR"/>
              <a:t/>
            </a: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7" name="PlaceHolder 1"/>
          <p:cNvSpPr>
            <a:spLocks noGrp="1"/>
          </p:cNvSpPr>
          <p:nvPr>
            <p:ph type="title"/>
          </p:nvPr>
        </p:nvSpPr>
        <p:spPr>
          <a:xfrm>
            <a:off x="609480" y="273600"/>
            <a:ext cx="10970640" cy="1145160"/>
          </a:xfrm>
          <a:prstGeom prst="rect">
            <a:avLst/>
          </a:prstGeom>
          <a:noFill/>
          <a:ln w="0">
            <a:noFill/>
          </a:ln>
        </p:spPr>
        <p:txBody>
          <a:bodyPr lIns="0" rIns="0" tIns="0" bIns="0" anchor="ctr">
            <a:noAutofit/>
          </a:bodyPr>
          <a:p>
            <a:pPr indent="0">
              <a:buNone/>
            </a:pPr>
            <a:endParaRPr b="0" lang="fr-FR" sz="1800" spc="-1" strike="noStrike">
              <a:solidFill>
                <a:srgbClr val="000000"/>
              </a:solidFill>
              <a:latin typeface="Arial"/>
            </a:endParaRPr>
          </a:p>
        </p:txBody>
      </p:sp>
      <p:sp>
        <p:nvSpPr>
          <p:cNvPr id="28" name="PlaceHolder 2"/>
          <p:cNvSpPr>
            <a:spLocks noGrp="1"/>
          </p:cNvSpPr>
          <p:nvPr>
            <p:ph/>
          </p:nvPr>
        </p:nvSpPr>
        <p:spPr>
          <a:xfrm>
            <a:off x="609480" y="1604880"/>
            <a:ext cx="10970640" cy="1897200"/>
          </a:xfrm>
          <a:prstGeom prst="rect">
            <a:avLst/>
          </a:prstGeom>
          <a:noFill/>
          <a:ln w="0">
            <a:noFill/>
          </a:ln>
        </p:spPr>
        <p:txBody>
          <a:bodyPr lIns="0" rIns="0" tIns="0" bIns="0" anchor="t">
            <a:normAutofit/>
          </a:bodyPr>
          <a:p>
            <a:pPr indent="0">
              <a:lnSpc>
                <a:spcPct val="90000"/>
              </a:lnSpc>
              <a:spcBef>
                <a:spcPts val="1417"/>
              </a:spcBef>
              <a:buNone/>
            </a:pPr>
            <a:endParaRPr b="0" lang="fr-FR" sz="2800" spc="-1" strike="noStrike">
              <a:solidFill>
                <a:srgbClr val="000000"/>
              </a:solidFill>
              <a:latin typeface="Arial"/>
            </a:endParaRPr>
          </a:p>
        </p:txBody>
      </p:sp>
      <p:sp>
        <p:nvSpPr>
          <p:cNvPr id="29" name="PlaceHolder 3"/>
          <p:cNvSpPr>
            <a:spLocks noGrp="1"/>
          </p:cNvSpPr>
          <p:nvPr>
            <p:ph/>
          </p:nvPr>
        </p:nvSpPr>
        <p:spPr>
          <a:xfrm>
            <a:off x="609480" y="3682800"/>
            <a:ext cx="10970640" cy="1897200"/>
          </a:xfrm>
          <a:prstGeom prst="rect">
            <a:avLst/>
          </a:prstGeom>
          <a:noFill/>
          <a:ln w="0">
            <a:noFill/>
          </a:ln>
        </p:spPr>
        <p:txBody>
          <a:bodyPr lIns="0" rIns="0" tIns="0" bIns="0" anchor="t">
            <a:normAutofit/>
          </a:bodyPr>
          <a:p>
            <a:pPr indent="0">
              <a:lnSpc>
                <a:spcPct val="90000"/>
              </a:lnSpc>
              <a:spcBef>
                <a:spcPts val="1417"/>
              </a:spcBef>
              <a:buNone/>
            </a:pPr>
            <a:endParaRPr b="0" lang="fr-FR" sz="2800" spc="-1" strike="noStrike">
              <a:solidFill>
                <a:srgbClr val="000000"/>
              </a:solidFill>
              <a:latin typeface="Arial"/>
            </a:endParaRPr>
          </a:p>
        </p:txBody>
      </p:sp>
      <p:sp>
        <p:nvSpPr>
          <p:cNvPr id="5" name="PlaceHolder 4"/>
          <p:cNvSpPr>
            <a:spLocks noGrp="1"/>
          </p:cNvSpPr>
          <p:nvPr>
            <p:ph type="ftr" idx="1"/>
          </p:nvPr>
        </p:nvSpPr>
        <p:spPr/>
        <p:txBody>
          <a:bodyPr/>
          <a:p>
            <a:r>
              <a:t>Footer</a:t>
            </a:r>
          </a:p>
        </p:txBody>
      </p:sp>
      <p:sp>
        <p:nvSpPr>
          <p:cNvPr id="6" name="PlaceHolder 5"/>
          <p:cNvSpPr>
            <a:spLocks noGrp="1"/>
          </p:cNvSpPr>
          <p:nvPr>
            <p:ph type="sldNum" idx="2"/>
          </p:nvPr>
        </p:nvSpPr>
        <p:spPr/>
        <p:txBody>
          <a:bodyPr/>
          <a:p>
            <a:fld id="{72262D78-A69E-445E-AC88-2F777DA36379}" type="slidenum">
              <a:t>&lt;#&gt;</a:t>
            </a:fld>
          </a:p>
        </p:txBody>
      </p:sp>
      <p:sp>
        <p:nvSpPr>
          <p:cNvPr id="7" name="PlaceHolder 6"/>
          <p:cNvSpPr>
            <a:spLocks noGrp="1"/>
          </p:cNvSpPr>
          <p:nvPr>
            <p:ph type="dt" idx="3"/>
          </p:nvPr>
        </p:nvSpPr>
        <p:spPr/>
        <p:txBody>
          <a:bodyPr/>
          <a:p>
            <a:r>
              <a:rPr lang="fr-FR"/>
              <a:t/>
            </a: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30" name="PlaceHolder 1"/>
          <p:cNvSpPr>
            <a:spLocks noGrp="1"/>
          </p:cNvSpPr>
          <p:nvPr>
            <p:ph type="title"/>
          </p:nvPr>
        </p:nvSpPr>
        <p:spPr>
          <a:xfrm>
            <a:off x="609480" y="273600"/>
            <a:ext cx="10970640" cy="1145160"/>
          </a:xfrm>
          <a:prstGeom prst="rect">
            <a:avLst/>
          </a:prstGeom>
          <a:noFill/>
          <a:ln w="0">
            <a:noFill/>
          </a:ln>
        </p:spPr>
        <p:txBody>
          <a:bodyPr lIns="0" rIns="0" tIns="0" bIns="0" anchor="ctr">
            <a:noAutofit/>
          </a:bodyPr>
          <a:p>
            <a:pPr indent="0">
              <a:buNone/>
            </a:pPr>
            <a:endParaRPr b="0" lang="fr-FR" sz="1800" spc="-1" strike="noStrike">
              <a:solidFill>
                <a:srgbClr val="000000"/>
              </a:solidFill>
              <a:latin typeface="Arial"/>
            </a:endParaRPr>
          </a:p>
        </p:txBody>
      </p:sp>
      <p:sp>
        <p:nvSpPr>
          <p:cNvPr id="31" name="PlaceHolder 2"/>
          <p:cNvSpPr>
            <a:spLocks noGrp="1"/>
          </p:cNvSpPr>
          <p:nvPr>
            <p:ph/>
          </p:nvPr>
        </p:nvSpPr>
        <p:spPr>
          <a:xfrm>
            <a:off x="609480" y="1604880"/>
            <a:ext cx="5353560" cy="1897200"/>
          </a:xfrm>
          <a:prstGeom prst="rect">
            <a:avLst/>
          </a:prstGeom>
          <a:noFill/>
          <a:ln w="0">
            <a:noFill/>
          </a:ln>
        </p:spPr>
        <p:txBody>
          <a:bodyPr lIns="0" rIns="0" tIns="0" bIns="0" anchor="t">
            <a:normAutofit/>
          </a:bodyPr>
          <a:p>
            <a:pPr indent="0">
              <a:lnSpc>
                <a:spcPct val="90000"/>
              </a:lnSpc>
              <a:spcBef>
                <a:spcPts val="1417"/>
              </a:spcBef>
              <a:buNone/>
            </a:pPr>
            <a:endParaRPr b="0" lang="fr-FR" sz="2800" spc="-1" strike="noStrike">
              <a:solidFill>
                <a:srgbClr val="000000"/>
              </a:solidFill>
              <a:latin typeface="Arial"/>
            </a:endParaRPr>
          </a:p>
        </p:txBody>
      </p:sp>
      <p:sp>
        <p:nvSpPr>
          <p:cNvPr id="32" name="PlaceHolder 3"/>
          <p:cNvSpPr>
            <a:spLocks noGrp="1"/>
          </p:cNvSpPr>
          <p:nvPr>
            <p:ph/>
          </p:nvPr>
        </p:nvSpPr>
        <p:spPr>
          <a:xfrm>
            <a:off x="6231240" y="1604880"/>
            <a:ext cx="5353560" cy="1897200"/>
          </a:xfrm>
          <a:prstGeom prst="rect">
            <a:avLst/>
          </a:prstGeom>
          <a:noFill/>
          <a:ln w="0">
            <a:noFill/>
          </a:ln>
        </p:spPr>
        <p:txBody>
          <a:bodyPr lIns="0" rIns="0" tIns="0" bIns="0" anchor="t">
            <a:normAutofit/>
          </a:bodyPr>
          <a:p>
            <a:pPr indent="0">
              <a:lnSpc>
                <a:spcPct val="90000"/>
              </a:lnSpc>
              <a:spcBef>
                <a:spcPts val="1417"/>
              </a:spcBef>
              <a:buNone/>
            </a:pPr>
            <a:endParaRPr b="0" lang="fr-FR" sz="2800" spc="-1" strike="noStrike">
              <a:solidFill>
                <a:srgbClr val="000000"/>
              </a:solidFill>
              <a:latin typeface="Arial"/>
            </a:endParaRPr>
          </a:p>
        </p:txBody>
      </p:sp>
      <p:sp>
        <p:nvSpPr>
          <p:cNvPr id="33" name="PlaceHolder 4"/>
          <p:cNvSpPr>
            <a:spLocks noGrp="1"/>
          </p:cNvSpPr>
          <p:nvPr>
            <p:ph/>
          </p:nvPr>
        </p:nvSpPr>
        <p:spPr>
          <a:xfrm>
            <a:off x="609480" y="3682800"/>
            <a:ext cx="5353560" cy="1897200"/>
          </a:xfrm>
          <a:prstGeom prst="rect">
            <a:avLst/>
          </a:prstGeom>
          <a:noFill/>
          <a:ln w="0">
            <a:noFill/>
          </a:ln>
        </p:spPr>
        <p:txBody>
          <a:bodyPr lIns="0" rIns="0" tIns="0" bIns="0" anchor="t">
            <a:normAutofit/>
          </a:bodyPr>
          <a:p>
            <a:pPr indent="0">
              <a:lnSpc>
                <a:spcPct val="90000"/>
              </a:lnSpc>
              <a:spcBef>
                <a:spcPts val="1417"/>
              </a:spcBef>
              <a:buNone/>
            </a:pPr>
            <a:endParaRPr b="0" lang="fr-FR" sz="2800" spc="-1" strike="noStrike">
              <a:solidFill>
                <a:srgbClr val="000000"/>
              </a:solidFill>
              <a:latin typeface="Arial"/>
            </a:endParaRPr>
          </a:p>
        </p:txBody>
      </p:sp>
      <p:sp>
        <p:nvSpPr>
          <p:cNvPr id="34" name="PlaceHolder 5"/>
          <p:cNvSpPr>
            <a:spLocks noGrp="1"/>
          </p:cNvSpPr>
          <p:nvPr>
            <p:ph/>
          </p:nvPr>
        </p:nvSpPr>
        <p:spPr>
          <a:xfrm>
            <a:off x="6231240" y="3682800"/>
            <a:ext cx="5353560" cy="1897200"/>
          </a:xfrm>
          <a:prstGeom prst="rect">
            <a:avLst/>
          </a:prstGeom>
          <a:noFill/>
          <a:ln w="0">
            <a:noFill/>
          </a:ln>
        </p:spPr>
        <p:txBody>
          <a:bodyPr lIns="0" rIns="0" tIns="0" bIns="0" anchor="t">
            <a:normAutofit/>
          </a:bodyPr>
          <a:p>
            <a:pPr indent="0">
              <a:lnSpc>
                <a:spcPct val="90000"/>
              </a:lnSpc>
              <a:spcBef>
                <a:spcPts val="1417"/>
              </a:spcBef>
              <a:buNone/>
            </a:pPr>
            <a:endParaRPr b="0" lang="fr-FR" sz="2800" spc="-1" strike="noStrike">
              <a:solidFill>
                <a:srgbClr val="000000"/>
              </a:solidFill>
              <a:latin typeface="Arial"/>
            </a:endParaRPr>
          </a:p>
        </p:txBody>
      </p:sp>
      <p:sp>
        <p:nvSpPr>
          <p:cNvPr id="7" name="PlaceHolder 6"/>
          <p:cNvSpPr>
            <a:spLocks noGrp="1"/>
          </p:cNvSpPr>
          <p:nvPr>
            <p:ph type="ftr" idx="1"/>
          </p:nvPr>
        </p:nvSpPr>
        <p:spPr/>
        <p:txBody>
          <a:bodyPr/>
          <a:p>
            <a:r>
              <a:t>Footer</a:t>
            </a:r>
          </a:p>
        </p:txBody>
      </p:sp>
      <p:sp>
        <p:nvSpPr>
          <p:cNvPr id="8" name="PlaceHolder 7"/>
          <p:cNvSpPr>
            <a:spLocks noGrp="1"/>
          </p:cNvSpPr>
          <p:nvPr>
            <p:ph type="sldNum" idx="2"/>
          </p:nvPr>
        </p:nvSpPr>
        <p:spPr/>
        <p:txBody>
          <a:bodyPr/>
          <a:p>
            <a:fld id="{5987905F-DF81-4F79-B8F8-CD591C42F0B4}" type="slidenum">
              <a:t>&lt;#&gt;</a:t>
            </a:fld>
          </a:p>
        </p:txBody>
      </p:sp>
      <p:sp>
        <p:nvSpPr>
          <p:cNvPr id="9" name="PlaceHolder 8"/>
          <p:cNvSpPr>
            <a:spLocks noGrp="1"/>
          </p:cNvSpPr>
          <p:nvPr>
            <p:ph type="dt" idx="3"/>
          </p:nvPr>
        </p:nvSpPr>
        <p:spPr/>
        <p:txBody>
          <a:bodyPr/>
          <a:p>
            <a:r>
              <a:rPr lang="fr-FR"/>
              <a:t/>
            </a: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5" name="PlaceHolder 1"/>
          <p:cNvSpPr>
            <a:spLocks noGrp="1"/>
          </p:cNvSpPr>
          <p:nvPr>
            <p:ph type="title"/>
          </p:nvPr>
        </p:nvSpPr>
        <p:spPr>
          <a:xfrm>
            <a:off x="609480" y="273600"/>
            <a:ext cx="10970640" cy="1145160"/>
          </a:xfrm>
          <a:prstGeom prst="rect">
            <a:avLst/>
          </a:prstGeom>
          <a:noFill/>
          <a:ln w="0">
            <a:noFill/>
          </a:ln>
        </p:spPr>
        <p:txBody>
          <a:bodyPr lIns="0" rIns="0" tIns="0" bIns="0" anchor="ctr">
            <a:noAutofit/>
          </a:bodyPr>
          <a:p>
            <a:pPr indent="0">
              <a:buNone/>
            </a:pPr>
            <a:endParaRPr b="0" lang="fr-FR" sz="1800" spc="-1" strike="noStrike">
              <a:solidFill>
                <a:srgbClr val="000000"/>
              </a:solidFill>
              <a:latin typeface="Arial"/>
            </a:endParaRPr>
          </a:p>
        </p:txBody>
      </p:sp>
      <p:sp>
        <p:nvSpPr>
          <p:cNvPr id="36" name="PlaceHolder 2"/>
          <p:cNvSpPr>
            <a:spLocks noGrp="1"/>
          </p:cNvSpPr>
          <p:nvPr>
            <p:ph/>
          </p:nvPr>
        </p:nvSpPr>
        <p:spPr>
          <a:xfrm>
            <a:off x="609480" y="1604880"/>
            <a:ext cx="3532320" cy="1897200"/>
          </a:xfrm>
          <a:prstGeom prst="rect">
            <a:avLst/>
          </a:prstGeom>
          <a:noFill/>
          <a:ln w="0">
            <a:noFill/>
          </a:ln>
        </p:spPr>
        <p:txBody>
          <a:bodyPr lIns="0" rIns="0" tIns="0" bIns="0" anchor="t">
            <a:normAutofit/>
          </a:bodyPr>
          <a:p>
            <a:pPr indent="0">
              <a:lnSpc>
                <a:spcPct val="90000"/>
              </a:lnSpc>
              <a:spcBef>
                <a:spcPts val="1417"/>
              </a:spcBef>
              <a:buNone/>
            </a:pPr>
            <a:endParaRPr b="0" lang="fr-FR" sz="2800" spc="-1" strike="noStrike">
              <a:solidFill>
                <a:srgbClr val="000000"/>
              </a:solidFill>
              <a:latin typeface="Arial"/>
            </a:endParaRPr>
          </a:p>
        </p:txBody>
      </p:sp>
      <p:sp>
        <p:nvSpPr>
          <p:cNvPr id="37" name="PlaceHolder 3"/>
          <p:cNvSpPr>
            <a:spLocks noGrp="1"/>
          </p:cNvSpPr>
          <p:nvPr>
            <p:ph/>
          </p:nvPr>
        </p:nvSpPr>
        <p:spPr>
          <a:xfrm>
            <a:off x="4318920" y="1604880"/>
            <a:ext cx="3532320" cy="1897200"/>
          </a:xfrm>
          <a:prstGeom prst="rect">
            <a:avLst/>
          </a:prstGeom>
          <a:noFill/>
          <a:ln w="0">
            <a:noFill/>
          </a:ln>
        </p:spPr>
        <p:txBody>
          <a:bodyPr lIns="0" rIns="0" tIns="0" bIns="0" anchor="t">
            <a:normAutofit/>
          </a:bodyPr>
          <a:p>
            <a:pPr indent="0">
              <a:lnSpc>
                <a:spcPct val="90000"/>
              </a:lnSpc>
              <a:spcBef>
                <a:spcPts val="1417"/>
              </a:spcBef>
              <a:buNone/>
            </a:pPr>
            <a:endParaRPr b="0" lang="fr-FR" sz="2800" spc="-1" strike="noStrike">
              <a:solidFill>
                <a:srgbClr val="000000"/>
              </a:solidFill>
              <a:latin typeface="Arial"/>
            </a:endParaRPr>
          </a:p>
        </p:txBody>
      </p:sp>
      <p:sp>
        <p:nvSpPr>
          <p:cNvPr id="38" name="PlaceHolder 4"/>
          <p:cNvSpPr>
            <a:spLocks noGrp="1"/>
          </p:cNvSpPr>
          <p:nvPr>
            <p:ph/>
          </p:nvPr>
        </p:nvSpPr>
        <p:spPr>
          <a:xfrm>
            <a:off x="8028000" y="1604880"/>
            <a:ext cx="3532320" cy="1897200"/>
          </a:xfrm>
          <a:prstGeom prst="rect">
            <a:avLst/>
          </a:prstGeom>
          <a:noFill/>
          <a:ln w="0">
            <a:noFill/>
          </a:ln>
        </p:spPr>
        <p:txBody>
          <a:bodyPr lIns="0" rIns="0" tIns="0" bIns="0" anchor="t">
            <a:normAutofit/>
          </a:bodyPr>
          <a:p>
            <a:pPr indent="0">
              <a:lnSpc>
                <a:spcPct val="90000"/>
              </a:lnSpc>
              <a:spcBef>
                <a:spcPts val="1417"/>
              </a:spcBef>
              <a:buNone/>
            </a:pPr>
            <a:endParaRPr b="0" lang="fr-FR" sz="2800" spc="-1" strike="noStrike">
              <a:solidFill>
                <a:srgbClr val="000000"/>
              </a:solidFill>
              <a:latin typeface="Arial"/>
            </a:endParaRPr>
          </a:p>
        </p:txBody>
      </p:sp>
      <p:sp>
        <p:nvSpPr>
          <p:cNvPr id="39" name="PlaceHolder 5"/>
          <p:cNvSpPr>
            <a:spLocks noGrp="1"/>
          </p:cNvSpPr>
          <p:nvPr>
            <p:ph/>
          </p:nvPr>
        </p:nvSpPr>
        <p:spPr>
          <a:xfrm>
            <a:off x="609480" y="3682800"/>
            <a:ext cx="3532320" cy="1897200"/>
          </a:xfrm>
          <a:prstGeom prst="rect">
            <a:avLst/>
          </a:prstGeom>
          <a:noFill/>
          <a:ln w="0">
            <a:noFill/>
          </a:ln>
        </p:spPr>
        <p:txBody>
          <a:bodyPr lIns="0" rIns="0" tIns="0" bIns="0" anchor="t">
            <a:normAutofit/>
          </a:bodyPr>
          <a:p>
            <a:pPr indent="0">
              <a:lnSpc>
                <a:spcPct val="90000"/>
              </a:lnSpc>
              <a:spcBef>
                <a:spcPts val="1417"/>
              </a:spcBef>
              <a:buNone/>
            </a:pPr>
            <a:endParaRPr b="0" lang="fr-FR" sz="2800" spc="-1" strike="noStrike">
              <a:solidFill>
                <a:srgbClr val="000000"/>
              </a:solidFill>
              <a:latin typeface="Arial"/>
            </a:endParaRPr>
          </a:p>
        </p:txBody>
      </p:sp>
      <p:sp>
        <p:nvSpPr>
          <p:cNvPr id="40" name="PlaceHolder 6"/>
          <p:cNvSpPr>
            <a:spLocks noGrp="1"/>
          </p:cNvSpPr>
          <p:nvPr>
            <p:ph/>
          </p:nvPr>
        </p:nvSpPr>
        <p:spPr>
          <a:xfrm>
            <a:off x="4318920" y="3682800"/>
            <a:ext cx="3532320" cy="1897200"/>
          </a:xfrm>
          <a:prstGeom prst="rect">
            <a:avLst/>
          </a:prstGeom>
          <a:noFill/>
          <a:ln w="0">
            <a:noFill/>
          </a:ln>
        </p:spPr>
        <p:txBody>
          <a:bodyPr lIns="0" rIns="0" tIns="0" bIns="0" anchor="t">
            <a:normAutofit/>
          </a:bodyPr>
          <a:p>
            <a:pPr indent="0">
              <a:lnSpc>
                <a:spcPct val="90000"/>
              </a:lnSpc>
              <a:spcBef>
                <a:spcPts val="1417"/>
              </a:spcBef>
              <a:buNone/>
            </a:pPr>
            <a:endParaRPr b="0" lang="fr-FR" sz="2800" spc="-1" strike="noStrike">
              <a:solidFill>
                <a:srgbClr val="000000"/>
              </a:solidFill>
              <a:latin typeface="Arial"/>
            </a:endParaRPr>
          </a:p>
        </p:txBody>
      </p:sp>
      <p:sp>
        <p:nvSpPr>
          <p:cNvPr id="41" name="PlaceHolder 7"/>
          <p:cNvSpPr>
            <a:spLocks noGrp="1"/>
          </p:cNvSpPr>
          <p:nvPr>
            <p:ph/>
          </p:nvPr>
        </p:nvSpPr>
        <p:spPr>
          <a:xfrm>
            <a:off x="8028000" y="3682800"/>
            <a:ext cx="3532320" cy="1897200"/>
          </a:xfrm>
          <a:prstGeom prst="rect">
            <a:avLst/>
          </a:prstGeom>
          <a:noFill/>
          <a:ln w="0">
            <a:noFill/>
          </a:ln>
        </p:spPr>
        <p:txBody>
          <a:bodyPr lIns="0" rIns="0" tIns="0" bIns="0" anchor="t">
            <a:normAutofit/>
          </a:bodyPr>
          <a:p>
            <a:pPr indent="0">
              <a:lnSpc>
                <a:spcPct val="90000"/>
              </a:lnSpc>
              <a:spcBef>
                <a:spcPts val="1417"/>
              </a:spcBef>
              <a:buNone/>
            </a:pPr>
            <a:endParaRPr b="0" lang="fr-FR" sz="2800" spc="-1" strike="noStrike">
              <a:solidFill>
                <a:srgbClr val="000000"/>
              </a:solidFill>
              <a:latin typeface="Arial"/>
            </a:endParaRPr>
          </a:p>
        </p:txBody>
      </p:sp>
      <p:sp>
        <p:nvSpPr>
          <p:cNvPr id="9" name="PlaceHolder 8"/>
          <p:cNvSpPr>
            <a:spLocks noGrp="1"/>
          </p:cNvSpPr>
          <p:nvPr>
            <p:ph type="ftr" idx="1"/>
          </p:nvPr>
        </p:nvSpPr>
        <p:spPr/>
        <p:txBody>
          <a:bodyPr/>
          <a:p>
            <a:r>
              <a:t>Footer</a:t>
            </a:r>
          </a:p>
        </p:txBody>
      </p:sp>
      <p:sp>
        <p:nvSpPr>
          <p:cNvPr id="10" name="PlaceHolder 9"/>
          <p:cNvSpPr>
            <a:spLocks noGrp="1"/>
          </p:cNvSpPr>
          <p:nvPr>
            <p:ph type="sldNum" idx="2"/>
          </p:nvPr>
        </p:nvSpPr>
        <p:spPr/>
        <p:txBody>
          <a:bodyPr/>
          <a:p>
            <a:fld id="{704A8098-F0AD-48B2-ADA7-D058659C62A1}" type="slidenum">
              <a:t>&lt;#&gt;</a:t>
            </a:fld>
          </a:p>
        </p:txBody>
      </p:sp>
      <p:sp>
        <p:nvSpPr>
          <p:cNvPr id="11" name="PlaceHolder 10"/>
          <p:cNvSpPr>
            <a:spLocks noGrp="1"/>
          </p:cNvSpPr>
          <p:nvPr>
            <p:ph type="dt" idx="3"/>
          </p:nvPr>
        </p:nvSpPr>
        <p:spPr/>
        <p:txBody>
          <a:bodyPr/>
          <a:p>
            <a:r>
              <a:rPr lang="fr-FR"/>
              <a:t/>
            </a: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4"/>
          </p:nvPr>
        </p:nvSpPr>
        <p:spPr/>
        <p:txBody>
          <a:bodyPr/>
          <a:p>
            <a:r>
              <a:t>Footer</a:t>
            </a:r>
          </a:p>
        </p:txBody>
      </p:sp>
      <p:sp>
        <p:nvSpPr>
          <p:cNvPr id="3" name="PlaceHolder 2"/>
          <p:cNvSpPr>
            <a:spLocks noGrp="1"/>
          </p:cNvSpPr>
          <p:nvPr>
            <p:ph type="sldNum" idx="5"/>
          </p:nvPr>
        </p:nvSpPr>
        <p:spPr/>
        <p:txBody>
          <a:bodyPr/>
          <a:p>
            <a:fld id="{DDE7A718-E2D8-4C6F-B372-48E3D988E058}" type="slidenum">
              <a:t>&lt;#&gt;</a:t>
            </a:fld>
          </a:p>
        </p:txBody>
      </p:sp>
      <p:sp>
        <p:nvSpPr>
          <p:cNvPr id="4" name="PlaceHolder 3"/>
          <p:cNvSpPr>
            <a:spLocks noGrp="1"/>
          </p:cNvSpPr>
          <p:nvPr>
            <p:ph type="dt" idx="6"/>
          </p:nvPr>
        </p:nvSpPr>
        <p:spPr/>
        <p:txBody>
          <a:bodyPr/>
          <a:p>
            <a:r>
              <a:rPr lang="fr-FR"/>
              <a:t/>
            </a:r>
          </a:p>
        </p:txBody>
      </p:sp>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48" name="PlaceHolder 1"/>
          <p:cNvSpPr>
            <a:spLocks noGrp="1"/>
          </p:cNvSpPr>
          <p:nvPr>
            <p:ph type="title"/>
          </p:nvPr>
        </p:nvSpPr>
        <p:spPr>
          <a:xfrm>
            <a:off x="609480" y="273600"/>
            <a:ext cx="10970640" cy="1145160"/>
          </a:xfrm>
          <a:prstGeom prst="rect">
            <a:avLst/>
          </a:prstGeom>
          <a:noFill/>
          <a:ln w="0">
            <a:noFill/>
          </a:ln>
        </p:spPr>
        <p:txBody>
          <a:bodyPr lIns="0" rIns="0" tIns="0" bIns="0" anchor="ctr">
            <a:noAutofit/>
          </a:bodyPr>
          <a:p>
            <a:pPr indent="0">
              <a:buNone/>
            </a:pPr>
            <a:endParaRPr b="0" lang="fr-FR" sz="1800" spc="-1" strike="noStrike">
              <a:solidFill>
                <a:srgbClr val="000000"/>
              </a:solidFill>
              <a:latin typeface="Arial"/>
            </a:endParaRPr>
          </a:p>
        </p:txBody>
      </p:sp>
      <p:sp>
        <p:nvSpPr>
          <p:cNvPr id="49" name="PlaceHolder 2"/>
          <p:cNvSpPr>
            <a:spLocks noGrp="1"/>
          </p:cNvSpPr>
          <p:nvPr>
            <p:ph type="subTitle"/>
          </p:nvPr>
        </p:nvSpPr>
        <p:spPr>
          <a:xfrm>
            <a:off x="609480" y="1604880"/>
            <a:ext cx="10970640" cy="3978000"/>
          </a:xfrm>
          <a:prstGeom prst="rect">
            <a:avLst/>
          </a:prstGeom>
          <a:noFill/>
          <a:ln w="0">
            <a:noFill/>
          </a:ln>
        </p:spPr>
        <p:txBody>
          <a:bodyPr lIns="0" rIns="0" tIns="0" bIns="0" anchor="ctr">
            <a:noAutofit/>
          </a:bodyPr>
          <a:p>
            <a:pPr indent="0" algn="ctr">
              <a:buNone/>
            </a:pPr>
            <a:endParaRPr b="0" lang="fr-FR" sz="3200" spc="-1" strike="noStrike">
              <a:latin typeface="Arial"/>
            </a:endParaRPr>
          </a:p>
        </p:txBody>
      </p:sp>
      <p:sp>
        <p:nvSpPr>
          <p:cNvPr id="4" name="PlaceHolder 3"/>
          <p:cNvSpPr>
            <a:spLocks noGrp="1"/>
          </p:cNvSpPr>
          <p:nvPr>
            <p:ph type="ftr" idx="4"/>
          </p:nvPr>
        </p:nvSpPr>
        <p:spPr/>
        <p:txBody>
          <a:bodyPr/>
          <a:p>
            <a:r>
              <a:t>Footer</a:t>
            </a:r>
          </a:p>
        </p:txBody>
      </p:sp>
      <p:sp>
        <p:nvSpPr>
          <p:cNvPr id="5" name="PlaceHolder 4"/>
          <p:cNvSpPr>
            <a:spLocks noGrp="1"/>
          </p:cNvSpPr>
          <p:nvPr>
            <p:ph type="sldNum" idx="5"/>
          </p:nvPr>
        </p:nvSpPr>
        <p:spPr/>
        <p:txBody>
          <a:bodyPr/>
          <a:p>
            <a:fld id="{75A04B94-1B0F-4402-BC23-E5B4DE9F1116}" type="slidenum">
              <a:t>&lt;#&gt;</a:t>
            </a:fld>
          </a:p>
        </p:txBody>
      </p:sp>
      <p:sp>
        <p:nvSpPr>
          <p:cNvPr id="6" name="PlaceHolder 5"/>
          <p:cNvSpPr>
            <a:spLocks noGrp="1"/>
          </p:cNvSpPr>
          <p:nvPr>
            <p:ph type="dt" idx="6"/>
          </p:nvPr>
        </p:nvSpPr>
        <p:spPr/>
        <p:txBody>
          <a:bodyPr/>
          <a:p>
            <a:r>
              <a:rPr lang="fr-FR"/>
              <a:t/>
            </a:r>
          </a:p>
        </p:txBody>
      </p:sp>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50" name="PlaceHolder 1"/>
          <p:cNvSpPr>
            <a:spLocks noGrp="1"/>
          </p:cNvSpPr>
          <p:nvPr>
            <p:ph type="title"/>
          </p:nvPr>
        </p:nvSpPr>
        <p:spPr>
          <a:xfrm>
            <a:off x="609480" y="273600"/>
            <a:ext cx="10970640" cy="1145160"/>
          </a:xfrm>
          <a:prstGeom prst="rect">
            <a:avLst/>
          </a:prstGeom>
          <a:noFill/>
          <a:ln w="0">
            <a:noFill/>
          </a:ln>
        </p:spPr>
        <p:txBody>
          <a:bodyPr lIns="0" rIns="0" tIns="0" bIns="0" anchor="ctr">
            <a:noAutofit/>
          </a:bodyPr>
          <a:p>
            <a:pPr indent="0">
              <a:buNone/>
            </a:pPr>
            <a:endParaRPr b="0" lang="fr-FR" sz="1800" spc="-1" strike="noStrike">
              <a:solidFill>
                <a:srgbClr val="000000"/>
              </a:solidFill>
              <a:latin typeface="Arial"/>
            </a:endParaRPr>
          </a:p>
        </p:txBody>
      </p:sp>
      <p:sp>
        <p:nvSpPr>
          <p:cNvPr id="51" name="PlaceHolder 2"/>
          <p:cNvSpPr>
            <a:spLocks noGrp="1"/>
          </p:cNvSpPr>
          <p:nvPr>
            <p:ph/>
          </p:nvPr>
        </p:nvSpPr>
        <p:spPr>
          <a:xfrm>
            <a:off x="609480" y="1604880"/>
            <a:ext cx="10970640" cy="3978000"/>
          </a:xfrm>
          <a:prstGeom prst="rect">
            <a:avLst/>
          </a:prstGeom>
          <a:noFill/>
          <a:ln w="0">
            <a:noFill/>
          </a:ln>
        </p:spPr>
        <p:txBody>
          <a:bodyPr lIns="0" rIns="0" tIns="0" bIns="0" anchor="t">
            <a:normAutofit/>
          </a:bodyPr>
          <a:p>
            <a:pPr indent="0">
              <a:lnSpc>
                <a:spcPct val="90000"/>
              </a:lnSpc>
              <a:spcBef>
                <a:spcPts val="1417"/>
              </a:spcBef>
              <a:buNone/>
            </a:pPr>
            <a:endParaRPr b="0" lang="fr-FR" sz="2800" spc="-1" strike="noStrike">
              <a:solidFill>
                <a:srgbClr val="000000"/>
              </a:solidFill>
              <a:latin typeface="Arial"/>
            </a:endParaRPr>
          </a:p>
        </p:txBody>
      </p:sp>
      <p:sp>
        <p:nvSpPr>
          <p:cNvPr id="4" name="PlaceHolder 3"/>
          <p:cNvSpPr>
            <a:spLocks noGrp="1"/>
          </p:cNvSpPr>
          <p:nvPr>
            <p:ph type="ftr" idx="4"/>
          </p:nvPr>
        </p:nvSpPr>
        <p:spPr/>
        <p:txBody>
          <a:bodyPr/>
          <a:p>
            <a:r>
              <a:t>Footer</a:t>
            </a:r>
          </a:p>
        </p:txBody>
      </p:sp>
      <p:sp>
        <p:nvSpPr>
          <p:cNvPr id="5" name="PlaceHolder 4"/>
          <p:cNvSpPr>
            <a:spLocks noGrp="1"/>
          </p:cNvSpPr>
          <p:nvPr>
            <p:ph type="sldNum" idx="5"/>
          </p:nvPr>
        </p:nvSpPr>
        <p:spPr/>
        <p:txBody>
          <a:bodyPr/>
          <a:p>
            <a:fld id="{0F2E9E44-03FD-4846-9422-210934BF131F}" type="slidenum">
              <a:t>&lt;#&gt;</a:t>
            </a:fld>
          </a:p>
        </p:txBody>
      </p:sp>
      <p:sp>
        <p:nvSpPr>
          <p:cNvPr id="6" name="PlaceHolder 5"/>
          <p:cNvSpPr>
            <a:spLocks noGrp="1"/>
          </p:cNvSpPr>
          <p:nvPr>
            <p:ph type="dt" idx="6"/>
          </p:nvPr>
        </p:nvSpPr>
        <p:spPr/>
        <p:txBody>
          <a:bodyPr/>
          <a:p>
            <a:r>
              <a:rPr lang="fr-FR"/>
              <a:t/>
            </a:r>
          </a:p>
        </p:txBody>
      </p:sp>
    </p:spTree>
  </p:cSld>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52" name="PlaceHolder 1"/>
          <p:cNvSpPr>
            <a:spLocks noGrp="1"/>
          </p:cNvSpPr>
          <p:nvPr>
            <p:ph type="title"/>
          </p:nvPr>
        </p:nvSpPr>
        <p:spPr>
          <a:xfrm>
            <a:off x="609480" y="273600"/>
            <a:ext cx="10970640" cy="1145160"/>
          </a:xfrm>
          <a:prstGeom prst="rect">
            <a:avLst/>
          </a:prstGeom>
          <a:noFill/>
          <a:ln w="0">
            <a:noFill/>
          </a:ln>
        </p:spPr>
        <p:txBody>
          <a:bodyPr lIns="0" rIns="0" tIns="0" bIns="0" anchor="ctr">
            <a:noAutofit/>
          </a:bodyPr>
          <a:p>
            <a:pPr indent="0">
              <a:buNone/>
            </a:pPr>
            <a:endParaRPr b="0" lang="fr-FR" sz="1800" spc="-1" strike="noStrike">
              <a:solidFill>
                <a:srgbClr val="000000"/>
              </a:solidFill>
              <a:latin typeface="Arial"/>
            </a:endParaRPr>
          </a:p>
        </p:txBody>
      </p:sp>
      <p:sp>
        <p:nvSpPr>
          <p:cNvPr id="53" name="PlaceHolder 2"/>
          <p:cNvSpPr>
            <a:spLocks noGrp="1"/>
          </p:cNvSpPr>
          <p:nvPr>
            <p:ph/>
          </p:nvPr>
        </p:nvSpPr>
        <p:spPr>
          <a:xfrm>
            <a:off x="609480" y="1604880"/>
            <a:ext cx="5353560" cy="3978000"/>
          </a:xfrm>
          <a:prstGeom prst="rect">
            <a:avLst/>
          </a:prstGeom>
          <a:noFill/>
          <a:ln w="0">
            <a:noFill/>
          </a:ln>
        </p:spPr>
        <p:txBody>
          <a:bodyPr lIns="0" rIns="0" tIns="0" bIns="0" anchor="t">
            <a:normAutofit/>
          </a:bodyPr>
          <a:p>
            <a:pPr indent="0">
              <a:lnSpc>
                <a:spcPct val="90000"/>
              </a:lnSpc>
              <a:spcBef>
                <a:spcPts val="1417"/>
              </a:spcBef>
              <a:buNone/>
            </a:pPr>
            <a:endParaRPr b="0" lang="fr-FR" sz="2800" spc="-1" strike="noStrike">
              <a:solidFill>
                <a:srgbClr val="000000"/>
              </a:solidFill>
              <a:latin typeface="Arial"/>
            </a:endParaRPr>
          </a:p>
        </p:txBody>
      </p:sp>
      <p:sp>
        <p:nvSpPr>
          <p:cNvPr id="54" name="PlaceHolder 3"/>
          <p:cNvSpPr>
            <a:spLocks noGrp="1"/>
          </p:cNvSpPr>
          <p:nvPr>
            <p:ph/>
          </p:nvPr>
        </p:nvSpPr>
        <p:spPr>
          <a:xfrm>
            <a:off x="6231240" y="1604880"/>
            <a:ext cx="5353560" cy="3978000"/>
          </a:xfrm>
          <a:prstGeom prst="rect">
            <a:avLst/>
          </a:prstGeom>
          <a:noFill/>
          <a:ln w="0">
            <a:noFill/>
          </a:ln>
        </p:spPr>
        <p:txBody>
          <a:bodyPr lIns="0" rIns="0" tIns="0" bIns="0" anchor="t">
            <a:normAutofit/>
          </a:bodyPr>
          <a:p>
            <a:pPr indent="0">
              <a:lnSpc>
                <a:spcPct val="90000"/>
              </a:lnSpc>
              <a:spcBef>
                <a:spcPts val="1417"/>
              </a:spcBef>
              <a:buNone/>
            </a:pPr>
            <a:endParaRPr b="0" lang="fr-FR" sz="2800" spc="-1" strike="noStrike">
              <a:solidFill>
                <a:srgbClr val="000000"/>
              </a:solidFill>
              <a:latin typeface="Arial"/>
            </a:endParaRPr>
          </a:p>
        </p:txBody>
      </p:sp>
      <p:sp>
        <p:nvSpPr>
          <p:cNvPr id="5" name="PlaceHolder 4"/>
          <p:cNvSpPr>
            <a:spLocks noGrp="1"/>
          </p:cNvSpPr>
          <p:nvPr>
            <p:ph type="ftr" idx="4"/>
          </p:nvPr>
        </p:nvSpPr>
        <p:spPr/>
        <p:txBody>
          <a:bodyPr/>
          <a:p>
            <a:r>
              <a:t>Footer</a:t>
            </a:r>
          </a:p>
        </p:txBody>
      </p:sp>
      <p:sp>
        <p:nvSpPr>
          <p:cNvPr id="6" name="PlaceHolder 5"/>
          <p:cNvSpPr>
            <a:spLocks noGrp="1"/>
          </p:cNvSpPr>
          <p:nvPr>
            <p:ph type="sldNum" idx="5"/>
          </p:nvPr>
        </p:nvSpPr>
        <p:spPr/>
        <p:txBody>
          <a:bodyPr/>
          <a:p>
            <a:fld id="{AF65C5C4-76D6-4325-ABC6-67B700716C00}" type="slidenum">
              <a:t>&lt;#&gt;</a:t>
            </a:fld>
          </a:p>
        </p:txBody>
      </p:sp>
      <p:sp>
        <p:nvSpPr>
          <p:cNvPr id="7" name="PlaceHolder 6"/>
          <p:cNvSpPr>
            <a:spLocks noGrp="1"/>
          </p:cNvSpPr>
          <p:nvPr>
            <p:ph type="dt" idx="6"/>
          </p:nvPr>
        </p:nvSpPr>
        <p:spPr/>
        <p:txBody>
          <a:bodyPr/>
          <a:p>
            <a:r>
              <a:rPr lang="fr-FR"/>
              <a:t/>
            </a:r>
          </a:p>
        </p:txBody>
      </p:sp>
    </p:spTree>
  </p:cSld>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55" name="PlaceHolder 1"/>
          <p:cNvSpPr>
            <a:spLocks noGrp="1"/>
          </p:cNvSpPr>
          <p:nvPr>
            <p:ph type="title"/>
          </p:nvPr>
        </p:nvSpPr>
        <p:spPr>
          <a:xfrm>
            <a:off x="609480" y="273600"/>
            <a:ext cx="10970640" cy="1145160"/>
          </a:xfrm>
          <a:prstGeom prst="rect">
            <a:avLst/>
          </a:prstGeom>
          <a:noFill/>
          <a:ln w="0">
            <a:noFill/>
          </a:ln>
        </p:spPr>
        <p:txBody>
          <a:bodyPr lIns="0" rIns="0" tIns="0" bIns="0" anchor="ctr">
            <a:noAutofit/>
          </a:bodyPr>
          <a:p>
            <a:pPr indent="0">
              <a:buNone/>
            </a:pPr>
            <a:endParaRPr b="0" lang="fr-FR" sz="1800" spc="-1" strike="noStrike">
              <a:solidFill>
                <a:srgbClr val="000000"/>
              </a:solidFill>
              <a:latin typeface="Arial"/>
            </a:endParaRPr>
          </a:p>
        </p:txBody>
      </p:sp>
      <p:sp>
        <p:nvSpPr>
          <p:cNvPr id="3" name="PlaceHolder 2"/>
          <p:cNvSpPr>
            <a:spLocks noGrp="1"/>
          </p:cNvSpPr>
          <p:nvPr>
            <p:ph type="ftr" idx="4"/>
          </p:nvPr>
        </p:nvSpPr>
        <p:spPr/>
        <p:txBody>
          <a:bodyPr/>
          <a:p>
            <a:r>
              <a:t>Footer</a:t>
            </a:r>
          </a:p>
        </p:txBody>
      </p:sp>
      <p:sp>
        <p:nvSpPr>
          <p:cNvPr id="4" name="PlaceHolder 3"/>
          <p:cNvSpPr>
            <a:spLocks noGrp="1"/>
          </p:cNvSpPr>
          <p:nvPr>
            <p:ph type="sldNum" idx="5"/>
          </p:nvPr>
        </p:nvSpPr>
        <p:spPr/>
        <p:txBody>
          <a:bodyPr/>
          <a:p>
            <a:fld id="{C97A8926-1D2F-42FA-B2DB-FEC4CE58B279}" type="slidenum">
              <a:t>&lt;#&gt;</a:t>
            </a:fld>
          </a:p>
        </p:txBody>
      </p:sp>
      <p:sp>
        <p:nvSpPr>
          <p:cNvPr id="5" name="PlaceHolder 4"/>
          <p:cNvSpPr>
            <a:spLocks noGrp="1"/>
          </p:cNvSpPr>
          <p:nvPr>
            <p:ph type="dt" idx="6"/>
          </p:nvPr>
        </p:nvSpPr>
        <p:spPr/>
        <p:txBody>
          <a:bodyPr/>
          <a:p>
            <a:r>
              <a:rPr lang="fr-FR"/>
              <a:t/>
            </a:r>
          </a:p>
        </p:txBody>
      </p:sp>
    </p:spTree>
  </p:cSld>
</p:sldLayout>
</file>

<file path=ppt/slideLayouts/slideLayout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56" name="PlaceHolder 1"/>
          <p:cNvSpPr>
            <a:spLocks noGrp="1"/>
          </p:cNvSpPr>
          <p:nvPr>
            <p:ph type="subTitle"/>
          </p:nvPr>
        </p:nvSpPr>
        <p:spPr>
          <a:xfrm>
            <a:off x="609480" y="273600"/>
            <a:ext cx="10970640" cy="5309640"/>
          </a:xfrm>
          <a:prstGeom prst="rect">
            <a:avLst/>
          </a:prstGeom>
          <a:noFill/>
          <a:ln w="0">
            <a:noFill/>
          </a:ln>
        </p:spPr>
        <p:txBody>
          <a:bodyPr lIns="0" rIns="0" tIns="0" bIns="0" anchor="ctr">
            <a:noAutofit/>
          </a:bodyPr>
          <a:p>
            <a:pPr algn="ctr"/>
            <a:endParaRPr b="0" lang="fr-FR" sz="3200" spc="-1" strike="noStrike">
              <a:latin typeface="Arial"/>
            </a:endParaRPr>
          </a:p>
        </p:txBody>
      </p:sp>
      <p:sp>
        <p:nvSpPr>
          <p:cNvPr id="3" name="PlaceHolder 2"/>
          <p:cNvSpPr>
            <a:spLocks noGrp="1"/>
          </p:cNvSpPr>
          <p:nvPr>
            <p:ph type="ftr" idx="4"/>
          </p:nvPr>
        </p:nvSpPr>
        <p:spPr/>
        <p:txBody>
          <a:bodyPr/>
          <a:p>
            <a:r>
              <a:t>Footer</a:t>
            </a:r>
          </a:p>
        </p:txBody>
      </p:sp>
      <p:sp>
        <p:nvSpPr>
          <p:cNvPr id="4" name="PlaceHolder 3"/>
          <p:cNvSpPr>
            <a:spLocks noGrp="1"/>
          </p:cNvSpPr>
          <p:nvPr>
            <p:ph type="sldNum" idx="5"/>
          </p:nvPr>
        </p:nvSpPr>
        <p:spPr/>
        <p:txBody>
          <a:bodyPr/>
          <a:p>
            <a:fld id="{C0828798-E677-41DD-93F1-D30BA0C27AE9}" type="slidenum">
              <a:t>&lt;#&gt;</a:t>
            </a:fld>
          </a:p>
        </p:txBody>
      </p:sp>
      <p:sp>
        <p:nvSpPr>
          <p:cNvPr id="5" name="PlaceHolder 4"/>
          <p:cNvSpPr>
            <a:spLocks noGrp="1"/>
          </p:cNvSpPr>
          <p:nvPr>
            <p:ph type="dt" idx="6"/>
          </p:nvPr>
        </p:nvSpPr>
        <p:spPr/>
        <p:txBody>
          <a:bodyPr/>
          <a:p>
            <a:r>
              <a:rPr lang="fr-FR"/>
              <a:t/>
            </a:r>
          </a:p>
        </p:txBody>
      </p:sp>
    </p:spTree>
  </p:cSld>
</p:sldLayout>
</file>

<file path=ppt/slideLayouts/slideLayout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57" name="PlaceHolder 1"/>
          <p:cNvSpPr>
            <a:spLocks noGrp="1"/>
          </p:cNvSpPr>
          <p:nvPr>
            <p:ph type="title"/>
          </p:nvPr>
        </p:nvSpPr>
        <p:spPr>
          <a:xfrm>
            <a:off x="609480" y="273600"/>
            <a:ext cx="10970640" cy="1145160"/>
          </a:xfrm>
          <a:prstGeom prst="rect">
            <a:avLst/>
          </a:prstGeom>
          <a:noFill/>
          <a:ln w="0">
            <a:noFill/>
          </a:ln>
        </p:spPr>
        <p:txBody>
          <a:bodyPr lIns="0" rIns="0" tIns="0" bIns="0" anchor="ctr">
            <a:noAutofit/>
          </a:bodyPr>
          <a:p>
            <a:pPr indent="0">
              <a:buNone/>
            </a:pPr>
            <a:endParaRPr b="0" lang="fr-FR" sz="1800" spc="-1" strike="noStrike">
              <a:solidFill>
                <a:srgbClr val="000000"/>
              </a:solidFill>
              <a:latin typeface="Arial"/>
            </a:endParaRPr>
          </a:p>
        </p:txBody>
      </p:sp>
      <p:sp>
        <p:nvSpPr>
          <p:cNvPr id="58" name="PlaceHolder 2"/>
          <p:cNvSpPr>
            <a:spLocks noGrp="1"/>
          </p:cNvSpPr>
          <p:nvPr>
            <p:ph/>
          </p:nvPr>
        </p:nvSpPr>
        <p:spPr>
          <a:xfrm>
            <a:off x="609480" y="1604880"/>
            <a:ext cx="5353560" cy="1897200"/>
          </a:xfrm>
          <a:prstGeom prst="rect">
            <a:avLst/>
          </a:prstGeom>
          <a:noFill/>
          <a:ln w="0">
            <a:noFill/>
          </a:ln>
        </p:spPr>
        <p:txBody>
          <a:bodyPr lIns="0" rIns="0" tIns="0" bIns="0" anchor="t">
            <a:normAutofit/>
          </a:bodyPr>
          <a:p>
            <a:pPr indent="0">
              <a:lnSpc>
                <a:spcPct val="90000"/>
              </a:lnSpc>
              <a:spcBef>
                <a:spcPts val="1417"/>
              </a:spcBef>
              <a:buNone/>
            </a:pPr>
            <a:endParaRPr b="0" lang="fr-FR" sz="2800" spc="-1" strike="noStrike">
              <a:solidFill>
                <a:srgbClr val="000000"/>
              </a:solidFill>
              <a:latin typeface="Arial"/>
            </a:endParaRPr>
          </a:p>
        </p:txBody>
      </p:sp>
      <p:sp>
        <p:nvSpPr>
          <p:cNvPr id="59" name="PlaceHolder 3"/>
          <p:cNvSpPr>
            <a:spLocks noGrp="1"/>
          </p:cNvSpPr>
          <p:nvPr>
            <p:ph/>
          </p:nvPr>
        </p:nvSpPr>
        <p:spPr>
          <a:xfrm>
            <a:off x="6231240" y="1604880"/>
            <a:ext cx="5353560" cy="3978000"/>
          </a:xfrm>
          <a:prstGeom prst="rect">
            <a:avLst/>
          </a:prstGeom>
          <a:noFill/>
          <a:ln w="0">
            <a:noFill/>
          </a:ln>
        </p:spPr>
        <p:txBody>
          <a:bodyPr lIns="0" rIns="0" tIns="0" bIns="0" anchor="t">
            <a:normAutofit/>
          </a:bodyPr>
          <a:p>
            <a:pPr indent="0">
              <a:lnSpc>
                <a:spcPct val="90000"/>
              </a:lnSpc>
              <a:spcBef>
                <a:spcPts val="1417"/>
              </a:spcBef>
              <a:buNone/>
            </a:pPr>
            <a:endParaRPr b="0" lang="fr-FR" sz="2800" spc="-1" strike="noStrike">
              <a:solidFill>
                <a:srgbClr val="000000"/>
              </a:solidFill>
              <a:latin typeface="Arial"/>
            </a:endParaRPr>
          </a:p>
        </p:txBody>
      </p:sp>
      <p:sp>
        <p:nvSpPr>
          <p:cNvPr id="60" name="PlaceHolder 4"/>
          <p:cNvSpPr>
            <a:spLocks noGrp="1"/>
          </p:cNvSpPr>
          <p:nvPr>
            <p:ph/>
          </p:nvPr>
        </p:nvSpPr>
        <p:spPr>
          <a:xfrm>
            <a:off x="609480" y="3682800"/>
            <a:ext cx="5353560" cy="1897200"/>
          </a:xfrm>
          <a:prstGeom prst="rect">
            <a:avLst/>
          </a:prstGeom>
          <a:noFill/>
          <a:ln w="0">
            <a:noFill/>
          </a:ln>
        </p:spPr>
        <p:txBody>
          <a:bodyPr lIns="0" rIns="0" tIns="0" bIns="0" anchor="t">
            <a:normAutofit/>
          </a:bodyPr>
          <a:p>
            <a:pPr indent="0">
              <a:lnSpc>
                <a:spcPct val="90000"/>
              </a:lnSpc>
              <a:spcBef>
                <a:spcPts val="1417"/>
              </a:spcBef>
              <a:buNone/>
            </a:pPr>
            <a:endParaRPr b="0" lang="fr-FR" sz="2800" spc="-1" strike="noStrike">
              <a:solidFill>
                <a:srgbClr val="000000"/>
              </a:solidFill>
              <a:latin typeface="Arial"/>
            </a:endParaRPr>
          </a:p>
        </p:txBody>
      </p:sp>
      <p:sp>
        <p:nvSpPr>
          <p:cNvPr id="6" name="PlaceHolder 5"/>
          <p:cNvSpPr>
            <a:spLocks noGrp="1"/>
          </p:cNvSpPr>
          <p:nvPr>
            <p:ph type="ftr" idx="4"/>
          </p:nvPr>
        </p:nvSpPr>
        <p:spPr/>
        <p:txBody>
          <a:bodyPr/>
          <a:p>
            <a:r>
              <a:t>Footer</a:t>
            </a:r>
          </a:p>
        </p:txBody>
      </p:sp>
      <p:sp>
        <p:nvSpPr>
          <p:cNvPr id="7" name="PlaceHolder 6"/>
          <p:cNvSpPr>
            <a:spLocks noGrp="1"/>
          </p:cNvSpPr>
          <p:nvPr>
            <p:ph type="sldNum" idx="5"/>
          </p:nvPr>
        </p:nvSpPr>
        <p:spPr/>
        <p:txBody>
          <a:bodyPr/>
          <a:p>
            <a:fld id="{D17A0D01-1243-4572-8D65-AAC7E86C5A79}" type="slidenum">
              <a:t>&lt;#&gt;</a:t>
            </a:fld>
          </a:p>
        </p:txBody>
      </p:sp>
      <p:sp>
        <p:nvSpPr>
          <p:cNvPr id="8" name="PlaceHolder 7"/>
          <p:cNvSpPr>
            <a:spLocks noGrp="1"/>
          </p:cNvSpPr>
          <p:nvPr>
            <p:ph type="dt" idx="6"/>
          </p:nvPr>
        </p:nvSpPr>
        <p:spPr/>
        <p:txBody>
          <a:bodyPr/>
          <a:p>
            <a:r>
              <a:rPr lang="fr-FR"/>
              <a:t/>
            </a:r>
          </a:p>
        </p:txBody>
      </p:sp>
    </p:spTree>
  </p:cSld>
</p:sldLayout>
</file>

<file path=ppt/slideLayouts/slideLayout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61" name="PlaceHolder 1"/>
          <p:cNvSpPr>
            <a:spLocks noGrp="1"/>
          </p:cNvSpPr>
          <p:nvPr>
            <p:ph type="title"/>
          </p:nvPr>
        </p:nvSpPr>
        <p:spPr>
          <a:xfrm>
            <a:off x="609480" y="273600"/>
            <a:ext cx="10970640" cy="1145160"/>
          </a:xfrm>
          <a:prstGeom prst="rect">
            <a:avLst/>
          </a:prstGeom>
          <a:noFill/>
          <a:ln w="0">
            <a:noFill/>
          </a:ln>
        </p:spPr>
        <p:txBody>
          <a:bodyPr lIns="0" rIns="0" tIns="0" bIns="0" anchor="ctr">
            <a:noAutofit/>
          </a:bodyPr>
          <a:p>
            <a:pPr indent="0">
              <a:buNone/>
            </a:pPr>
            <a:endParaRPr b="0" lang="fr-FR" sz="1800" spc="-1" strike="noStrike">
              <a:solidFill>
                <a:srgbClr val="000000"/>
              </a:solidFill>
              <a:latin typeface="Arial"/>
            </a:endParaRPr>
          </a:p>
        </p:txBody>
      </p:sp>
      <p:sp>
        <p:nvSpPr>
          <p:cNvPr id="62" name="PlaceHolder 2"/>
          <p:cNvSpPr>
            <a:spLocks noGrp="1"/>
          </p:cNvSpPr>
          <p:nvPr>
            <p:ph/>
          </p:nvPr>
        </p:nvSpPr>
        <p:spPr>
          <a:xfrm>
            <a:off x="609480" y="1604880"/>
            <a:ext cx="5353560" cy="3978000"/>
          </a:xfrm>
          <a:prstGeom prst="rect">
            <a:avLst/>
          </a:prstGeom>
          <a:noFill/>
          <a:ln w="0">
            <a:noFill/>
          </a:ln>
        </p:spPr>
        <p:txBody>
          <a:bodyPr lIns="0" rIns="0" tIns="0" bIns="0" anchor="t">
            <a:normAutofit/>
          </a:bodyPr>
          <a:p>
            <a:pPr indent="0">
              <a:lnSpc>
                <a:spcPct val="90000"/>
              </a:lnSpc>
              <a:spcBef>
                <a:spcPts val="1417"/>
              </a:spcBef>
              <a:buNone/>
            </a:pPr>
            <a:endParaRPr b="0" lang="fr-FR" sz="2800" spc="-1" strike="noStrike">
              <a:solidFill>
                <a:srgbClr val="000000"/>
              </a:solidFill>
              <a:latin typeface="Arial"/>
            </a:endParaRPr>
          </a:p>
        </p:txBody>
      </p:sp>
      <p:sp>
        <p:nvSpPr>
          <p:cNvPr id="63" name="PlaceHolder 3"/>
          <p:cNvSpPr>
            <a:spLocks noGrp="1"/>
          </p:cNvSpPr>
          <p:nvPr>
            <p:ph/>
          </p:nvPr>
        </p:nvSpPr>
        <p:spPr>
          <a:xfrm>
            <a:off x="6231240" y="1604880"/>
            <a:ext cx="5353560" cy="1897200"/>
          </a:xfrm>
          <a:prstGeom prst="rect">
            <a:avLst/>
          </a:prstGeom>
          <a:noFill/>
          <a:ln w="0">
            <a:noFill/>
          </a:ln>
        </p:spPr>
        <p:txBody>
          <a:bodyPr lIns="0" rIns="0" tIns="0" bIns="0" anchor="t">
            <a:normAutofit/>
          </a:bodyPr>
          <a:p>
            <a:pPr indent="0">
              <a:lnSpc>
                <a:spcPct val="90000"/>
              </a:lnSpc>
              <a:spcBef>
                <a:spcPts val="1417"/>
              </a:spcBef>
              <a:buNone/>
            </a:pPr>
            <a:endParaRPr b="0" lang="fr-FR" sz="2800" spc="-1" strike="noStrike">
              <a:solidFill>
                <a:srgbClr val="000000"/>
              </a:solidFill>
              <a:latin typeface="Arial"/>
            </a:endParaRPr>
          </a:p>
        </p:txBody>
      </p:sp>
      <p:sp>
        <p:nvSpPr>
          <p:cNvPr id="64" name="PlaceHolder 4"/>
          <p:cNvSpPr>
            <a:spLocks noGrp="1"/>
          </p:cNvSpPr>
          <p:nvPr>
            <p:ph/>
          </p:nvPr>
        </p:nvSpPr>
        <p:spPr>
          <a:xfrm>
            <a:off x="6231240" y="3682800"/>
            <a:ext cx="5353560" cy="1897200"/>
          </a:xfrm>
          <a:prstGeom prst="rect">
            <a:avLst/>
          </a:prstGeom>
          <a:noFill/>
          <a:ln w="0">
            <a:noFill/>
          </a:ln>
        </p:spPr>
        <p:txBody>
          <a:bodyPr lIns="0" rIns="0" tIns="0" bIns="0" anchor="t">
            <a:normAutofit/>
          </a:bodyPr>
          <a:p>
            <a:pPr indent="0">
              <a:lnSpc>
                <a:spcPct val="90000"/>
              </a:lnSpc>
              <a:spcBef>
                <a:spcPts val="1417"/>
              </a:spcBef>
              <a:buNone/>
            </a:pPr>
            <a:endParaRPr b="0" lang="fr-FR" sz="2800" spc="-1" strike="noStrike">
              <a:solidFill>
                <a:srgbClr val="000000"/>
              </a:solidFill>
              <a:latin typeface="Arial"/>
            </a:endParaRPr>
          </a:p>
        </p:txBody>
      </p:sp>
      <p:sp>
        <p:nvSpPr>
          <p:cNvPr id="6" name="PlaceHolder 5"/>
          <p:cNvSpPr>
            <a:spLocks noGrp="1"/>
          </p:cNvSpPr>
          <p:nvPr>
            <p:ph type="ftr" idx="4"/>
          </p:nvPr>
        </p:nvSpPr>
        <p:spPr/>
        <p:txBody>
          <a:bodyPr/>
          <a:p>
            <a:r>
              <a:t>Footer</a:t>
            </a:r>
          </a:p>
        </p:txBody>
      </p:sp>
      <p:sp>
        <p:nvSpPr>
          <p:cNvPr id="7" name="PlaceHolder 6"/>
          <p:cNvSpPr>
            <a:spLocks noGrp="1"/>
          </p:cNvSpPr>
          <p:nvPr>
            <p:ph type="sldNum" idx="5"/>
          </p:nvPr>
        </p:nvSpPr>
        <p:spPr/>
        <p:txBody>
          <a:bodyPr/>
          <a:p>
            <a:fld id="{3BAECA91-5A99-4D24-B757-A8B31EFFBC85}" type="slidenum">
              <a:t>&lt;#&gt;</a:t>
            </a:fld>
          </a:p>
        </p:txBody>
      </p:sp>
      <p:sp>
        <p:nvSpPr>
          <p:cNvPr id="8" name="PlaceHolder 7"/>
          <p:cNvSpPr>
            <a:spLocks noGrp="1"/>
          </p:cNvSpPr>
          <p:nvPr>
            <p:ph type="dt" idx="6"/>
          </p:nvPr>
        </p:nvSpPr>
        <p:spPr/>
        <p:txBody>
          <a:bodyPr/>
          <a:p>
            <a:r>
              <a:rPr lang="fr-FR"/>
              <a:t/>
            </a:r>
          </a:p>
        </p:txBody>
      </p:sp>
    </p:spTree>
  </p:cSld>
</p:sldLayout>
</file>

<file path=ppt/slideLayouts/slideLayout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65" name="PlaceHolder 1"/>
          <p:cNvSpPr>
            <a:spLocks noGrp="1"/>
          </p:cNvSpPr>
          <p:nvPr>
            <p:ph type="title"/>
          </p:nvPr>
        </p:nvSpPr>
        <p:spPr>
          <a:xfrm>
            <a:off x="609480" y="273600"/>
            <a:ext cx="10970640" cy="1145160"/>
          </a:xfrm>
          <a:prstGeom prst="rect">
            <a:avLst/>
          </a:prstGeom>
          <a:noFill/>
          <a:ln w="0">
            <a:noFill/>
          </a:ln>
        </p:spPr>
        <p:txBody>
          <a:bodyPr lIns="0" rIns="0" tIns="0" bIns="0" anchor="ctr">
            <a:noAutofit/>
          </a:bodyPr>
          <a:p>
            <a:pPr indent="0">
              <a:buNone/>
            </a:pPr>
            <a:endParaRPr b="0" lang="fr-FR" sz="1800" spc="-1" strike="noStrike">
              <a:solidFill>
                <a:srgbClr val="000000"/>
              </a:solidFill>
              <a:latin typeface="Arial"/>
            </a:endParaRPr>
          </a:p>
        </p:txBody>
      </p:sp>
      <p:sp>
        <p:nvSpPr>
          <p:cNvPr id="66" name="PlaceHolder 2"/>
          <p:cNvSpPr>
            <a:spLocks noGrp="1"/>
          </p:cNvSpPr>
          <p:nvPr>
            <p:ph/>
          </p:nvPr>
        </p:nvSpPr>
        <p:spPr>
          <a:xfrm>
            <a:off x="609480" y="1604880"/>
            <a:ext cx="5353560" cy="1897200"/>
          </a:xfrm>
          <a:prstGeom prst="rect">
            <a:avLst/>
          </a:prstGeom>
          <a:noFill/>
          <a:ln w="0">
            <a:noFill/>
          </a:ln>
        </p:spPr>
        <p:txBody>
          <a:bodyPr lIns="0" rIns="0" tIns="0" bIns="0" anchor="t">
            <a:normAutofit/>
          </a:bodyPr>
          <a:p>
            <a:pPr indent="0">
              <a:lnSpc>
                <a:spcPct val="90000"/>
              </a:lnSpc>
              <a:spcBef>
                <a:spcPts val="1417"/>
              </a:spcBef>
              <a:buNone/>
            </a:pPr>
            <a:endParaRPr b="0" lang="fr-FR" sz="2800" spc="-1" strike="noStrike">
              <a:solidFill>
                <a:srgbClr val="000000"/>
              </a:solidFill>
              <a:latin typeface="Arial"/>
            </a:endParaRPr>
          </a:p>
        </p:txBody>
      </p:sp>
      <p:sp>
        <p:nvSpPr>
          <p:cNvPr id="67" name="PlaceHolder 3"/>
          <p:cNvSpPr>
            <a:spLocks noGrp="1"/>
          </p:cNvSpPr>
          <p:nvPr>
            <p:ph/>
          </p:nvPr>
        </p:nvSpPr>
        <p:spPr>
          <a:xfrm>
            <a:off x="6231240" y="1604880"/>
            <a:ext cx="5353560" cy="1897200"/>
          </a:xfrm>
          <a:prstGeom prst="rect">
            <a:avLst/>
          </a:prstGeom>
          <a:noFill/>
          <a:ln w="0">
            <a:noFill/>
          </a:ln>
        </p:spPr>
        <p:txBody>
          <a:bodyPr lIns="0" rIns="0" tIns="0" bIns="0" anchor="t">
            <a:normAutofit/>
          </a:bodyPr>
          <a:p>
            <a:pPr indent="0">
              <a:lnSpc>
                <a:spcPct val="90000"/>
              </a:lnSpc>
              <a:spcBef>
                <a:spcPts val="1417"/>
              </a:spcBef>
              <a:buNone/>
            </a:pPr>
            <a:endParaRPr b="0" lang="fr-FR" sz="2800" spc="-1" strike="noStrike">
              <a:solidFill>
                <a:srgbClr val="000000"/>
              </a:solidFill>
              <a:latin typeface="Arial"/>
            </a:endParaRPr>
          </a:p>
        </p:txBody>
      </p:sp>
      <p:sp>
        <p:nvSpPr>
          <p:cNvPr id="68" name="PlaceHolder 4"/>
          <p:cNvSpPr>
            <a:spLocks noGrp="1"/>
          </p:cNvSpPr>
          <p:nvPr>
            <p:ph/>
          </p:nvPr>
        </p:nvSpPr>
        <p:spPr>
          <a:xfrm>
            <a:off x="609480" y="3682800"/>
            <a:ext cx="10970640" cy="1897200"/>
          </a:xfrm>
          <a:prstGeom prst="rect">
            <a:avLst/>
          </a:prstGeom>
          <a:noFill/>
          <a:ln w="0">
            <a:noFill/>
          </a:ln>
        </p:spPr>
        <p:txBody>
          <a:bodyPr lIns="0" rIns="0" tIns="0" bIns="0" anchor="t">
            <a:normAutofit/>
          </a:bodyPr>
          <a:p>
            <a:pPr indent="0">
              <a:lnSpc>
                <a:spcPct val="90000"/>
              </a:lnSpc>
              <a:spcBef>
                <a:spcPts val="1417"/>
              </a:spcBef>
              <a:buNone/>
            </a:pPr>
            <a:endParaRPr b="0" lang="fr-FR" sz="2800" spc="-1" strike="noStrike">
              <a:solidFill>
                <a:srgbClr val="000000"/>
              </a:solidFill>
              <a:latin typeface="Arial"/>
            </a:endParaRPr>
          </a:p>
        </p:txBody>
      </p:sp>
      <p:sp>
        <p:nvSpPr>
          <p:cNvPr id="6" name="PlaceHolder 5"/>
          <p:cNvSpPr>
            <a:spLocks noGrp="1"/>
          </p:cNvSpPr>
          <p:nvPr>
            <p:ph type="ftr" idx="4"/>
          </p:nvPr>
        </p:nvSpPr>
        <p:spPr/>
        <p:txBody>
          <a:bodyPr/>
          <a:p>
            <a:r>
              <a:t>Footer</a:t>
            </a:r>
          </a:p>
        </p:txBody>
      </p:sp>
      <p:sp>
        <p:nvSpPr>
          <p:cNvPr id="7" name="PlaceHolder 6"/>
          <p:cNvSpPr>
            <a:spLocks noGrp="1"/>
          </p:cNvSpPr>
          <p:nvPr>
            <p:ph type="sldNum" idx="5"/>
          </p:nvPr>
        </p:nvSpPr>
        <p:spPr/>
        <p:txBody>
          <a:bodyPr/>
          <a:p>
            <a:fld id="{21F2A8EE-46E5-4811-A109-056893D5E946}" type="slidenum">
              <a:t>&lt;#&gt;</a:t>
            </a:fld>
          </a:p>
        </p:txBody>
      </p:sp>
      <p:sp>
        <p:nvSpPr>
          <p:cNvPr id="8" name="PlaceHolder 7"/>
          <p:cNvSpPr>
            <a:spLocks noGrp="1"/>
          </p:cNvSpPr>
          <p:nvPr>
            <p:ph type="dt" idx="6"/>
          </p:nvPr>
        </p:nvSpPr>
        <p:spPr/>
        <p:txBody>
          <a:bodyPr/>
          <a:p>
            <a:r>
              <a:rPr lang="fr-FR"/>
              <a:t/>
            </a:r>
          </a:p>
        </p:txBody>
      </p:sp>
    </p:spTree>
  </p:cSld>
</p:sldLayout>
</file>

<file path=ppt/slideLayouts/slideLayout2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69" name="PlaceHolder 1"/>
          <p:cNvSpPr>
            <a:spLocks noGrp="1"/>
          </p:cNvSpPr>
          <p:nvPr>
            <p:ph type="title"/>
          </p:nvPr>
        </p:nvSpPr>
        <p:spPr>
          <a:xfrm>
            <a:off x="609480" y="273600"/>
            <a:ext cx="10970640" cy="1145160"/>
          </a:xfrm>
          <a:prstGeom prst="rect">
            <a:avLst/>
          </a:prstGeom>
          <a:noFill/>
          <a:ln w="0">
            <a:noFill/>
          </a:ln>
        </p:spPr>
        <p:txBody>
          <a:bodyPr lIns="0" rIns="0" tIns="0" bIns="0" anchor="ctr">
            <a:noAutofit/>
          </a:bodyPr>
          <a:p>
            <a:pPr indent="0">
              <a:buNone/>
            </a:pPr>
            <a:endParaRPr b="0" lang="fr-FR" sz="1800" spc="-1" strike="noStrike">
              <a:solidFill>
                <a:srgbClr val="000000"/>
              </a:solidFill>
              <a:latin typeface="Arial"/>
            </a:endParaRPr>
          </a:p>
        </p:txBody>
      </p:sp>
      <p:sp>
        <p:nvSpPr>
          <p:cNvPr id="70" name="PlaceHolder 2"/>
          <p:cNvSpPr>
            <a:spLocks noGrp="1"/>
          </p:cNvSpPr>
          <p:nvPr>
            <p:ph/>
          </p:nvPr>
        </p:nvSpPr>
        <p:spPr>
          <a:xfrm>
            <a:off x="609480" y="1604880"/>
            <a:ext cx="10970640" cy="1897200"/>
          </a:xfrm>
          <a:prstGeom prst="rect">
            <a:avLst/>
          </a:prstGeom>
          <a:noFill/>
          <a:ln w="0">
            <a:noFill/>
          </a:ln>
        </p:spPr>
        <p:txBody>
          <a:bodyPr lIns="0" rIns="0" tIns="0" bIns="0" anchor="t">
            <a:normAutofit/>
          </a:bodyPr>
          <a:p>
            <a:pPr indent="0">
              <a:lnSpc>
                <a:spcPct val="90000"/>
              </a:lnSpc>
              <a:spcBef>
                <a:spcPts val="1417"/>
              </a:spcBef>
              <a:buNone/>
            </a:pPr>
            <a:endParaRPr b="0" lang="fr-FR" sz="2800" spc="-1" strike="noStrike">
              <a:solidFill>
                <a:srgbClr val="000000"/>
              </a:solidFill>
              <a:latin typeface="Arial"/>
            </a:endParaRPr>
          </a:p>
        </p:txBody>
      </p:sp>
      <p:sp>
        <p:nvSpPr>
          <p:cNvPr id="71" name="PlaceHolder 3"/>
          <p:cNvSpPr>
            <a:spLocks noGrp="1"/>
          </p:cNvSpPr>
          <p:nvPr>
            <p:ph/>
          </p:nvPr>
        </p:nvSpPr>
        <p:spPr>
          <a:xfrm>
            <a:off x="609480" y="3682800"/>
            <a:ext cx="10970640" cy="1897200"/>
          </a:xfrm>
          <a:prstGeom prst="rect">
            <a:avLst/>
          </a:prstGeom>
          <a:noFill/>
          <a:ln w="0">
            <a:noFill/>
          </a:ln>
        </p:spPr>
        <p:txBody>
          <a:bodyPr lIns="0" rIns="0" tIns="0" bIns="0" anchor="t">
            <a:normAutofit/>
          </a:bodyPr>
          <a:p>
            <a:pPr indent="0">
              <a:lnSpc>
                <a:spcPct val="90000"/>
              </a:lnSpc>
              <a:spcBef>
                <a:spcPts val="1417"/>
              </a:spcBef>
              <a:buNone/>
            </a:pPr>
            <a:endParaRPr b="0" lang="fr-FR" sz="2800" spc="-1" strike="noStrike">
              <a:solidFill>
                <a:srgbClr val="000000"/>
              </a:solidFill>
              <a:latin typeface="Arial"/>
            </a:endParaRPr>
          </a:p>
        </p:txBody>
      </p:sp>
      <p:sp>
        <p:nvSpPr>
          <p:cNvPr id="5" name="PlaceHolder 4"/>
          <p:cNvSpPr>
            <a:spLocks noGrp="1"/>
          </p:cNvSpPr>
          <p:nvPr>
            <p:ph type="ftr" idx="4"/>
          </p:nvPr>
        </p:nvSpPr>
        <p:spPr/>
        <p:txBody>
          <a:bodyPr/>
          <a:p>
            <a:r>
              <a:t>Footer</a:t>
            </a:r>
          </a:p>
        </p:txBody>
      </p:sp>
      <p:sp>
        <p:nvSpPr>
          <p:cNvPr id="6" name="PlaceHolder 5"/>
          <p:cNvSpPr>
            <a:spLocks noGrp="1"/>
          </p:cNvSpPr>
          <p:nvPr>
            <p:ph type="sldNum" idx="5"/>
          </p:nvPr>
        </p:nvSpPr>
        <p:spPr/>
        <p:txBody>
          <a:bodyPr/>
          <a:p>
            <a:fld id="{F3FAEE4B-B0B1-490E-B113-FD9B9AE8E55B}" type="slidenum">
              <a:t>&lt;#&gt;</a:t>
            </a:fld>
          </a:p>
        </p:txBody>
      </p:sp>
      <p:sp>
        <p:nvSpPr>
          <p:cNvPr id="7" name="PlaceHolder 6"/>
          <p:cNvSpPr>
            <a:spLocks noGrp="1"/>
          </p:cNvSpPr>
          <p:nvPr>
            <p:ph type="dt" idx="6"/>
          </p:nvPr>
        </p:nvSpPr>
        <p:spPr/>
        <p:txBody>
          <a:bodyPr/>
          <a:p>
            <a:r>
              <a:rPr lang="fr-FR"/>
              <a:t/>
            </a:r>
          </a:p>
        </p:txBody>
      </p:sp>
    </p:spTree>
  </p:cSld>
</p:sldLayout>
</file>

<file path=ppt/slideLayouts/slideLayout2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72" name="PlaceHolder 1"/>
          <p:cNvSpPr>
            <a:spLocks noGrp="1"/>
          </p:cNvSpPr>
          <p:nvPr>
            <p:ph type="title"/>
          </p:nvPr>
        </p:nvSpPr>
        <p:spPr>
          <a:xfrm>
            <a:off x="609480" y="273600"/>
            <a:ext cx="10970640" cy="1145160"/>
          </a:xfrm>
          <a:prstGeom prst="rect">
            <a:avLst/>
          </a:prstGeom>
          <a:noFill/>
          <a:ln w="0">
            <a:noFill/>
          </a:ln>
        </p:spPr>
        <p:txBody>
          <a:bodyPr lIns="0" rIns="0" tIns="0" bIns="0" anchor="ctr">
            <a:noAutofit/>
          </a:bodyPr>
          <a:p>
            <a:pPr indent="0">
              <a:buNone/>
            </a:pPr>
            <a:endParaRPr b="0" lang="fr-FR" sz="1800" spc="-1" strike="noStrike">
              <a:solidFill>
                <a:srgbClr val="000000"/>
              </a:solidFill>
              <a:latin typeface="Arial"/>
            </a:endParaRPr>
          </a:p>
        </p:txBody>
      </p:sp>
      <p:sp>
        <p:nvSpPr>
          <p:cNvPr id="73" name="PlaceHolder 2"/>
          <p:cNvSpPr>
            <a:spLocks noGrp="1"/>
          </p:cNvSpPr>
          <p:nvPr>
            <p:ph/>
          </p:nvPr>
        </p:nvSpPr>
        <p:spPr>
          <a:xfrm>
            <a:off x="609480" y="1604880"/>
            <a:ext cx="5353560" cy="1897200"/>
          </a:xfrm>
          <a:prstGeom prst="rect">
            <a:avLst/>
          </a:prstGeom>
          <a:noFill/>
          <a:ln w="0">
            <a:noFill/>
          </a:ln>
        </p:spPr>
        <p:txBody>
          <a:bodyPr lIns="0" rIns="0" tIns="0" bIns="0" anchor="t">
            <a:normAutofit/>
          </a:bodyPr>
          <a:p>
            <a:pPr indent="0">
              <a:lnSpc>
                <a:spcPct val="90000"/>
              </a:lnSpc>
              <a:spcBef>
                <a:spcPts val="1417"/>
              </a:spcBef>
              <a:buNone/>
            </a:pPr>
            <a:endParaRPr b="0" lang="fr-FR" sz="2800" spc="-1" strike="noStrike">
              <a:solidFill>
                <a:srgbClr val="000000"/>
              </a:solidFill>
              <a:latin typeface="Arial"/>
            </a:endParaRPr>
          </a:p>
        </p:txBody>
      </p:sp>
      <p:sp>
        <p:nvSpPr>
          <p:cNvPr id="74" name="PlaceHolder 3"/>
          <p:cNvSpPr>
            <a:spLocks noGrp="1"/>
          </p:cNvSpPr>
          <p:nvPr>
            <p:ph/>
          </p:nvPr>
        </p:nvSpPr>
        <p:spPr>
          <a:xfrm>
            <a:off x="6231240" y="1604880"/>
            <a:ext cx="5353560" cy="1897200"/>
          </a:xfrm>
          <a:prstGeom prst="rect">
            <a:avLst/>
          </a:prstGeom>
          <a:noFill/>
          <a:ln w="0">
            <a:noFill/>
          </a:ln>
        </p:spPr>
        <p:txBody>
          <a:bodyPr lIns="0" rIns="0" tIns="0" bIns="0" anchor="t">
            <a:normAutofit/>
          </a:bodyPr>
          <a:p>
            <a:pPr indent="0">
              <a:lnSpc>
                <a:spcPct val="90000"/>
              </a:lnSpc>
              <a:spcBef>
                <a:spcPts val="1417"/>
              </a:spcBef>
              <a:buNone/>
            </a:pPr>
            <a:endParaRPr b="0" lang="fr-FR" sz="2800" spc="-1" strike="noStrike">
              <a:solidFill>
                <a:srgbClr val="000000"/>
              </a:solidFill>
              <a:latin typeface="Arial"/>
            </a:endParaRPr>
          </a:p>
        </p:txBody>
      </p:sp>
      <p:sp>
        <p:nvSpPr>
          <p:cNvPr id="75" name="PlaceHolder 4"/>
          <p:cNvSpPr>
            <a:spLocks noGrp="1"/>
          </p:cNvSpPr>
          <p:nvPr>
            <p:ph/>
          </p:nvPr>
        </p:nvSpPr>
        <p:spPr>
          <a:xfrm>
            <a:off x="609480" y="3682800"/>
            <a:ext cx="5353560" cy="1897200"/>
          </a:xfrm>
          <a:prstGeom prst="rect">
            <a:avLst/>
          </a:prstGeom>
          <a:noFill/>
          <a:ln w="0">
            <a:noFill/>
          </a:ln>
        </p:spPr>
        <p:txBody>
          <a:bodyPr lIns="0" rIns="0" tIns="0" bIns="0" anchor="t">
            <a:normAutofit/>
          </a:bodyPr>
          <a:p>
            <a:pPr indent="0">
              <a:lnSpc>
                <a:spcPct val="90000"/>
              </a:lnSpc>
              <a:spcBef>
                <a:spcPts val="1417"/>
              </a:spcBef>
              <a:buNone/>
            </a:pPr>
            <a:endParaRPr b="0" lang="fr-FR" sz="2800" spc="-1" strike="noStrike">
              <a:solidFill>
                <a:srgbClr val="000000"/>
              </a:solidFill>
              <a:latin typeface="Arial"/>
            </a:endParaRPr>
          </a:p>
        </p:txBody>
      </p:sp>
      <p:sp>
        <p:nvSpPr>
          <p:cNvPr id="76" name="PlaceHolder 5"/>
          <p:cNvSpPr>
            <a:spLocks noGrp="1"/>
          </p:cNvSpPr>
          <p:nvPr>
            <p:ph/>
          </p:nvPr>
        </p:nvSpPr>
        <p:spPr>
          <a:xfrm>
            <a:off x="6231240" y="3682800"/>
            <a:ext cx="5353560" cy="1897200"/>
          </a:xfrm>
          <a:prstGeom prst="rect">
            <a:avLst/>
          </a:prstGeom>
          <a:noFill/>
          <a:ln w="0">
            <a:noFill/>
          </a:ln>
        </p:spPr>
        <p:txBody>
          <a:bodyPr lIns="0" rIns="0" tIns="0" bIns="0" anchor="t">
            <a:normAutofit/>
          </a:bodyPr>
          <a:p>
            <a:pPr indent="0">
              <a:lnSpc>
                <a:spcPct val="90000"/>
              </a:lnSpc>
              <a:spcBef>
                <a:spcPts val="1417"/>
              </a:spcBef>
              <a:buNone/>
            </a:pPr>
            <a:endParaRPr b="0" lang="fr-FR" sz="2800" spc="-1" strike="noStrike">
              <a:solidFill>
                <a:srgbClr val="000000"/>
              </a:solidFill>
              <a:latin typeface="Arial"/>
            </a:endParaRPr>
          </a:p>
        </p:txBody>
      </p:sp>
      <p:sp>
        <p:nvSpPr>
          <p:cNvPr id="7" name="PlaceHolder 6"/>
          <p:cNvSpPr>
            <a:spLocks noGrp="1"/>
          </p:cNvSpPr>
          <p:nvPr>
            <p:ph type="ftr" idx="4"/>
          </p:nvPr>
        </p:nvSpPr>
        <p:spPr/>
        <p:txBody>
          <a:bodyPr/>
          <a:p>
            <a:r>
              <a:t>Footer</a:t>
            </a:r>
          </a:p>
        </p:txBody>
      </p:sp>
      <p:sp>
        <p:nvSpPr>
          <p:cNvPr id="8" name="PlaceHolder 7"/>
          <p:cNvSpPr>
            <a:spLocks noGrp="1"/>
          </p:cNvSpPr>
          <p:nvPr>
            <p:ph type="sldNum" idx="5"/>
          </p:nvPr>
        </p:nvSpPr>
        <p:spPr/>
        <p:txBody>
          <a:bodyPr/>
          <a:p>
            <a:fld id="{A85B6C87-F85D-4806-B087-3BE06FF8EE1E}" type="slidenum">
              <a:t>&lt;#&gt;</a:t>
            </a:fld>
          </a:p>
        </p:txBody>
      </p:sp>
      <p:sp>
        <p:nvSpPr>
          <p:cNvPr id="9" name="PlaceHolder 8"/>
          <p:cNvSpPr>
            <a:spLocks noGrp="1"/>
          </p:cNvSpPr>
          <p:nvPr>
            <p:ph type="dt" idx="6"/>
          </p:nvPr>
        </p:nvSpPr>
        <p:spPr/>
        <p:txBody>
          <a:bodyPr/>
          <a:p>
            <a:r>
              <a:rPr lang="fr-FR"/>
              <a:t/>
            </a:r>
          </a:p>
        </p:txBody>
      </p:sp>
    </p:spTree>
  </p:cSld>
</p:sldLayout>
</file>

<file path=ppt/slideLayouts/slideLayout2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77" name="PlaceHolder 1"/>
          <p:cNvSpPr>
            <a:spLocks noGrp="1"/>
          </p:cNvSpPr>
          <p:nvPr>
            <p:ph type="title"/>
          </p:nvPr>
        </p:nvSpPr>
        <p:spPr>
          <a:xfrm>
            <a:off x="609480" y="273600"/>
            <a:ext cx="10970640" cy="1145160"/>
          </a:xfrm>
          <a:prstGeom prst="rect">
            <a:avLst/>
          </a:prstGeom>
          <a:noFill/>
          <a:ln w="0">
            <a:noFill/>
          </a:ln>
        </p:spPr>
        <p:txBody>
          <a:bodyPr lIns="0" rIns="0" tIns="0" bIns="0" anchor="ctr">
            <a:noAutofit/>
          </a:bodyPr>
          <a:p>
            <a:pPr indent="0">
              <a:buNone/>
            </a:pPr>
            <a:endParaRPr b="0" lang="fr-FR" sz="1800" spc="-1" strike="noStrike">
              <a:solidFill>
                <a:srgbClr val="000000"/>
              </a:solidFill>
              <a:latin typeface="Arial"/>
            </a:endParaRPr>
          </a:p>
        </p:txBody>
      </p:sp>
      <p:sp>
        <p:nvSpPr>
          <p:cNvPr id="78" name="PlaceHolder 2"/>
          <p:cNvSpPr>
            <a:spLocks noGrp="1"/>
          </p:cNvSpPr>
          <p:nvPr>
            <p:ph/>
          </p:nvPr>
        </p:nvSpPr>
        <p:spPr>
          <a:xfrm>
            <a:off x="609480" y="1604880"/>
            <a:ext cx="3532320" cy="1897200"/>
          </a:xfrm>
          <a:prstGeom prst="rect">
            <a:avLst/>
          </a:prstGeom>
          <a:noFill/>
          <a:ln w="0">
            <a:noFill/>
          </a:ln>
        </p:spPr>
        <p:txBody>
          <a:bodyPr lIns="0" rIns="0" tIns="0" bIns="0" anchor="t">
            <a:normAutofit/>
          </a:bodyPr>
          <a:p>
            <a:pPr indent="0">
              <a:lnSpc>
                <a:spcPct val="90000"/>
              </a:lnSpc>
              <a:spcBef>
                <a:spcPts val="1417"/>
              </a:spcBef>
              <a:buNone/>
            </a:pPr>
            <a:endParaRPr b="0" lang="fr-FR" sz="2800" spc="-1" strike="noStrike">
              <a:solidFill>
                <a:srgbClr val="000000"/>
              </a:solidFill>
              <a:latin typeface="Arial"/>
            </a:endParaRPr>
          </a:p>
        </p:txBody>
      </p:sp>
      <p:sp>
        <p:nvSpPr>
          <p:cNvPr id="79" name="PlaceHolder 3"/>
          <p:cNvSpPr>
            <a:spLocks noGrp="1"/>
          </p:cNvSpPr>
          <p:nvPr>
            <p:ph/>
          </p:nvPr>
        </p:nvSpPr>
        <p:spPr>
          <a:xfrm>
            <a:off x="4318920" y="1604880"/>
            <a:ext cx="3532320" cy="1897200"/>
          </a:xfrm>
          <a:prstGeom prst="rect">
            <a:avLst/>
          </a:prstGeom>
          <a:noFill/>
          <a:ln w="0">
            <a:noFill/>
          </a:ln>
        </p:spPr>
        <p:txBody>
          <a:bodyPr lIns="0" rIns="0" tIns="0" bIns="0" anchor="t">
            <a:normAutofit/>
          </a:bodyPr>
          <a:p>
            <a:pPr indent="0">
              <a:lnSpc>
                <a:spcPct val="90000"/>
              </a:lnSpc>
              <a:spcBef>
                <a:spcPts val="1417"/>
              </a:spcBef>
              <a:buNone/>
            </a:pPr>
            <a:endParaRPr b="0" lang="fr-FR" sz="2800" spc="-1" strike="noStrike">
              <a:solidFill>
                <a:srgbClr val="000000"/>
              </a:solidFill>
              <a:latin typeface="Arial"/>
            </a:endParaRPr>
          </a:p>
        </p:txBody>
      </p:sp>
      <p:sp>
        <p:nvSpPr>
          <p:cNvPr id="80" name="PlaceHolder 4"/>
          <p:cNvSpPr>
            <a:spLocks noGrp="1"/>
          </p:cNvSpPr>
          <p:nvPr>
            <p:ph/>
          </p:nvPr>
        </p:nvSpPr>
        <p:spPr>
          <a:xfrm>
            <a:off x="8028000" y="1604880"/>
            <a:ext cx="3532320" cy="1897200"/>
          </a:xfrm>
          <a:prstGeom prst="rect">
            <a:avLst/>
          </a:prstGeom>
          <a:noFill/>
          <a:ln w="0">
            <a:noFill/>
          </a:ln>
        </p:spPr>
        <p:txBody>
          <a:bodyPr lIns="0" rIns="0" tIns="0" bIns="0" anchor="t">
            <a:normAutofit/>
          </a:bodyPr>
          <a:p>
            <a:pPr indent="0">
              <a:lnSpc>
                <a:spcPct val="90000"/>
              </a:lnSpc>
              <a:spcBef>
                <a:spcPts val="1417"/>
              </a:spcBef>
              <a:buNone/>
            </a:pPr>
            <a:endParaRPr b="0" lang="fr-FR" sz="2800" spc="-1" strike="noStrike">
              <a:solidFill>
                <a:srgbClr val="000000"/>
              </a:solidFill>
              <a:latin typeface="Arial"/>
            </a:endParaRPr>
          </a:p>
        </p:txBody>
      </p:sp>
      <p:sp>
        <p:nvSpPr>
          <p:cNvPr id="81" name="PlaceHolder 5"/>
          <p:cNvSpPr>
            <a:spLocks noGrp="1"/>
          </p:cNvSpPr>
          <p:nvPr>
            <p:ph/>
          </p:nvPr>
        </p:nvSpPr>
        <p:spPr>
          <a:xfrm>
            <a:off x="609480" y="3682800"/>
            <a:ext cx="3532320" cy="1897200"/>
          </a:xfrm>
          <a:prstGeom prst="rect">
            <a:avLst/>
          </a:prstGeom>
          <a:noFill/>
          <a:ln w="0">
            <a:noFill/>
          </a:ln>
        </p:spPr>
        <p:txBody>
          <a:bodyPr lIns="0" rIns="0" tIns="0" bIns="0" anchor="t">
            <a:normAutofit/>
          </a:bodyPr>
          <a:p>
            <a:pPr indent="0">
              <a:lnSpc>
                <a:spcPct val="90000"/>
              </a:lnSpc>
              <a:spcBef>
                <a:spcPts val="1417"/>
              </a:spcBef>
              <a:buNone/>
            </a:pPr>
            <a:endParaRPr b="0" lang="fr-FR" sz="2800" spc="-1" strike="noStrike">
              <a:solidFill>
                <a:srgbClr val="000000"/>
              </a:solidFill>
              <a:latin typeface="Arial"/>
            </a:endParaRPr>
          </a:p>
        </p:txBody>
      </p:sp>
      <p:sp>
        <p:nvSpPr>
          <p:cNvPr id="82" name="PlaceHolder 6"/>
          <p:cNvSpPr>
            <a:spLocks noGrp="1"/>
          </p:cNvSpPr>
          <p:nvPr>
            <p:ph/>
          </p:nvPr>
        </p:nvSpPr>
        <p:spPr>
          <a:xfrm>
            <a:off x="4318920" y="3682800"/>
            <a:ext cx="3532320" cy="1897200"/>
          </a:xfrm>
          <a:prstGeom prst="rect">
            <a:avLst/>
          </a:prstGeom>
          <a:noFill/>
          <a:ln w="0">
            <a:noFill/>
          </a:ln>
        </p:spPr>
        <p:txBody>
          <a:bodyPr lIns="0" rIns="0" tIns="0" bIns="0" anchor="t">
            <a:normAutofit/>
          </a:bodyPr>
          <a:p>
            <a:pPr indent="0">
              <a:lnSpc>
                <a:spcPct val="90000"/>
              </a:lnSpc>
              <a:spcBef>
                <a:spcPts val="1417"/>
              </a:spcBef>
              <a:buNone/>
            </a:pPr>
            <a:endParaRPr b="0" lang="fr-FR" sz="2800" spc="-1" strike="noStrike">
              <a:solidFill>
                <a:srgbClr val="000000"/>
              </a:solidFill>
              <a:latin typeface="Arial"/>
            </a:endParaRPr>
          </a:p>
        </p:txBody>
      </p:sp>
      <p:sp>
        <p:nvSpPr>
          <p:cNvPr id="83" name="PlaceHolder 7"/>
          <p:cNvSpPr>
            <a:spLocks noGrp="1"/>
          </p:cNvSpPr>
          <p:nvPr>
            <p:ph/>
          </p:nvPr>
        </p:nvSpPr>
        <p:spPr>
          <a:xfrm>
            <a:off x="8028000" y="3682800"/>
            <a:ext cx="3532320" cy="1897200"/>
          </a:xfrm>
          <a:prstGeom prst="rect">
            <a:avLst/>
          </a:prstGeom>
          <a:noFill/>
          <a:ln w="0">
            <a:noFill/>
          </a:ln>
        </p:spPr>
        <p:txBody>
          <a:bodyPr lIns="0" rIns="0" tIns="0" bIns="0" anchor="t">
            <a:normAutofit/>
          </a:bodyPr>
          <a:p>
            <a:pPr indent="0">
              <a:lnSpc>
                <a:spcPct val="90000"/>
              </a:lnSpc>
              <a:spcBef>
                <a:spcPts val="1417"/>
              </a:spcBef>
              <a:buNone/>
            </a:pPr>
            <a:endParaRPr b="0" lang="fr-FR" sz="2800" spc="-1" strike="noStrike">
              <a:solidFill>
                <a:srgbClr val="000000"/>
              </a:solidFill>
              <a:latin typeface="Arial"/>
            </a:endParaRPr>
          </a:p>
        </p:txBody>
      </p:sp>
      <p:sp>
        <p:nvSpPr>
          <p:cNvPr id="9" name="PlaceHolder 8"/>
          <p:cNvSpPr>
            <a:spLocks noGrp="1"/>
          </p:cNvSpPr>
          <p:nvPr>
            <p:ph type="ftr" idx="4"/>
          </p:nvPr>
        </p:nvSpPr>
        <p:spPr/>
        <p:txBody>
          <a:bodyPr/>
          <a:p>
            <a:r>
              <a:t>Footer</a:t>
            </a:r>
          </a:p>
        </p:txBody>
      </p:sp>
      <p:sp>
        <p:nvSpPr>
          <p:cNvPr id="10" name="PlaceHolder 9"/>
          <p:cNvSpPr>
            <a:spLocks noGrp="1"/>
          </p:cNvSpPr>
          <p:nvPr>
            <p:ph type="sldNum" idx="5"/>
          </p:nvPr>
        </p:nvSpPr>
        <p:spPr/>
        <p:txBody>
          <a:bodyPr/>
          <a:p>
            <a:fld id="{02211D1D-3818-47FF-ABB7-579A7CF0806B}" type="slidenum">
              <a:t>&lt;#&gt;</a:t>
            </a:fld>
          </a:p>
        </p:txBody>
      </p:sp>
      <p:sp>
        <p:nvSpPr>
          <p:cNvPr id="11" name="PlaceHolder 10"/>
          <p:cNvSpPr>
            <a:spLocks noGrp="1"/>
          </p:cNvSpPr>
          <p:nvPr>
            <p:ph type="dt" idx="6"/>
          </p:nvPr>
        </p:nvSpPr>
        <p:spPr/>
        <p:txBody>
          <a:bodyPr/>
          <a:p>
            <a:r>
              <a:rPr lang="fr-FR"/>
              <a:t/>
            </a:r>
          </a:p>
        </p:txBody>
      </p:sp>
    </p:spTree>
  </p:cSld>
</p:sldLayout>
</file>

<file path=ppt/slideLayouts/slideLayout2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7"/>
          </p:nvPr>
        </p:nvSpPr>
        <p:spPr/>
        <p:txBody>
          <a:bodyPr/>
          <a:p>
            <a:r>
              <a:t>Footer</a:t>
            </a:r>
          </a:p>
        </p:txBody>
      </p:sp>
      <p:sp>
        <p:nvSpPr>
          <p:cNvPr id="3" name="PlaceHolder 2"/>
          <p:cNvSpPr>
            <a:spLocks noGrp="1"/>
          </p:cNvSpPr>
          <p:nvPr>
            <p:ph type="sldNum" idx="8"/>
          </p:nvPr>
        </p:nvSpPr>
        <p:spPr/>
        <p:txBody>
          <a:bodyPr/>
          <a:p>
            <a:fld id="{6DB6D598-C607-4835-A5EA-3FD61B7AAAED}" type="slidenum">
              <a:t>&lt;#&gt;</a:t>
            </a:fld>
          </a:p>
        </p:txBody>
      </p:sp>
      <p:sp>
        <p:nvSpPr>
          <p:cNvPr id="4" name="PlaceHolder 3"/>
          <p:cNvSpPr>
            <a:spLocks noGrp="1"/>
          </p:cNvSpPr>
          <p:nvPr>
            <p:ph type="dt" idx="9"/>
          </p:nvPr>
        </p:nvSpPr>
        <p:spPr/>
        <p:txBody>
          <a:bodyPr/>
          <a:p>
            <a:r>
              <a:rPr lang="fr-FR"/>
              <a:t/>
            </a:r>
          </a:p>
        </p:txBody>
      </p:sp>
    </p:spTree>
  </p:cSld>
</p:sldLayout>
</file>

<file path=ppt/slideLayouts/slideLayout2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90" name="PlaceHolder 1"/>
          <p:cNvSpPr>
            <a:spLocks noGrp="1"/>
          </p:cNvSpPr>
          <p:nvPr>
            <p:ph type="title"/>
          </p:nvPr>
        </p:nvSpPr>
        <p:spPr>
          <a:xfrm>
            <a:off x="609480" y="273600"/>
            <a:ext cx="10970640" cy="1145160"/>
          </a:xfrm>
          <a:prstGeom prst="rect">
            <a:avLst/>
          </a:prstGeom>
          <a:noFill/>
          <a:ln w="0">
            <a:noFill/>
          </a:ln>
        </p:spPr>
        <p:txBody>
          <a:bodyPr lIns="0" rIns="0" tIns="0" bIns="0" anchor="ctr">
            <a:noAutofit/>
          </a:bodyPr>
          <a:p>
            <a:pPr indent="0">
              <a:buNone/>
            </a:pPr>
            <a:endParaRPr b="0" lang="fr-FR" sz="1800" spc="-1" strike="noStrike">
              <a:solidFill>
                <a:srgbClr val="000000"/>
              </a:solidFill>
              <a:latin typeface="Arial"/>
            </a:endParaRPr>
          </a:p>
        </p:txBody>
      </p:sp>
      <p:sp>
        <p:nvSpPr>
          <p:cNvPr id="91" name="PlaceHolder 2"/>
          <p:cNvSpPr>
            <a:spLocks noGrp="1"/>
          </p:cNvSpPr>
          <p:nvPr>
            <p:ph type="subTitle"/>
          </p:nvPr>
        </p:nvSpPr>
        <p:spPr>
          <a:xfrm>
            <a:off x="609480" y="1604880"/>
            <a:ext cx="10970640" cy="3978000"/>
          </a:xfrm>
          <a:prstGeom prst="rect">
            <a:avLst/>
          </a:prstGeom>
          <a:noFill/>
          <a:ln w="0">
            <a:noFill/>
          </a:ln>
        </p:spPr>
        <p:txBody>
          <a:bodyPr lIns="0" rIns="0" tIns="0" bIns="0" anchor="ctr">
            <a:noAutofit/>
          </a:bodyPr>
          <a:p>
            <a:pPr indent="0" algn="ctr">
              <a:buNone/>
            </a:pPr>
            <a:endParaRPr b="0" lang="fr-FR" sz="3200" spc="-1" strike="noStrike">
              <a:latin typeface="Arial"/>
            </a:endParaRPr>
          </a:p>
        </p:txBody>
      </p:sp>
      <p:sp>
        <p:nvSpPr>
          <p:cNvPr id="4" name="PlaceHolder 3"/>
          <p:cNvSpPr>
            <a:spLocks noGrp="1"/>
          </p:cNvSpPr>
          <p:nvPr>
            <p:ph type="ftr" idx="7"/>
          </p:nvPr>
        </p:nvSpPr>
        <p:spPr/>
        <p:txBody>
          <a:bodyPr/>
          <a:p>
            <a:r>
              <a:t>Footer</a:t>
            </a:r>
          </a:p>
        </p:txBody>
      </p:sp>
      <p:sp>
        <p:nvSpPr>
          <p:cNvPr id="5" name="PlaceHolder 4"/>
          <p:cNvSpPr>
            <a:spLocks noGrp="1"/>
          </p:cNvSpPr>
          <p:nvPr>
            <p:ph type="sldNum" idx="8"/>
          </p:nvPr>
        </p:nvSpPr>
        <p:spPr/>
        <p:txBody>
          <a:bodyPr/>
          <a:p>
            <a:fld id="{B172EBF4-E6FB-4B09-AE7C-AF2A497B7B80}" type="slidenum">
              <a:t>&lt;#&gt;</a:t>
            </a:fld>
          </a:p>
        </p:txBody>
      </p:sp>
      <p:sp>
        <p:nvSpPr>
          <p:cNvPr id="6" name="PlaceHolder 5"/>
          <p:cNvSpPr>
            <a:spLocks noGrp="1"/>
          </p:cNvSpPr>
          <p:nvPr>
            <p:ph type="dt" idx="9"/>
          </p:nvPr>
        </p:nvSpPr>
        <p:spPr/>
        <p:txBody>
          <a:bodyPr/>
          <a:p>
            <a:r>
              <a:rPr lang="fr-FR"/>
              <a:t/>
            </a:r>
          </a:p>
        </p:txBody>
      </p:sp>
    </p:spTree>
  </p:cSld>
</p:sldLayout>
</file>

<file path=ppt/slideLayouts/slideLayout2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92" name="PlaceHolder 1"/>
          <p:cNvSpPr>
            <a:spLocks noGrp="1"/>
          </p:cNvSpPr>
          <p:nvPr>
            <p:ph type="title"/>
          </p:nvPr>
        </p:nvSpPr>
        <p:spPr>
          <a:xfrm>
            <a:off x="609480" y="273600"/>
            <a:ext cx="10970640" cy="1145160"/>
          </a:xfrm>
          <a:prstGeom prst="rect">
            <a:avLst/>
          </a:prstGeom>
          <a:noFill/>
          <a:ln w="0">
            <a:noFill/>
          </a:ln>
        </p:spPr>
        <p:txBody>
          <a:bodyPr lIns="0" rIns="0" tIns="0" bIns="0" anchor="ctr">
            <a:noAutofit/>
          </a:bodyPr>
          <a:p>
            <a:pPr indent="0">
              <a:buNone/>
            </a:pPr>
            <a:endParaRPr b="0" lang="fr-FR" sz="1800" spc="-1" strike="noStrike">
              <a:solidFill>
                <a:srgbClr val="000000"/>
              </a:solidFill>
              <a:latin typeface="Arial"/>
            </a:endParaRPr>
          </a:p>
        </p:txBody>
      </p:sp>
      <p:sp>
        <p:nvSpPr>
          <p:cNvPr id="93" name="PlaceHolder 2"/>
          <p:cNvSpPr>
            <a:spLocks noGrp="1"/>
          </p:cNvSpPr>
          <p:nvPr>
            <p:ph/>
          </p:nvPr>
        </p:nvSpPr>
        <p:spPr>
          <a:xfrm>
            <a:off x="609480" y="1604880"/>
            <a:ext cx="10970640" cy="3978000"/>
          </a:xfrm>
          <a:prstGeom prst="rect">
            <a:avLst/>
          </a:prstGeom>
          <a:noFill/>
          <a:ln w="0">
            <a:noFill/>
          </a:ln>
        </p:spPr>
        <p:txBody>
          <a:bodyPr lIns="0" rIns="0" tIns="0" bIns="0" anchor="t">
            <a:normAutofit/>
          </a:bodyPr>
          <a:p>
            <a:pPr indent="0">
              <a:lnSpc>
                <a:spcPct val="90000"/>
              </a:lnSpc>
              <a:spcBef>
                <a:spcPts val="1417"/>
              </a:spcBef>
              <a:buNone/>
            </a:pPr>
            <a:endParaRPr b="0" lang="fr-FR" sz="2800" spc="-1" strike="noStrike">
              <a:solidFill>
                <a:srgbClr val="000000"/>
              </a:solidFill>
              <a:latin typeface="Arial"/>
            </a:endParaRPr>
          </a:p>
        </p:txBody>
      </p:sp>
      <p:sp>
        <p:nvSpPr>
          <p:cNvPr id="4" name="PlaceHolder 3"/>
          <p:cNvSpPr>
            <a:spLocks noGrp="1"/>
          </p:cNvSpPr>
          <p:nvPr>
            <p:ph type="ftr" idx="7"/>
          </p:nvPr>
        </p:nvSpPr>
        <p:spPr/>
        <p:txBody>
          <a:bodyPr/>
          <a:p>
            <a:r>
              <a:t>Footer</a:t>
            </a:r>
          </a:p>
        </p:txBody>
      </p:sp>
      <p:sp>
        <p:nvSpPr>
          <p:cNvPr id="5" name="PlaceHolder 4"/>
          <p:cNvSpPr>
            <a:spLocks noGrp="1"/>
          </p:cNvSpPr>
          <p:nvPr>
            <p:ph type="sldNum" idx="8"/>
          </p:nvPr>
        </p:nvSpPr>
        <p:spPr/>
        <p:txBody>
          <a:bodyPr/>
          <a:p>
            <a:fld id="{31CB175F-A4E6-42DD-A381-0F43EDB5E7F2}" type="slidenum">
              <a:t>&lt;#&gt;</a:t>
            </a:fld>
          </a:p>
        </p:txBody>
      </p:sp>
      <p:sp>
        <p:nvSpPr>
          <p:cNvPr id="6" name="PlaceHolder 5"/>
          <p:cNvSpPr>
            <a:spLocks noGrp="1"/>
          </p:cNvSpPr>
          <p:nvPr>
            <p:ph type="dt" idx="9"/>
          </p:nvPr>
        </p:nvSpPr>
        <p:spPr/>
        <p:txBody>
          <a:bodyPr/>
          <a:p>
            <a:r>
              <a:rPr lang="fr-FR"/>
              <a:t/>
            </a:r>
          </a:p>
        </p:txBody>
      </p:sp>
    </p:spTree>
  </p:cSld>
</p:sldLayout>
</file>

<file path=ppt/slideLayouts/slideLayout2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94" name="PlaceHolder 1"/>
          <p:cNvSpPr>
            <a:spLocks noGrp="1"/>
          </p:cNvSpPr>
          <p:nvPr>
            <p:ph type="title"/>
          </p:nvPr>
        </p:nvSpPr>
        <p:spPr>
          <a:xfrm>
            <a:off x="609480" y="273600"/>
            <a:ext cx="10970640" cy="1145160"/>
          </a:xfrm>
          <a:prstGeom prst="rect">
            <a:avLst/>
          </a:prstGeom>
          <a:noFill/>
          <a:ln w="0">
            <a:noFill/>
          </a:ln>
        </p:spPr>
        <p:txBody>
          <a:bodyPr lIns="0" rIns="0" tIns="0" bIns="0" anchor="ctr">
            <a:noAutofit/>
          </a:bodyPr>
          <a:p>
            <a:pPr indent="0">
              <a:buNone/>
            </a:pPr>
            <a:endParaRPr b="0" lang="fr-FR" sz="1800" spc="-1" strike="noStrike">
              <a:solidFill>
                <a:srgbClr val="000000"/>
              </a:solidFill>
              <a:latin typeface="Arial"/>
            </a:endParaRPr>
          </a:p>
        </p:txBody>
      </p:sp>
      <p:sp>
        <p:nvSpPr>
          <p:cNvPr id="95" name="PlaceHolder 2"/>
          <p:cNvSpPr>
            <a:spLocks noGrp="1"/>
          </p:cNvSpPr>
          <p:nvPr>
            <p:ph/>
          </p:nvPr>
        </p:nvSpPr>
        <p:spPr>
          <a:xfrm>
            <a:off x="609480" y="1604880"/>
            <a:ext cx="5353560" cy="3978000"/>
          </a:xfrm>
          <a:prstGeom prst="rect">
            <a:avLst/>
          </a:prstGeom>
          <a:noFill/>
          <a:ln w="0">
            <a:noFill/>
          </a:ln>
        </p:spPr>
        <p:txBody>
          <a:bodyPr lIns="0" rIns="0" tIns="0" bIns="0" anchor="t">
            <a:normAutofit/>
          </a:bodyPr>
          <a:p>
            <a:pPr indent="0">
              <a:lnSpc>
                <a:spcPct val="90000"/>
              </a:lnSpc>
              <a:spcBef>
                <a:spcPts val="1417"/>
              </a:spcBef>
              <a:buNone/>
            </a:pPr>
            <a:endParaRPr b="0" lang="fr-FR" sz="2800" spc="-1" strike="noStrike">
              <a:solidFill>
                <a:srgbClr val="000000"/>
              </a:solidFill>
              <a:latin typeface="Arial"/>
            </a:endParaRPr>
          </a:p>
        </p:txBody>
      </p:sp>
      <p:sp>
        <p:nvSpPr>
          <p:cNvPr id="96" name="PlaceHolder 3"/>
          <p:cNvSpPr>
            <a:spLocks noGrp="1"/>
          </p:cNvSpPr>
          <p:nvPr>
            <p:ph/>
          </p:nvPr>
        </p:nvSpPr>
        <p:spPr>
          <a:xfrm>
            <a:off x="6231240" y="1604880"/>
            <a:ext cx="5353560" cy="3978000"/>
          </a:xfrm>
          <a:prstGeom prst="rect">
            <a:avLst/>
          </a:prstGeom>
          <a:noFill/>
          <a:ln w="0">
            <a:noFill/>
          </a:ln>
        </p:spPr>
        <p:txBody>
          <a:bodyPr lIns="0" rIns="0" tIns="0" bIns="0" anchor="t">
            <a:normAutofit/>
          </a:bodyPr>
          <a:p>
            <a:pPr indent="0">
              <a:lnSpc>
                <a:spcPct val="90000"/>
              </a:lnSpc>
              <a:spcBef>
                <a:spcPts val="1417"/>
              </a:spcBef>
              <a:buNone/>
            </a:pPr>
            <a:endParaRPr b="0" lang="fr-FR" sz="2800" spc="-1" strike="noStrike">
              <a:solidFill>
                <a:srgbClr val="000000"/>
              </a:solidFill>
              <a:latin typeface="Arial"/>
            </a:endParaRPr>
          </a:p>
        </p:txBody>
      </p:sp>
      <p:sp>
        <p:nvSpPr>
          <p:cNvPr id="5" name="PlaceHolder 4"/>
          <p:cNvSpPr>
            <a:spLocks noGrp="1"/>
          </p:cNvSpPr>
          <p:nvPr>
            <p:ph type="ftr" idx="7"/>
          </p:nvPr>
        </p:nvSpPr>
        <p:spPr/>
        <p:txBody>
          <a:bodyPr/>
          <a:p>
            <a:r>
              <a:t>Footer</a:t>
            </a:r>
          </a:p>
        </p:txBody>
      </p:sp>
      <p:sp>
        <p:nvSpPr>
          <p:cNvPr id="6" name="PlaceHolder 5"/>
          <p:cNvSpPr>
            <a:spLocks noGrp="1"/>
          </p:cNvSpPr>
          <p:nvPr>
            <p:ph type="sldNum" idx="8"/>
          </p:nvPr>
        </p:nvSpPr>
        <p:spPr/>
        <p:txBody>
          <a:bodyPr/>
          <a:p>
            <a:fld id="{855B9FF0-1DBD-4B4D-A5DC-F36BB4DA3E0F}" type="slidenum">
              <a:t>&lt;#&gt;</a:t>
            </a:fld>
          </a:p>
        </p:txBody>
      </p:sp>
      <p:sp>
        <p:nvSpPr>
          <p:cNvPr id="7" name="PlaceHolder 6"/>
          <p:cNvSpPr>
            <a:spLocks noGrp="1"/>
          </p:cNvSpPr>
          <p:nvPr>
            <p:ph type="dt" idx="9"/>
          </p:nvPr>
        </p:nvSpPr>
        <p:spPr/>
        <p:txBody>
          <a:bodyPr/>
          <a:p>
            <a:r>
              <a:rPr lang="fr-FR"/>
              <a:t/>
            </a:r>
          </a:p>
        </p:txBody>
      </p:sp>
    </p:spTree>
  </p:cSld>
</p:sldLayout>
</file>

<file path=ppt/slideLayouts/slideLayout2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97" name="PlaceHolder 1"/>
          <p:cNvSpPr>
            <a:spLocks noGrp="1"/>
          </p:cNvSpPr>
          <p:nvPr>
            <p:ph type="title"/>
          </p:nvPr>
        </p:nvSpPr>
        <p:spPr>
          <a:xfrm>
            <a:off x="609480" y="273600"/>
            <a:ext cx="10970640" cy="1145160"/>
          </a:xfrm>
          <a:prstGeom prst="rect">
            <a:avLst/>
          </a:prstGeom>
          <a:noFill/>
          <a:ln w="0">
            <a:noFill/>
          </a:ln>
        </p:spPr>
        <p:txBody>
          <a:bodyPr lIns="0" rIns="0" tIns="0" bIns="0" anchor="ctr">
            <a:noAutofit/>
          </a:bodyPr>
          <a:p>
            <a:pPr indent="0">
              <a:buNone/>
            </a:pPr>
            <a:endParaRPr b="0" lang="fr-FR" sz="1800" spc="-1" strike="noStrike">
              <a:solidFill>
                <a:srgbClr val="000000"/>
              </a:solidFill>
              <a:latin typeface="Arial"/>
            </a:endParaRPr>
          </a:p>
        </p:txBody>
      </p:sp>
      <p:sp>
        <p:nvSpPr>
          <p:cNvPr id="3" name="PlaceHolder 2"/>
          <p:cNvSpPr>
            <a:spLocks noGrp="1"/>
          </p:cNvSpPr>
          <p:nvPr>
            <p:ph type="ftr" idx="7"/>
          </p:nvPr>
        </p:nvSpPr>
        <p:spPr/>
        <p:txBody>
          <a:bodyPr/>
          <a:p>
            <a:r>
              <a:t>Footer</a:t>
            </a:r>
          </a:p>
        </p:txBody>
      </p:sp>
      <p:sp>
        <p:nvSpPr>
          <p:cNvPr id="4" name="PlaceHolder 3"/>
          <p:cNvSpPr>
            <a:spLocks noGrp="1"/>
          </p:cNvSpPr>
          <p:nvPr>
            <p:ph type="sldNum" idx="8"/>
          </p:nvPr>
        </p:nvSpPr>
        <p:spPr/>
        <p:txBody>
          <a:bodyPr/>
          <a:p>
            <a:fld id="{70A2B27D-1D01-4743-AA3F-A1B68F83586B}" type="slidenum">
              <a:t>&lt;#&gt;</a:t>
            </a:fld>
          </a:p>
        </p:txBody>
      </p:sp>
      <p:sp>
        <p:nvSpPr>
          <p:cNvPr id="5" name="PlaceHolder 4"/>
          <p:cNvSpPr>
            <a:spLocks noGrp="1"/>
          </p:cNvSpPr>
          <p:nvPr>
            <p:ph type="dt" idx="9"/>
          </p:nvPr>
        </p:nvSpPr>
        <p:spPr/>
        <p:txBody>
          <a:bodyPr/>
          <a:p>
            <a:r>
              <a:rPr lang="fr-FR"/>
              <a:t/>
            </a:r>
          </a:p>
        </p:txBody>
      </p:sp>
    </p:spTree>
  </p:cSld>
</p:sldLayout>
</file>

<file path=ppt/slideLayouts/slideLayout3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98" name="PlaceHolder 1"/>
          <p:cNvSpPr>
            <a:spLocks noGrp="1"/>
          </p:cNvSpPr>
          <p:nvPr>
            <p:ph type="subTitle"/>
          </p:nvPr>
        </p:nvSpPr>
        <p:spPr>
          <a:xfrm>
            <a:off x="609480" y="273600"/>
            <a:ext cx="10970640" cy="5309640"/>
          </a:xfrm>
          <a:prstGeom prst="rect">
            <a:avLst/>
          </a:prstGeom>
          <a:noFill/>
          <a:ln w="0">
            <a:noFill/>
          </a:ln>
        </p:spPr>
        <p:txBody>
          <a:bodyPr lIns="0" rIns="0" tIns="0" bIns="0" anchor="ctr">
            <a:noAutofit/>
          </a:bodyPr>
          <a:p>
            <a:pPr algn="ctr"/>
            <a:endParaRPr b="0" lang="fr-FR" sz="3200" spc="-1" strike="noStrike">
              <a:latin typeface="Arial"/>
            </a:endParaRPr>
          </a:p>
        </p:txBody>
      </p:sp>
      <p:sp>
        <p:nvSpPr>
          <p:cNvPr id="3" name="PlaceHolder 2"/>
          <p:cNvSpPr>
            <a:spLocks noGrp="1"/>
          </p:cNvSpPr>
          <p:nvPr>
            <p:ph type="ftr" idx="7"/>
          </p:nvPr>
        </p:nvSpPr>
        <p:spPr/>
        <p:txBody>
          <a:bodyPr/>
          <a:p>
            <a:r>
              <a:t>Footer</a:t>
            </a:r>
          </a:p>
        </p:txBody>
      </p:sp>
      <p:sp>
        <p:nvSpPr>
          <p:cNvPr id="4" name="PlaceHolder 3"/>
          <p:cNvSpPr>
            <a:spLocks noGrp="1"/>
          </p:cNvSpPr>
          <p:nvPr>
            <p:ph type="sldNum" idx="8"/>
          </p:nvPr>
        </p:nvSpPr>
        <p:spPr/>
        <p:txBody>
          <a:bodyPr/>
          <a:p>
            <a:fld id="{229F4110-621B-4832-A549-F1644702870E}" type="slidenum">
              <a:t>&lt;#&gt;</a:t>
            </a:fld>
          </a:p>
        </p:txBody>
      </p:sp>
      <p:sp>
        <p:nvSpPr>
          <p:cNvPr id="5" name="PlaceHolder 4"/>
          <p:cNvSpPr>
            <a:spLocks noGrp="1"/>
          </p:cNvSpPr>
          <p:nvPr>
            <p:ph type="dt" idx="9"/>
          </p:nvPr>
        </p:nvSpPr>
        <p:spPr/>
        <p:txBody>
          <a:bodyPr/>
          <a:p>
            <a:r>
              <a:rPr lang="fr-FR"/>
              <a:t/>
            </a:r>
          </a:p>
        </p:txBody>
      </p:sp>
    </p:spTree>
  </p:cSld>
</p:sldLayout>
</file>

<file path=ppt/slideLayouts/slideLayout3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99" name="PlaceHolder 1"/>
          <p:cNvSpPr>
            <a:spLocks noGrp="1"/>
          </p:cNvSpPr>
          <p:nvPr>
            <p:ph type="title"/>
          </p:nvPr>
        </p:nvSpPr>
        <p:spPr>
          <a:xfrm>
            <a:off x="609480" y="273600"/>
            <a:ext cx="10970640" cy="1145160"/>
          </a:xfrm>
          <a:prstGeom prst="rect">
            <a:avLst/>
          </a:prstGeom>
          <a:noFill/>
          <a:ln w="0">
            <a:noFill/>
          </a:ln>
        </p:spPr>
        <p:txBody>
          <a:bodyPr lIns="0" rIns="0" tIns="0" bIns="0" anchor="ctr">
            <a:noAutofit/>
          </a:bodyPr>
          <a:p>
            <a:pPr indent="0">
              <a:buNone/>
            </a:pPr>
            <a:endParaRPr b="0" lang="fr-FR" sz="1800" spc="-1" strike="noStrike">
              <a:solidFill>
                <a:srgbClr val="000000"/>
              </a:solidFill>
              <a:latin typeface="Arial"/>
            </a:endParaRPr>
          </a:p>
        </p:txBody>
      </p:sp>
      <p:sp>
        <p:nvSpPr>
          <p:cNvPr id="100" name="PlaceHolder 2"/>
          <p:cNvSpPr>
            <a:spLocks noGrp="1"/>
          </p:cNvSpPr>
          <p:nvPr>
            <p:ph/>
          </p:nvPr>
        </p:nvSpPr>
        <p:spPr>
          <a:xfrm>
            <a:off x="609480" y="1604880"/>
            <a:ext cx="5353560" cy="1897200"/>
          </a:xfrm>
          <a:prstGeom prst="rect">
            <a:avLst/>
          </a:prstGeom>
          <a:noFill/>
          <a:ln w="0">
            <a:noFill/>
          </a:ln>
        </p:spPr>
        <p:txBody>
          <a:bodyPr lIns="0" rIns="0" tIns="0" bIns="0" anchor="t">
            <a:normAutofit/>
          </a:bodyPr>
          <a:p>
            <a:pPr indent="0">
              <a:lnSpc>
                <a:spcPct val="90000"/>
              </a:lnSpc>
              <a:spcBef>
                <a:spcPts val="1417"/>
              </a:spcBef>
              <a:buNone/>
            </a:pPr>
            <a:endParaRPr b="0" lang="fr-FR" sz="2800" spc="-1" strike="noStrike">
              <a:solidFill>
                <a:srgbClr val="000000"/>
              </a:solidFill>
              <a:latin typeface="Arial"/>
            </a:endParaRPr>
          </a:p>
        </p:txBody>
      </p:sp>
      <p:sp>
        <p:nvSpPr>
          <p:cNvPr id="101" name="PlaceHolder 3"/>
          <p:cNvSpPr>
            <a:spLocks noGrp="1"/>
          </p:cNvSpPr>
          <p:nvPr>
            <p:ph/>
          </p:nvPr>
        </p:nvSpPr>
        <p:spPr>
          <a:xfrm>
            <a:off x="6231240" y="1604880"/>
            <a:ext cx="5353560" cy="3978000"/>
          </a:xfrm>
          <a:prstGeom prst="rect">
            <a:avLst/>
          </a:prstGeom>
          <a:noFill/>
          <a:ln w="0">
            <a:noFill/>
          </a:ln>
        </p:spPr>
        <p:txBody>
          <a:bodyPr lIns="0" rIns="0" tIns="0" bIns="0" anchor="t">
            <a:normAutofit/>
          </a:bodyPr>
          <a:p>
            <a:pPr indent="0">
              <a:lnSpc>
                <a:spcPct val="90000"/>
              </a:lnSpc>
              <a:spcBef>
                <a:spcPts val="1417"/>
              </a:spcBef>
              <a:buNone/>
            </a:pPr>
            <a:endParaRPr b="0" lang="fr-FR" sz="2800" spc="-1" strike="noStrike">
              <a:solidFill>
                <a:srgbClr val="000000"/>
              </a:solidFill>
              <a:latin typeface="Arial"/>
            </a:endParaRPr>
          </a:p>
        </p:txBody>
      </p:sp>
      <p:sp>
        <p:nvSpPr>
          <p:cNvPr id="102" name="PlaceHolder 4"/>
          <p:cNvSpPr>
            <a:spLocks noGrp="1"/>
          </p:cNvSpPr>
          <p:nvPr>
            <p:ph/>
          </p:nvPr>
        </p:nvSpPr>
        <p:spPr>
          <a:xfrm>
            <a:off x="609480" y="3682800"/>
            <a:ext cx="5353560" cy="1897200"/>
          </a:xfrm>
          <a:prstGeom prst="rect">
            <a:avLst/>
          </a:prstGeom>
          <a:noFill/>
          <a:ln w="0">
            <a:noFill/>
          </a:ln>
        </p:spPr>
        <p:txBody>
          <a:bodyPr lIns="0" rIns="0" tIns="0" bIns="0" anchor="t">
            <a:normAutofit/>
          </a:bodyPr>
          <a:p>
            <a:pPr indent="0">
              <a:lnSpc>
                <a:spcPct val="90000"/>
              </a:lnSpc>
              <a:spcBef>
                <a:spcPts val="1417"/>
              </a:spcBef>
              <a:buNone/>
            </a:pPr>
            <a:endParaRPr b="0" lang="fr-FR" sz="2800" spc="-1" strike="noStrike">
              <a:solidFill>
                <a:srgbClr val="000000"/>
              </a:solidFill>
              <a:latin typeface="Arial"/>
            </a:endParaRPr>
          </a:p>
        </p:txBody>
      </p:sp>
      <p:sp>
        <p:nvSpPr>
          <p:cNvPr id="6" name="PlaceHolder 5"/>
          <p:cNvSpPr>
            <a:spLocks noGrp="1"/>
          </p:cNvSpPr>
          <p:nvPr>
            <p:ph type="ftr" idx="7"/>
          </p:nvPr>
        </p:nvSpPr>
        <p:spPr/>
        <p:txBody>
          <a:bodyPr/>
          <a:p>
            <a:r>
              <a:t>Footer</a:t>
            </a:r>
          </a:p>
        </p:txBody>
      </p:sp>
      <p:sp>
        <p:nvSpPr>
          <p:cNvPr id="7" name="PlaceHolder 6"/>
          <p:cNvSpPr>
            <a:spLocks noGrp="1"/>
          </p:cNvSpPr>
          <p:nvPr>
            <p:ph type="sldNum" idx="8"/>
          </p:nvPr>
        </p:nvSpPr>
        <p:spPr/>
        <p:txBody>
          <a:bodyPr/>
          <a:p>
            <a:fld id="{7F46A2E1-7142-4046-936D-0808CDB2B68C}" type="slidenum">
              <a:t>&lt;#&gt;</a:t>
            </a:fld>
          </a:p>
        </p:txBody>
      </p:sp>
      <p:sp>
        <p:nvSpPr>
          <p:cNvPr id="8" name="PlaceHolder 7"/>
          <p:cNvSpPr>
            <a:spLocks noGrp="1"/>
          </p:cNvSpPr>
          <p:nvPr>
            <p:ph type="dt" idx="9"/>
          </p:nvPr>
        </p:nvSpPr>
        <p:spPr/>
        <p:txBody>
          <a:bodyPr/>
          <a:p>
            <a:r>
              <a:rPr lang="fr-FR"/>
              <a:t/>
            </a:r>
          </a:p>
        </p:txBody>
      </p:sp>
    </p:spTree>
  </p:cSld>
</p:sldLayout>
</file>

<file path=ppt/slideLayouts/slideLayout3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03" name="PlaceHolder 1"/>
          <p:cNvSpPr>
            <a:spLocks noGrp="1"/>
          </p:cNvSpPr>
          <p:nvPr>
            <p:ph type="title"/>
          </p:nvPr>
        </p:nvSpPr>
        <p:spPr>
          <a:xfrm>
            <a:off x="609480" y="273600"/>
            <a:ext cx="10970640" cy="1145160"/>
          </a:xfrm>
          <a:prstGeom prst="rect">
            <a:avLst/>
          </a:prstGeom>
          <a:noFill/>
          <a:ln w="0">
            <a:noFill/>
          </a:ln>
        </p:spPr>
        <p:txBody>
          <a:bodyPr lIns="0" rIns="0" tIns="0" bIns="0" anchor="ctr">
            <a:noAutofit/>
          </a:bodyPr>
          <a:p>
            <a:pPr indent="0">
              <a:buNone/>
            </a:pPr>
            <a:endParaRPr b="0" lang="fr-FR" sz="1800" spc="-1" strike="noStrike">
              <a:solidFill>
                <a:srgbClr val="000000"/>
              </a:solidFill>
              <a:latin typeface="Arial"/>
            </a:endParaRPr>
          </a:p>
        </p:txBody>
      </p:sp>
      <p:sp>
        <p:nvSpPr>
          <p:cNvPr id="104" name="PlaceHolder 2"/>
          <p:cNvSpPr>
            <a:spLocks noGrp="1"/>
          </p:cNvSpPr>
          <p:nvPr>
            <p:ph/>
          </p:nvPr>
        </p:nvSpPr>
        <p:spPr>
          <a:xfrm>
            <a:off x="609480" y="1604880"/>
            <a:ext cx="5353560" cy="3978000"/>
          </a:xfrm>
          <a:prstGeom prst="rect">
            <a:avLst/>
          </a:prstGeom>
          <a:noFill/>
          <a:ln w="0">
            <a:noFill/>
          </a:ln>
        </p:spPr>
        <p:txBody>
          <a:bodyPr lIns="0" rIns="0" tIns="0" bIns="0" anchor="t">
            <a:normAutofit/>
          </a:bodyPr>
          <a:p>
            <a:pPr indent="0">
              <a:lnSpc>
                <a:spcPct val="90000"/>
              </a:lnSpc>
              <a:spcBef>
                <a:spcPts val="1417"/>
              </a:spcBef>
              <a:buNone/>
            </a:pPr>
            <a:endParaRPr b="0" lang="fr-FR" sz="2800" spc="-1" strike="noStrike">
              <a:solidFill>
                <a:srgbClr val="000000"/>
              </a:solidFill>
              <a:latin typeface="Arial"/>
            </a:endParaRPr>
          </a:p>
        </p:txBody>
      </p:sp>
      <p:sp>
        <p:nvSpPr>
          <p:cNvPr id="105" name="PlaceHolder 3"/>
          <p:cNvSpPr>
            <a:spLocks noGrp="1"/>
          </p:cNvSpPr>
          <p:nvPr>
            <p:ph/>
          </p:nvPr>
        </p:nvSpPr>
        <p:spPr>
          <a:xfrm>
            <a:off x="6231240" y="1604880"/>
            <a:ext cx="5353560" cy="1897200"/>
          </a:xfrm>
          <a:prstGeom prst="rect">
            <a:avLst/>
          </a:prstGeom>
          <a:noFill/>
          <a:ln w="0">
            <a:noFill/>
          </a:ln>
        </p:spPr>
        <p:txBody>
          <a:bodyPr lIns="0" rIns="0" tIns="0" bIns="0" anchor="t">
            <a:normAutofit/>
          </a:bodyPr>
          <a:p>
            <a:pPr indent="0">
              <a:lnSpc>
                <a:spcPct val="90000"/>
              </a:lnSpc>
              <a:spcBef>
                <a:spcPts val="1417"/>
              </a:spcBef>
              <a:buNone/>
            </a:pPr>
            <a:endParaRPr b="0" lang="fr-FR" sz="2800" spc="-1" strike="noStrike">
              <a:solidFill>
                <a:srgbClr val="000000"/>
              </a:solidFill>
              <a:latin typeface="Arial"/>
            </a:endParaRPr>
          </a:p>
        </p:txBody>
      </p:sp>
      <p:sp>
        <p:nvSpPr>
          <p:cNvPr id="106" name="PlaceHolder 4"/>
          <p:cNvSpPr>
            <a:spLocks noGrp="1"/>
          </p:cNvSpPr>
          <p:nvPr>
            <p:ph/>
          </p:nvPr>
        </p:nvSpPr>
        <p:spPr>
          <a:xfrm>
            <a:off x="6231240" y="3682800"/>
            <a:ext cx="5353560" cy="1897200"/>
          </a:xfrm>
          <a:prstGeom prst="rect">
            <a:avLst/>
          </a:prstGeom>
          <a:noFill/>
          <a:ln w="0">
            <a:noFill/>
          </a:ln>
        </p:spPr>
        <p:txBody>
          <a:bodyPr lIns="0" rIns="0" tIns="0" bIns="0" anchor="t">
            <a:normAutofit/>
          </a:bodyPr>
          <a:p>
            <a:pPr indent="0">
              <a:lnSpc>
                <a:spcPct val="90000"/>
              </a:lnSpc>
              <a:spcBef>
                <a:spcPts val="1417"/>
              </a:spcBef>
              <a:buNone/>
            </a:pPr>
            <a:endParaRPr b="0" lang="fr-FR" sz="2800" spc="-1" strike="noStrike">
              <a:solidFill>
                <a:srgbClr val="000000"/>
              </a:solidFill>
              <a:latin typeface="Arial"/>
            </a:endParaRPr>
          </a:p>
        </p:txBody>
      </p:sp>
      <p:sp>
        <p:nvSpPr>
          <p:cNvPr id="6" name="PlaceHolder 5"/>
          <p:cNvSpPr>
            <a:spLocks noGrp="1"/>
          </p:cNvSpPr>
          <p:nvPr>
            <p:ph type="ftr" idx="7"/>
          </p:nvPr>
        </p:nvSpPr>
        <p:spPr/>
        <p:txBody>
          <a:bodyPr/>
          <a:p>
            <a:r>
              <a:t>Footer</a:t>
            </a:r>
          </a:p>
        </p:txBody>
      </p:sp>
      <p:sp>
        <p:nvSpPr>
          <p:cNvPr id="7" name="PlaceHolder 6"/>
          <p:cNvSpPr>
            <a:spLocks noGrp="1"/>
          </p:cNvSpPr>
          <p:nvPr>
            <p:ph type="sldNum" idx="8"/>
          </p:nvPr>
        </p:nvSpPr>
        <p:spPr/>
        <p:txBody>
          <a:bodyPr/>
          <a:p>
            <a:fld id="{47625AA6-0E4C-47E0-B425-36375ED0CF40}" type="slidenum">
              <a:t>&lt;#&gt;</a:t>
            </a:fld>
          </a:p>
        </p:txBody>
      </p:sp>
      <p:sp>
        <p:nvSpPr>
          <p:cNvPr id="8" name="PlaceHolder 7"/>
          <p:cNvSpPr>
            <a:spLocks noGrp="1"/>
          </p:cNvSpPr>
          <p:nvPr>
            <p:ph type="dt" idx="9"/>
          </p:nvPr>
        </p:nvSpPr>
        <p:spPr/>
        <p:txBody>
          <a:bodyPr/>
          <a:p>
            <a:r>
              <a:rPr lang="fr-FR"/>
              <a:t/>
            </a:r>
          </a:p>
        </p:txBody>
      </p:sp>
    </p:spTree>
  </p:cSld>
</p:sldLayout>
</file>

<file path=ppt/slideLayouts/slideLayout3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07" name="PlaceHolder 1"/>
          <p:cNvSpPr>
            <a:spLocks noGrp="1"/>
          </p:cNvSpPr>
          <p:nvPr>
            <p:ph type="title"/>
          </p:nvPr>
        </p:nvSpPr>
        <p:spPr>
          <a:xfrm>
            <a:off x="609480" y="273600"/>
            <a:ext cx="10970640" cy="1145160"/>
          </a:xfrm>
          <a:prstGeom prst="rect">
            <a:avLst/>
          </a:prstGeom>
          <a:noFill/>
          <a:ln w="0">
            <a:noFill/>
          </a:ln>
        </p:spPr>
        <p:txBody>
          <a:bodyPr lIns="0" rIns="0" tIns="0" bIns="0" anchor="ctr">
            <a:noAutofit/>
          </a:bodyPr>
          <a:p>
            <a:pPr indent="0">
              <a:buNone/>
            </a:pPr>
            <a:endParaRPr b="0" lang="fr-FR" sz="1800" spc="-1" strike="noStrike">
              <a:solidFill>
                <a:srgbClr val="000000"/>
              </a:solidFill>
              <a:latin typeface="Arial"/>
            </a:endParaRPr>
          </a:p>
        </p:txBody>
      </p:sp>
      <p:sp>
        <p:nvSpPr>
          <p:cNvPr id="108" name="PlaceHolder 2"/>
          <p:cNvSpPr>
            <a:spLocks noGrp="1"/>
          </p:cNvSpPr>
          <p:nvPr>
            <p:ph/>
          </p:nvPr>
        </p:nvSpPr>
        <p:spPr>
          <a:xfrm>
            <a:off x="609480" y="1604880"/>
            <a:ext cx="5353560" cy="1897200"/>
          </a:xfrm>
          <a:prstGeom prst="rect">
            <a:avLst/>
          </a:prstGeom>
          <a:noFill/>
          <a:ln w="0">
            <a:noFill/>
          </a:ln>
        </p:spPr>
        <p:txBody>
          <a:bodyPr lIns="0" rIns="0" tIns="0" bIns="0" anchor="t">
            <a:normAutofit/>
          </a:bodyPr>
          <a:p>
            <a:pPr indent="0">
              <a:lnSpc>
                <a:spcPct val="90000"/>
              </a:lnSpc>
              <a:spcBef>
                <a:spcPts val="1417"/>
              </a:spcBef>
              <a:buNone/>
            </a:pPr>
            <a:endParaRPr b="0" lang="fr-FR" sz="2800" spc="-1" strike="noStrike">
              <a:solidFill>
                <a:srgbClr val="000000"/>
              </a:solidFill>
              <a:latin typeface="Arial"/>
            </a:endParaRPr>
          </a:p>
        </p:txBody>
      </p:sp>
      <p:sp>
        <p:nvSpPr>
          <p:cNvPr id="109" name="PlaceHolder 3"/>
          <p:cNvSpPr>
            <a:spLocks noGrp="1"/>
          </p:cNvSpPr>
          <p:nvPr>
            <p:ph/>
          </p:nvPr>
        </p:nvSpPr>
        <p:spPr>
          <a:xfrm>
            <a:off x="6231240" y="1604880"/>
            <a:ext cx="5353560" cy="1897200"/>
          </a:xfrm>
          <a:prstGeom prst="rect">
            <a:avLst/>
          </a:prstGeom>
          <a:noFill/>
          <a:ln w="0">
            <a:noFill/>
          </a:ln>
        </p:spPr>
        <p:txBody>
          <a:bodyPr lIns="0" rIns="0" tIns="0" bIns="0" anchor="t">
            <a:normAutofit/>
          </a:bodyPr>
          <a:p>
            <a:pPr indent="0">
              <a:lnSpc>
                <a:spcPct val="90000"/>
              </a:lnSpc>
              <a:spcBef>
                <a:spcPts val="1417"/>
              </a:spcBef>
              <a:buNone/>
            </a:pPr>
            <a:endParaRPr b="0" lang="fr-FR" sz="2800" spc="-1" strike="noStrike">
              <a:solidFill>
                <a:srgbClr val="000000"/>
              </a:solidFill>
              <a:latin typeface="Arial"/>
            </a:endParaRPr>
          </a:p>
        </p:txBody>
      </p:sp>
      <p:sp>
        <p:nvSpPr>
          <p:cNvPr id="110" name="PlaceHolder 4"/>
          <p:cNvSpPr>
            <a:spLocks noGrp="1"/>
          </p:cNvSpPr>
          <p:nvPr>
            <p:ph/>
          </p:nvPr>
        </p:nvSpPr>
        <p:spPr>
          <a:xfrm>
            <a:off x="609480" y="3682800"/>
            <a:ext cx="10970640" cy="1897200"/>
          </a:xfrm>
          <a:prstGeom prst="rect">
            <a:avLst/>
          </a:prstGeom>
          <a:noFill/>
          <a:ln w="0">
            <a:noFill/>
          </a:ln>
        </p:spPr>
        <p:txBody>
          <a:bodyPr lIns="0" rIns="0" tIns="0" bIns="0" anchor="t">
            <a:normAutofit/>
          </a:bodyPr>
          <a:p>
            <a:pPr indent="0">
              <a:lnSpc>
                <a:spcPct val="90000"/>
              </a:lnSpc>
              <a:spcBef>
                <a:spcPts val="1417"/>
              </a:spcBef>
              <a:buNone/>
            </a:pPr>
            <a:endParaRPr b="0" lang="fr-FR" sz="2800" spc="-1" strike="noStrike">
              <a:solidFill>
                <a:srgbClr val="000000"/>
              </a:solidFill>
              <a:latin typeface="Arial"/>
            </a:endParaRPr>
          </a:p>
        </p:txBody>
      </p:sp>
      <p:sp>
        <p:nvSpPr>
          <p:cNvPr id="6" name="PlaceHolder 5"/>
          <p:cNvSpPr>
            <a:spLocks noGrp="1"/>
          </p:cNvSpPr>
          <p:nvPr>
            <p:ph type="ftr" idx="7"/>
          </p:nvPr>
        </p:nvSpPr>
        <p:spPr/>
        <p:txBody>
          <a:bodyPr/>
          <a:p>
            <a:r>
              <a:t>Footer</a:t>
            </a:r>
          </a:p>
        </p:txBody>
      </p:sp>
      <p:sp>
        <p:nvSpPr>
          <p:cNvPr id="7" name="PlaceHolder 6"/>
          <p:cNvSpPr>
            <a:spLocks noGrp="1"/>
          </p:cNvSpPr>
          <p:nvPr>
            <p:ph type="sldNum" idx="8"/>
          </p:nvPr>
        </p:nvSpPr>
        <p:spPr/>
        <p:txBody>
          <a:bodyPr/>
          <a:p>
            <a:fld id="{B9F6B6D7-9696-4817-9EB9-72E1E85B2627}" type="slidenum">
              <a:t>&lt;#&gt;</a:t>
            </a:fld>
          </a:p>
        </p:txBody>
      </p:sp>
      <p:sp>
        <p:nvSpPr>
          <p:cNvPr id="8" name="PlaceHolder 7"/>
          <p:cNvSpPr>
            <a:spLocks noGrp="1"/>
          </p:cNvSpPr>
          <p:nvPr>
            <p:ph type="dt" idx="9"/>
          </p:nvPr>
        </p:nvSpPr>
        <p:spPr/>
        <p:txBody>
          <a:bodyPr/>
          <a:p>
            <a:r>
              <a:rPr lang="fr-FR"/>
              <a:t/>
            </a:r>
          </a:p>
        </p:txBody>
      </p:sp>
    </p:spTree>
  </p:cSld>
</p:sldLayout>
</file>

<file path=ppt/slideLayouts/slideLayout3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111" name="PlaceHolder 1"/>
          <p:cNvSpPr>
            <a:spLocks noGrp="1"/>
          </p:cNvSpPr>
          <p:nvPr>
            <p:ph type="title"/>
          </p:nvPr>
        </p:nvSpPr>
        <p:spPr>
          <a:xfrm>
            <a:off x="609480" y="273600"/>
            <a:ext cx="10970640" cy="1145160"/>
          </a:xfrm>
          <a:prstGeom prst="rect">
            <a:avLst/>
          </a:prstGeom>
          <a:noFill/>
          <a:ln w="0">
            <a:noFill/>
          </a:ln>
        </p:spPr>
        <p:txBody>
          <a:bodyPr lIns="0" rIns="0" tIns="0" bIns="0" anchor="ctr">
            <a:noAutofit/>
          </a:bodyPr>
          <a:p>
            <a:pPr indent="0">
              <a:buNone/>
            </a:pPr>
            <a:endParaRPr b="0" lang="fr-FR" sz="1800" spc="-1" strike="noStrike">
              <a:solidFill>
                <a:srgbClr val="000000"/>
              </a:solidFill>
              <a:latin typeface="Arial"/>
            </a:endParaRPr>
          </a:p>
        </p:txBody>
      </p:sp>
      <p:sp>
        <p:nvSpPr>
          <p:cNvPr id="112" name="PlaceHolder 2"/>
          <p:cNvSpPr>
            <a:spLocks noGrp="1"/>
          </p:cNvSpPr>
          <p:nvPr>
            <p:ph/>
          </p:nvPr>
        </p:nvSpPr>
        <p:spPr>
          <a:xfrm>
            <a:off x="609480" y="1604880"/>
            <a:ext cx="10970640" cy="1897200"/>
          </a:xfrm>
          <a:prstGeom prst="rect">
            <a:avLst/>
          </a:prstGeom>
          <a:noFill/>
          <a:ln w="0">
            <a:noFill/>
          </a:ln>
        </p:spPr>
        <p:txBody>
          <a:bodyPr lIns="0" rIns="0" tIns="0" bIns="0" anchor="t">
            <a:normAutofit/>
          </a:bodyPr>
          <a:p>
            <a:pPr indent="0">
              <a:lnSpc>
                <a:spcPct val="90000"/>
              </a:lnSpc>
              <a:spcBef>
                <a:spcPts val="1417"/>
              </a:spcBef>
              <a:buNone/>
            </a:pPr>
            <a:endParaRPr b="0" lang="fr-FR" sz="2800" spc="-1" strike="noStrike">
              <a:solidFill>
                <a:srgbClr val="000000"/>
              </a:solidFill>
              <a:latin typeface="Arial"/>
            </a:endParaRPr>
          </a:p>
        </p:txBody>
      </p:sp>
      <p:sp>
        <p:nvSpPr>
          <p:cNvPr id="113" name="PlaceHolder 3"/>
          <p:cNvSpPr>
            <a:spLocks noGrp="1"/>
          </p:cNvSpPr>
          <p:nvPr>
            <p:ph/>
          </p:nvPr>
        </p:nvSpPr>
        <p:spPr>
          <a:xfrm>
            <a:off x="609480" y="3682800"/>
            <a:ext cx="10970640" cy="1897200"/>
          </a:xfrm>
          <a:prstGeom prst="rect">
            <a:avLst/>
          </a:prstGeom>
          <a:noFill/>
          <a:ln w="0">
            <a:noFill/>
          </a:ln>
        </p:spPr>
        <p:txBody>
          <a:bodyPr lIns="0" rIns="0" tIns="0" bIns="0" anchor="t">
            <a:normAutofit/>
          </a:bodyPr>
          <a:p>
            <a:pPr indent="0">
              <a:lnSpc>
                <a:spcPct val="90000"/>
              </a:lnSpc>
              <a:spcBef>
                <a:spcPts val="1417"/>
              </a:spcBef>
              <a:buNone/>
            </a:pPr>
            <a:endParaRPr b="0" lang="fr-FR" sz="2800" spc="-1" strike="noStrike">
              <a:solidFill>
                <a:srgbClr val="000000"/>
              </a:solidFill>
              <a:latin typeface="Arial"/>
            </a:endParaRPr>
          </a:p>
        </p:txBody>
      </p:sp>
      <p:sp>
        <p:nvSpPr>
          <p:cNvPr id="5" name="PlaceHolder 4"/>
          <p:cNvSpPr>
            <a:spLocks noGrp="1"/>
          </p:cNvSpPr>
          <p:nvPr>
            <p:ph type="ftr" idx="7"/>
          </p:nvPr>
        </p:nvSpPr>
        <p:spPr/>
        <p:txBody>
          <a:bodyPr/>
          <a:p>
            <a:r>
              <a:t>Footer</a:t>
            </a:r>
          </a:p>
        </p:txBody>
      </p:sp>
      <p:sp>
        <p:nvSpPr>
          <p:cNvPr id="6" name="PlaceHolder 5"/>
          <p:cNvSpPr>
            <a:spLocks noGrp="1"/>
          </p:cNvSpPr>
          <p:nvPr>
            <p:ph type="sldNum" idx="8"/>
          </p:nvPr>
        </p:nvSpPr>
        <p:spPr/>
        <p:txBody>
          <a:bodyPr/>
          <a:p>
            <a:fld id="{46FD700D-B0DC-4445-A99D-7B3AC3F84417}" type="slidenum">
              <a:t>&lt;#&gt;</a:t>
            </a:fld>
          </a:p>
        </p:txBody>
      </p:sp>
      <p:sp>
        <p:nvSpPr>
          <p:cNvPr id="7" name="PlaceHolder 6"/>
          <p:cNvSpPr>
            <a:spLocks noGrp="1"/>
          </p:cNvSpPr>
          <p:nvPr>
            <p:ph type="dt" idx="9"/>
          </p:nvPr>
        </p:nvSpPr>
        <p:spPr/>
        <p:txBody>
          <a:bodyPr/>
          <a:p>
            <a:r>
              <a:rPr lang="fr-FR"/>
              <a:t/>
            </a:r>
          </a:p>
        </p:txBody>
      </p:sp>
    </p:spTree>
  </p:cSld>
</p:sldLayout>
</file>

<file path=ppt/slideLayouts/slideLayout3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114" name="PlaceHolder 1"/>
          <p:cNvSpPr>
            <a:spLocks noGrp="1"/>
          </p:cNvSpPr>
          <p:nvPr>
            <p:ph type="title"/>
          </p:nvPr>
        </p:nvSpPr>
        <p:spPr>
          <a:xfrm>
            <a:off x="609480" y="273600"/>
            <a:ext cx="10970640" cy="1145160"/>
          </a:xfrm>
          <a:prstGeom prst="rect">
            <a:avLst/>
          </a:prstGeom>
          <a:noFill/>
          <a:ln w="0">
            <a:noFill/>
          </a:ln>
        </p:spPr>
        <p:txBody>
          <a:bodyPr lIns="0" rIns="0" tIns="0" bIns="0" anchor="ctr">
            <a:noAutofit/>
          </a:bodyPr>
          <a:p>
            <a:pPr indent="0">
              <a:buNone/>
            </a:pPr>
            <a:endParaRPr b="0" lang="fr-FR" sz="1800" spc="-1" strike="noStrike">
              <a:solidFill>
                <a:srgbClr val="000000"/>
              </a:solidFill>
              <a:latin typeface="Arial"/>
            </a:endParaRPr>
          </a:p>
        </p:txBody>
      </p:sp>
      <p:sp>
        <p:nvSpPr>
          <p:cNvPr id="115" name="PlaceHolder 2"/>
          <p:cNvSpPr>
            <a:spLocks noGrp="1"/>
          </p:cNvSpPr>
          <p:nvPr>
            <p:ph/>
          </p:nvPr>
        </p:nvSpPr>
        <p:spPr>
          <a:xfrm>
            <a:off x="609480" y="1604880"/>
            <a:ext cx="5353560" cy="1897200"/>
          </a:xfrm>
          <a:prstGeom prst="rect">
            <a:avLst/>
          </a:prstGeom>
          <a:noFill/>
          <a:ln w="0">
            <a:noFill/>
          </a:ln>
        </p:spPr>
        <p:txBody>
          <a:bodyPr lIns="0" rIns="0" tIns="0" bIns="0" anchor="t">
            <a:normAutofit/>
          </a:bodyPr>
          <a:p>
            <a:pPr indent="0">
              <a:lnSpc>
                <a:spcPct val="90000"/>
              </a:lnSpc>
              <a:spcBef>
                <a:spcPts val="1417"/>
              </a:spcBef>
              <a:buNone/>
            </a:pPr>
            <a:endParaRPr b="0" lang="fr-FR" sz="2800" spc="-1" strike="noStrike">
              <a:solidFill>
                <a:srgbClr val="000000"/>
              </a:solidFill>
              <a:latin typeface="Arial"/>
            </a:endParaRPr>
          </a:p>
        </p:txBody>
      </p:sp>
      <p:sp>
        <p:nvSpPr>
          <p:cNvPr id="116" name="PlaceHolder 3"/>
          <p:cNvSpPr>
            <a:spLocks noGrp="1"/>
          </p:cNvSpPr>
          <p:nvPr>
            <p:ph/>
          </p:nvPr>
        </p:nvSpPr>
        <p:spPr>
          <a:xfrm>
            <a:off x="6231240" y="1604880"/>
            <a:ext cx="5353560" cy="1897200"/>
          </a:xfrm>
          <a:prstGeom prst="rect">
            <a:avLst/>
          </a:prstGeom>
          <a:noFill/>
          <a:ln w="0">
            <a:noFill/>
          </a:ln>
        </p:spPr>
        <p:txBody>
          <a:bodyPr lIns="0" rIns="0" tIns="0" bIns="0" anchor="t">
            <a:normAutofit/>
          </a:bodyPr>
          <a:p>
            <a:pPr indent="0">
              <a:lnSpc>
                <a:spcPct val="90000"/>
              </a:lnSpc>
              <a:spcBef>
                <a:spcPts val="1417"/>
              </a:spcBef>
              <a:buNone/>
            </a:pPr>
            <a:endParaRPr b="0" lang="fr-FR" sz="2800" spc="-1" strike="noStrike">
              <a:solidFill>
                <a:srgbClr val="000000"/>
              </a:solidFill>
              <a:latin typeface="Arial"/>
            </a:endParaRPr>
          </a:p>
        </p:txBody>
      </p:sp>
      <p:sp>
        <p:nvSpPr>
          <p:cNvPr id="117" name="PlaceHolder 4"/>
          <p:cNvSpPr>
            <a:spLocks noGrp="1"/>
          </p:cNvSpPr>
          <p:nvPr>
            <p:ph/>
          </p:nvPr>
        </p:nvSpPr>
        <p:spPr>
          <a:xfrm>
            <a:off x="609480" y="3682800"/>
            <a:ext cx="5353560" cy="1897200"/>
          </a:xfrm>
          <a:prstGeom prst="rect">
            <a:avLst/>
          </a:prstGeom>
          <a:noFill/>
          <a:ln w="0">
            <a:noFill/>
          </a:ln>
        </p:spPr>
        <p:txBody>
          <a:bodyPr lIns="0" rIns="0" tIns="0" bIns="0" anchor="t">
            <a:normAutofit/>
          </a:bodyPr>
          <a:p>
            <a:pPr indent="0">
              <a:lnSpc>
                <a:spcPct val="90000"/>
              </a:lnSpc>
              <a:spcBef>
                <a:spcPts val="1417"/>
              </a:spcBef>
              <a:buNone/>
            </a:pPr>
            <a:endParaRPr b="0" lang="fr-FR" sz="2800" spc="-1" strike="noStrike">
              <a:solidFill>
                <a:srgbClr val="000000"/>
              </a:solidFill>
              <a:latin typeface="Arial"/>
            </a:endParaRPr>
          </a:p>
        </p:txBody>
      </p:sp>
      <p:sp>
        <p:nvSpPr>
          <p:cNvPr id="118" name="PlaceHolder 5"/>
          <p:cNvSpPr>
            <a:spLocks noGrp="1"/>
          </p:cNvSpPr>
          <p:nvPr>
            <p:ph/>
          </p:nvPr>
        </p:nvSpPr>
        <p:spPr>
          <a:xfrm>
            <a:off x="6231240" y="3682800"/>
            <a:ext cx="5353560" cy="1897200"/>
          </a:xfrm>
          <a:prstGeom prst="rect">
            <a:avLst/>
          </a:prstGeom>
          <a:noFill/>
          <a:ln w="0">
            <a:noFill/>
          </a:ln>
        </p:spPr>
        <p:txBody>
          <a:bodyPr lIns="0" rIns="0" tIns="0" bIns="0" anchor="t">
            <a:normAutofit/>
          </a:bodyPr>
          <a:p>
            <a:pPr indent="0">
              <a:lnSpc>
                <a:spcPct val="90000"/>
              </a:lnSpc>
              <a:spcBef>
                <a:spcPts val="1417"/>
              </a:spcBef>
              <a:buNone/>
            </a:pPr>
            <a:endParaRPr b="0" lang="fr-FR" sz="2800" spc="-1" strike="noStrike">
              <a:solidFill>
                <a:srgbClr val="000000"/>
              </a:solidFill>
              <a:latin typeface="Arial"/>
            </a:endParaRPr>
          </a:p>
        </p:txBody>
      </p:sp>
      <p:sp>
        <p:nvSpPr>
          <p:cNvPr id="7" name="PlaceHolder 6"/>
          <p:cNvSpPr>
            <a:spLocks noGrp="1"/>
          </p:cNvSpPr>
          <p:nvPr>
            <p:ph type="ftr" idx="7"/>
          </p:nvPr>
        </p:nvSpPr>
        <p:spPr/>
        <p:txBody>
          <a:bodyPr/>
          <a:p>
            <a:r>
              <a:t>Footer</a:t>
            </a:r>
          </a:p>
        </p:txBody>
      </p:sp>
      <p:sp>
        <p:nvSpPr>
          <p:cNvPr id="8" name="PlaceHolder 7"/>
          <p:cNvSpPr>
            <a:spLocks noGrp="1"/>
          </p:cNvSpPr>
          <p:nvPr>
            <p:ph type="sldNum" idx="8"/>
          </p:nvPr>
        </p:nvSpPr>
        <p:spPr/>
        <p:txBody>
          <a:bodyPr/>
          <a:p>
            <a:fld id="{9EA6D80D-D3A5-45D4-B823-1D5B13636583}" type="slidenum">
              <a:t>&lt;#&gt;</a:t>
            </a:fld>
          </a:p>
        </p:txBody>
      </p:sp>
      <p:sp>
        <p:nvSpPr>
          <p:cNvPr id="9" name="PlaceHolder 8"/>
          <p:cNvSpPr>
            <a:spLocks noGrp="1"/>
          </p:cNvSpPr>
          <p:nvPr>
            <p:ph type="dt" idx="9"/>
          </p:nvPr>
        </p:nvSpPr>
        <p:spPr/>
        <p:txBody>
          <a:bodyPr/>
          <a:p>
            <a:r>
              <a:rPr lang="fr-FR"/>
              <a:t/>
            </a:r>
          </a:p>
        </p:txBody>
      </p:sp>
    </p:spTree>
  </p:cSld>
</p:sldLayout>
</file>

<file path=ppt/slideLayouts/slideLayout3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119" name="PlaceHolder 1"/>
          <p:cNvSpPr>
            <a:spLocks noGrp="1"/>
          </p:cNvSpPr>
          <p:nvPr>
            <p:ph type="title"/>
          </p:nvPr>
        </p:nvSpPr>
        <p:spPr>
          <a:xfrm>
            <a:off x="609480" y="273600"/>
            <a:ext cx="10970640" cy="1145160"/>
          </a:xfrm>
          <a:prstGeom prst="rect">
            <a:avLst/>
          </a:prstGeom>
          <a:noFill/>
          <a:ln w="0">
            <a:noFill/>
          </a:ln>
        </p:spPr>
        <p:txBody>
          <a:bodyPr lIns="0" rIns="0" tIns="0" bIns="0" anchor="ctr">
            <a:noAutofit/>
          </a:bodyPr>
          <a:p>
            <a:pPr indent="0">
              <a:buNone/>
            </a:pPr>
            <a:endParaRPr b="0" lang="fr-FR" sz="1800" spc="-1" strike="noStrike">
              <a:solidFill>
                <a:srgbClr val="000000"/>
              </a:solidFill>
              <a:latin typeface="Arial"/>
            </a:endParaRPr>
          </a:p>
        </p:txBody>
      </p:sp>
      <p:sp>
        <p:nvSpPr>
          <p:cNvPr id="120" name="PlaceHolder 2"/>
          <p:cNvSpPr>
            <a:spLocks noGrp="1"/>
          </p:cNvSpPr>
          <p:nvPr>
            <p:ph/>
          </p:nvPr>
        </p:nvSpPr>
        <p:spPr>
          <a:xfrm>
            <a:off x="609480" y="1604880"/>
            <a:ext cx="3532320" cy="1897200"/>
          </a:xfrm>
          <a:prstGeom prst="rect">
            <a:avLst/>
          </a:prstGeom>
          <a:noFill/>
          <a:ln w="0">
            <a:noFill/>
          </a:ln>
        </p:spPr>
        <p:txBody>
          <a:bodyPr lIns="0" rIns="0" tIns="0" bIns="0" anchor="t">
            <a:normAutofit/>
          </a:bodyPr>
          <a:p>
            <a:pPr indent="0">
              <a:lnSpc>
                <a:spcPct val="90000"/>
              </a:lnSpc>
              <a:spcBef>
                <a:spcPts val="1417"/>
              </a:spcBef>
              <a:buNone/>
            </a:pPr>
            <a:endParaRPr b="0" lang="fr-FR" sz="2800" spc="-1" strike="noStrike">
              <a:solidFill>
                <a:srgbClr val="000000"/>
              </a:solidFill>
              <a:latin typeface="Arial"/>
            </a:endParaRPr>
          </a:p>
        </p:txBody>
      </p:sp>
      <p:sp>
        <p:nvSpPr>
          <p:cNvPr id="121" name="PlaceHolder 3"/>
          <p:cNvSpPr>
            <a:spLocks noGrp="1"/>
          </p:cNvSpPr>
          <p:nvPr>
            <p:ph/>
          </p:nvPr>
        </p:nvSpPr>
        <p:spPr>
          <a:xfrm>
            <a:off x="4318920" y="1604880"/>
            <a:ext cx="3532320" cy="1897200"/>
          </a:xfrm>
          <a:prstGeom prst="rect">
            <a:avLst/>
          </a:prstGeom>
          <a:noFill/>
          <a:ln w="0">
            <a:noFill/>
          </a:ln>
        </p:spPr>
        <p:txBody>
          <a:bodyPr lIns="0" rIns="0" tIns="0" bIns="0" anchor="t">
            <a:normAutofit/>
          </a:bodyPr>
          <a:p>
            <a:pPr indent="0">
              <a:lnSpc>
                <a:spcPct val="90000"/>
              </a:lnSpc>
              <a:spcBef>
                <a:spcPts val="1417"/>
              </a:spcBef>
              <a:buNone/>
            </a:pPr>
            <a:endParaRPr b="0" lang="fr-FR" sz="2800" spc="-1" strike="noStrike">
              <a:solidFill>
                <a:srgbClr val="000000"/>
              </a:solidFill>
              <a:latin typeface="Arial"/>
            </a:endParaRPr>
          </a:p>
        </p:txBody>
      </p:sp>
      <p:sp>
        <p:nvSpPr>
          <p:cNvPr id="122" name="PlaceHolder 4"/>
          <p:cNvSpPr>
            <a:spLocks noGrp="1"/>
          </p:cNvSpPr>
          <p:nvPr>
            <p:ph/>
          </p:nvPr>
        </p:nvSpPr>
        <p:spPr>
          <a:xfrm>
            <a:off x="8028000" y="1604880"/>
            <a:ext cx="3532320" cy="1897200"/>
          </a:xfrm>
          <a:prstGeom prst="rect">
            <a:avLst/>
          </a:prstGeom>
          <a:noFill/>
          <a:ln w="0">
            <a:noFill/>
          </a:ln>
        </p:spPr>
        <p:txBody>
          <a:bodyPr lIns="0" rIns="0" tIns="0" bIns="0" anchor="t">
            <a:normAutofit/>
          </a:bodyPr>
          <a:p>
            <a:pPr indent="0">
              <a:lnSpc>
                <a:spcPct val="90000"/>
              </a:lnSpc>
              <a:spcBef>
                <a:spcPts val="1417"/>
              </a:spcBef>
              <a:buNone/>
            </a:pPr>
            <a:endParaRPr b="0" lang="fr-FR" sz="2800" spc="-1" strike="noStrike">
              <a:solidFill>
                <a:srgbClr val="000000"/>
              </a:solidFill>
              <a:latin typeface="Arial"/>
            </a:endParaRPr>
          </a:p>
        </p:txBody>
      </p:sp>
      <p:sp>
        <p:nvSpPr>
          <p:cNvPr id="123" name="PlaceHolder 5"/>
          <p:cNvSpPr>
            <a:spLocks noGrp="1"/>
          </p:cNvSpPr>
          <p:nvPr>
            <p:ph/>
          </p:nvPr>
        </p:nvSpPr>
        <p:spPr>
          <a:xfrm>
            <a:off x="609480" y="3682800"/>
            <a:ext cx="3532320" cy="1897200"/>
          </a:xfrm>
          <a:prstGeom prst="rect">
            <a:avLst/>
          </a:prstGeom>
          <a:noFill/>
          <a:ln w="0">
            <a:noFill/>
          </a:ln>
        </p:spPr>
        <p:txBody>
          <a:bodyPr lIns="0" rIns="0" tIns="0" bIns="0" anchor="t">
            <a:normAutofit/>
          </a:bodyPr>
          <a:p>
            <a:pPr indent="0">
              <a:lnSpc>
                <a:spcPct val="90000"/>
              </a:lnSpc>
              <a:spcBef>
                <a:spcPts val="1417"/>
              </a:spcBef>
              <a:buNone/>
            </a:pPr>
            <a:endParaRPr b="0" lang="fr-FR" sz="2800" spc="-1" strike="noStrike">
              <a:solidFill>
                <a:srgbClr val="000000"/>
              </a:solidFill>
              <a:latin typeface="Arial"/>
            </a:endParaRPr>
          </a:p>
        </p:txBody>
      </p:sp>
      <p:sp>
        <p:nvSpPr>
          <p:cNvPr id="124" name="PlaceHolder 6"/>
          <p:cNvSpPr>
            <a:spLocks noGrp="1"/>
          </p:cNvSpPr>
          <p:nvPr>
            <p:ph/>
          </p:nvPr>
        </p:nvSpPr>
        <p:spPr>
          <a:xfrm>
            <a:off x="4318920" y="3682800"/>
            <a:ext cx="3532320" cy="1897200"/>
          </a:xfrm>
          <a:prstGeom prst="rect">
            <a:avLst/>
          </a:prstGeom>
          <a:noFill/>
          <a:ln w="0">
            <a:noFill/>
          </a:ln>
        </p:spPr>
        <p:txBody>
          <a:bodyPr lIns="0" rIns="0" tIns="0" bIns="0" anchor="t">
            <a:normAutofit/>
          </a:bodyPr>
          <a:p>
            <a:pPr indent="0">
              <a:lnSpc>
                <a:spcPct val="90000"/>
              </a:lnSpc>
              <a:spcBef>
                <a:spcPts val="1417"/>
              </a:spcBef>
              <a:buNone/>
            </a:pPr>
            <a:endParaRPr b="0" lang="fr-FR" sz="2800" spc="-1" strike="noStrike">
              <a:solidFill>
                <a:srgbClr val="000000"/>
              </a:solidFill>
              <a:latin typeface="Arial"/>
            </a:endParaRPr>
          </a:p>
        </p:txBody>
      </p:sp>
      <p:sp>
        <p:nvSpPr>
          <p:cNvPr id="125" name="PlaceHolder 7"/>
          <p:cNvSpPr>
            <a:spLocks noGrp="1"/>
          </p:cNvSpPr>
          <p:nvPr>
            <p:ph/>
          </p:nvPr>
        </p:nvSpPr>
        <p:spPr>
          <a:xfrm>
            <a:off x="8028000" y="3682800"/>
            <a:ext cx="3532320" cy="1897200"/>
          </a:xfrm>
          <a:prstGeom prst="rect">
            <a:avLst/>
          </a:prstGeom>
          <a:noFill/>
          <a:ln w="0">
            <a:noFill/>
          </a:ln>
        </p:spPr>
        <p:txBody>
          <a:bodyPr lIns="0" rIns="0" tIns="0" bIns="0" anchor="t">
            <a:normAutofit/>
          </a:bodyPr>
          <a:p>
            <a:pPr indent="0">
              <a:lnSpc>
                <a:spcPct val="90000"/>
              </a:lnSpc>
              <a:spcBef>
                <a:spcPts val="1417"/>
              </a:spcBef>
              <a:buNone/>
            </a:pPr>
            <a:endParaRPr b="0" lang="fr-FR" sz="2800" spc="-1" strike="noStrike">
              <a:solidFill>
                <a:srgbClr val="000000"/>
              </a:solidFill>
              <a:latin typeface="Arial"/>
            </a:endParaRPr>
          </a:p>
        </p:txBody>
      </p:sp>
      <p:sp>
        <p:nvSpPr>
          <p:cNvPr id="9" name="PlaceHolder 8"/>
          <p:cNvSpPr>
            <a:spLocks noGrp="1"/>
          </p:cNvSpPr>
          <p:nvPr>
            <p:ph type="ftr" idx="7"/>
          </p:nvPr>
        </p:nvSpPr>
        <p:spPr/>
        <p:txBody>
          <a:bodyPr/>
          <a:p>
            <a:r>
              <a:t>Footer</a:t>
            </a:r>
          </a:p>
        </p:txBody>
      </p:sp>
      <p:sp>
        <p:nvSpPr>
          <p:cNvPr id="10" name="PlaceHolder 9"/>
          <p:cNvSpPr>
            <a:spLocks noGrp="1"/>
          </p:cNvSpPr>
          <p:nvPr>
            <p:ph type="sldNum" idx="8"/>
          </p:nvPr>
        </p:nvSpPr>
        <p:spPr/>
        <p:txBody>
          <a:bodyPr/>
          <a:p>
            <a:fld id="{7C844CBA-C003-457E-A3DF-60034178A479}" type="slidenum">
              <a:t>&lt;#&gt;</a:t>
            </a:fld>
          </a:p>
        </p:txBody>
      </p:sp>
      <p:sp>
        <p:nvSpPr>
          <p:cNvPr id="11" name="PlaceHolder 10"/>
          <p:cNvSpPr>
            <a:spLocks noGrp="1"/>
          </p:cNvSpPr>
          <p:nvPr>
            <p:ph type="dt" idx="9"/>
          </p:nvPr>
        </p:nvSpPr>
        <p:spPr/>
        <p:txBody>
          <a:bodyPr/>
          <a:p>
            <a:r>
              <a:rPr lang="fr-FR"/>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image" Target="../media/image1.jpeg"/><Relationship Id="rId3" Type="http://schemas.openxmlformats.org/officeDocument/2006/relationships/slideLayout" Target="../slideLayouts/slideLayout1.xml"/><Relationship Id="rId4" Type="http://schemas.openxmlformats.org/officeDocument/2006/relationships/slideLayout" Target="../slideLayouts/slideLayout2.xml"/><Relationship Id="rId5" Type="http://schemas.openxmlformats.org/officeDocument/2006/relationships/slideLayout" Target="../slideLayouts/slideLayout3.xml"/><Relationship Id="rId6" Type="http://schemas.openxmlformats.org/officeDocument/2006/relationships/slideLayout" Target="../slideLayouts/slideLayout4.xml"/><Relationship Id="rId7" Type="http://schemas.openxmlformats.org/officeDocument/2006/relationships/slideLayout" Target="../slideLayouts/slideLayout5.xml"/><Relationship Id="rId8" Type="http://schemas.openxmlformats.org/officeDocument/2006/relationships/slideLayout" Target="../slideLayouts/slideLayout6.xml"/><Relationship Id="rId9" Type="http://schemas.openxmlformats.org/officeDocument/2006/relationships/slideLayout" Target="../slideLayouts/slideLayout7.xml"/><Relationship Id="rId10" Type="http://schemas.openxmlformats.org/officeDocument/2006/relationships/slideLayout" Target="../slideLayouts/slideLayout8.xml"/><Relationship Id="rId11" Type="http://schemas.openxmlformats.org/officeDocument/2006/relationships/slideLayout" Target="../slideLayouts/slideLayout9.xml"/><Relationship Id="rId12" Type="http://schemas.openxmlformats.org/officeDocument/2006/relationships/slideLayout" Target="../slideLayouts/slideLayout10.xml"/><Relationship Id="rId13" Type="http://schemas.openxmlformats.org/officeDocument/2006/relationships/slideLayout" Target="../slideLayouts/slideLayout11.xml"/><Relationship Id="rId14" Type="http://schemas.openxmlformats.org/officeDocument/2006/relationships/slideLayout" Target="../slideLayouts/slideLayout12.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2.jpeg"/><Relationship Id="rId3" Type="http://schemas.openxmlformats.org/officeDocument/2006/relationships/slideLayout" Target="../slideLayouts/slideLayout13.xml"/><Relationship Id="rId4" Type="http://schemas.openxmlformats.org/officeDocument/2006/relationships/slideLayout" Target="../slideLayouts/slideLayout14.xml"/><Relationship Id="rId5" Type="http://schemas.openxmlformats.org/officeDocument/2006/relationships/slideLayout" Target="../slideLayouts/slideLayout15.xml"/><Relationship Id="rId6" Type="http://schemas.openxmlformats.org/officeDocument/2006/relationships/slideLayout" Target="../slideLayouts/slideLayout16.xml"/><Relationship Id="rId7" Type="http://schemas.openxmlformats.org/officeDocument/2006/relationships/slideLayout" Target="../slideLayouts/slideLayout17.xml"/><Relationship Id="rId8" Type="http://schemas.openxmlformats.org/officeDocument/2006/relationships/slideLayout" Target="../slideLayouts/slideLayout18.xml"/><Relationship Id="rId9" Type="http://schemas.openxmlformats.org/officeDocument/2006/relationships/slideLayout" Target="../slideLayouts/slideLayout19.xml"/><Relationship Id="rId10" Type="http://schemas.openxmlformats.org/officeDocument/2006/relationships/slideLayout" Target="../slideLayouts/slideLayout20.xml"/><Relationship Id="rId11" Type="http://schemas.openxmlformats.org/officeDocument/2006/relationships/slideLayout" Target="../slideLayouts/slideLayout21.xml"/><Relationship Id="rId12" Type="http://schemas.openxmlformats.org/officeDocument/2006/relationships/slideLayout" Target="../slideLayouts/slideLayout22.xml"/><Relationship Id="rId13" Type="http://schemas.openxmlformats.org/officeDocument/2006/relationships/slideLayout" Target="../slideLayouts/slideLayout23.xml"/><Relationship Id="rId14" Type="http://schemas.openxmlformats.org/officeDocument/2006/relationships/slideLayout" Target="../slideLayouts/slideLayout24.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image" Target="../media/image3.jpeg"/><Relationship Id="rId3" Type="http://schemas.openxmlformats.org/officeDocument/2006/relationships/slideLayout" Target="../slideLayouts/slideLayout25.xml"/><Relationship Id="rId4" Type="http://schemas.openxmlformats.org/officeDocument/2006/relationships/slideLayout" Target="../slideLayouts/slideLayout26.xml"/><Relationship Id="rId5" Type="http://schemas.openxmlformats.org/officeDocument/2006/relationships/slideLayout" Target="../slideLayouts/slideLayout27.xml"/><Relationship Id="rId6" Type="http://schemas.openxmlformats.org/officeDocument/2006/relationships/slideLayout" Target="../slideLayouts/slideLayout28.xml"/><Relationship Id="rId7" Type="http://schemas.openxmlformats.org/officeDocument/2006/relationships/slideLayout" Target="../slideLayouts/slideLayout29.xml"/><Relationship Id="rId8" Type="http://schemas.openxmlformats.org/officeDocument/2006/relationships/slideLayout" Target="../slideLayouts/slideLayout30.xml"/><Relationship Id="rId9" Type="http://schemas.openxmlformats.org/officeDocument/2006/relationships/slideLayout" Target="../slideLayouts/slideLayout31.xml"/><Relationship Id="rId10" Type="http://schemas.openxmlformats.org/officeDocument/2006/relationships/slideLayout" Target="../slideLayouts/slideLayout32.xml"/><Relationship Id="rId11" Type="http://schemas.openxmlformats.org/officeDocument/2006/relationships/slideLayout" Target="../slideLayouts/slideLayout33.xml"/><Relationship Id="rId12" Type="http://schemas.openxmlformats.org/officeDocument/2006/relationships/slideLayout" Target="../slideLayouts/slideLayout34.xml"/><Relationship Id="rId13" Type="http://schemas.openxmlformats.org/officeDocument/2006/relationships/slideLayout" Target="../slideLayouts/slideLayout35.xml"/><Relationship Id="rId14" Type="http://schemas.openxmlformats.org/officeDocument/2006/relationships/slideLayout" Target="../slideLayouts/slideLayout36.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0" name="그림 1" descr=""/>
          <p:cNvPicPr/>
          <p:nvPr/>
        </p:nvPicPr>
        <p:blipFill>
          <a:blip r:embed="rId2"/>
          <a:stretch/>
        </p:blipFill>
        <p:spPr>
          <a:xfrm>
            <a:off x="0" y="0"/>
            <a:ext cx="12189600" cy="6856560"/>
          </a:xfrm>
          <a:prstGeom prst="rect">
            <a:avLst/>
          </a:prstGeom>
          <a:ln w="0">
            <a:noFill/>
          </a:ln>
        </p:spPr>
      </p:pic>
      <p:sp>
        <p:nvSpPr>
          <p:cNvPr id="1" name="PlaceHolder 1"/>
          <p:cNvSpPr>
            <a:spLocks noGrp="1"/>
          </p:cNvSpPr>
          <p:nvPr>
            <p:ph type="ftr" idx="1"/>
          </p:nvPr>
        </p:nvSpPr>
        <p:spPr>
          <a:xfrm>
            <a:off x="4165200" y="6431040"/>
            <a:ext cx="3859560" cy="291600"/>
          </a:xfrm>
          <a:prstGeom prst="rect">
            <a:avLst/>
          </a:prstGeom>
          <a:noFill/>
          <a:ln w="0">
            <a:noFill/>
          </a:ln>
        </p:spPr>
        <p:txBody>
          <a:bodyPr lIns="99720" rIns="99720" tIns="49680" bIns="49680" anchor="ctr">
            <a:noAutofit/>
          </a:bodyPr>
          <a:lstStyle>
            <a:lvl1pPr indent="0" algn="ctr">
              <a:lnSpc>
                <a:spcPct val="100000"/>
              </a:lnSpc>
              <a:buNone/>
              <a:tabLst>
                <a:tab algn="l" pos="0"/>
              </a:tabLst>
              <a:defRPr b="0" lang="fr-FR" sz="1400" spc="-1" strike="noStrike">
                <a:solidFill>
                  <a:srgbClr val="000000"/>
                </a:solidFill>
                <a:latin typeface="Times New Roman"/>
                <a:ea typeface="DejaVu Sans"/>
              </a:defRPr>
            </a:lvl1pPr>
          </a:lstStyle>
          <a:p>
            <a:pPr indent="0" algn="ctr">
              <a:lnSpc>
                <a:spcPct val="100000"/>
              </a:lnSpc>
              <a:buNone/>
              <a:tabLst>
                <a:tab algn="l" pos="0"/>
              </a:tabLst>
            </a:pPr>
            <a:r>
              <a:rPr b="0" lang="fr-FR" sz="1400" spc="-1" strike="noStrike">
                <a:solidFill>
                  <a:srgbClr val="000000"/>
                </a:solidFill>
                <a:latin typeface="Times New Roman"/>
                <a:ea typeface="DejaVu Sans"/>
              </a:rPr>
              <a:t> </a:t>
            </a:r>
            <a:endParaRPr b="0" lang="fr-FR" sz="1400" spc="-1" strike="noStrike">
              <a:latin typeface="Times New Roman"/>
            </a:endParaRPr>
          </a:p>
        </p:txBody>
      </p:sp>
      <p:sp>
        <p:nvSpPr>
          <p:cNvPr id="2" name="PlaceHolder 2"/>
          <p:cNvSpPr>
            <a:spLocks noGrp="1"/>
          </p:cNvSpPr>
          <p:nvPr>
            <p:ph type="sldNum" idx="2"/>
          </p:nvPr>
        </p:nvSpPr>
        <p:spPr>
          <a:xfrm>
            <a:off x="8736480" y="6431040"/>
            <a:ext cx="2843640" cy="291600"/>
          </a:xfrm>
          <a:prstGeom prst="rect">
            <a:avLst/>
          </a:prstGeom>
          <a:noFill/>
          <a:ln w="0">
            <a:noFill/>
          </a:ln>
        </p:spPr>
        <p:txBody>
          <a:bodyPr lIns="99720" rIns="99720" tIns="49680" bIns="49680" anchor="ctr">
            <a:noAutofit/>
          </a:bodyPr>
          <a:lstStyle>
            <a:lvl1pPr indent="0" algn="r">
              <a:lnSpc>
                <a:spcPct val="100000"/>
              </a:lnSpc>
              <a:buNone/>
              <a:tabLst>
                <a:tab algn="l" pos="0"/>
              </a:tabLst>
              <a:defRPr b="0" lang="fr-FR" sz="1300" spc="-1" strike="noStrike">
                <a:solidFill>
                  <a:srgbClr val="8b8b8b"/>
                </a:solidFill>
                <a:latin typeface="Calibri"/>
                <a:ea typeface="맑은 고딕"/>
              </a:defRPr>
            </a:lvl1pPr>
          </a:lstStyle>
          <a:p>
            <a:pPr indent="0" algn="r">
              <a:lnSpc>
                <a:spcPct val="100000"/>
              </a:lnSpc>
              <a:buNone/>
              <a:tabLst>
                <a:tab algn="l" pos="0"/>
              </a:tabLst>
            </a:pPr>
            <a:fld id="{BBBF0ED7-D469-4CDA-AFF8-B07D1BE8EE68}" type="slidenum">
              <a:rPr b="0" lang="fr-FR" sz="1300" spc="-1" strike="noStrike">
                <a:solidFill>
                  <a:srgbClr val="8b8b8b"/>
                </a:solidFill>
                <a:latin typeface="Calibri"/>
                <a:ea typeface="맑은 고딕"/>
              </a:rPr>
              <a:t>18</a:t>
            </a:fld>
            <a:endParaRPr b="0" lang="fr-FR" sz="1300" spc="-1" strike="noStrike">
              <a:latin typeface="Times New Roman"/>
            </a:endParaRPr>
          </a:p>
        </p:txBody>
      </p:sp>
      <p:sp>
        <p:nvSpPr>
          <p:cNvPr id="3" name="PlaceHolder 3"/>
          <p:cNvSpPr>
            <a:spLocks noGrp="1"/>
          </p:cNvSpPr>
          <p:nvPr>
            <p:ph type="dt" idx="3"/>
          </p:nvPr>
        </p:nvSpPr>
        <p:spPr>
          <a:xfrm>
            <a:off x="609480" y="6431040"/>
            <a:ext cx="2843640" cy="291600"/>
          </a:xfrm>
          <a:prstGeom prst="rect">
            <a:avLst/>
          </a:prstGeom>
          <a:noFill/>
          <a:ln w="0">
            <a:noFill/>
          </a:ln>
        </p:spPr>
        <p:txBody>
          <a:bodyPr lIns="99720" rIns="99720" tIns="49680" bIns="49680" anchor="ctr">
            <a:noAutofit/>
          </a:bodyPr>
          <a:lstStyle>
            <a:lvl1pPr indent="0">
              <a:buNone/>
              <a:defRPr b="0" lang="fr-FR" sz="1400" spc="-1" strike="noStrike">
                <a:latin typeface="Times New Roman"/>
              </a:defRPr>
            </a:lvl1pPr>
          </a:lstStyle>
          <a:p>
            <a:pPr indent="0">
              <a:buNone/>
            </a:pPr>
            <a:r>
              <a:rPr b="0" lang="fr-FR" sz="1400" spc="-1" strike="noStrike">
                <a:latin typeface="Times New Roman"/>
              </a:rPr>
              <a:t> </a:t>
            </a:r>
            <a:endParaRPr b="0" lang="fr-FR" sz="1400" spc="-1" strike="noStrike">
              <a:latin typeface="Times New Roman"/>
            </a:endParaRPr>
          </a:p>
        </p:txBody>
      </p:sp>
      <p:sp>
        <p:nvSpPr>
          <p:cNvPr id="4" name="PlaceHolder 4"/>
          <p:cNvSpPr>
            <a:spLocks noGrp="1"/>
          </p:cNvSpPr>
          <p:nvPr>
            <p:ph type="title"/>
          </p:nvPr>
        </p:nvSpPr>
        <p:spPr>
          <a:xfrm>
            <a:off x="609480" y="273600"/>
            <a:ext cx="10970640" cy="1145160"/>
          </a:xfrm>
          <a:prstGeom prst="rect">
            <a:avLst/>
          </a:prstGeom>
          <a:noFill/>
          <a:ln w="0">
            <a:noFill/>
          </a:ln>
        </p:spPr>
        <p:txBody>
          <a:bodyPr lIns="0" rIns="0" tIns="0" bIns="0" anchor="ctr">
            <a:noAutofit/>
          </a:bodyPr>
          <a:p>
            <a:pPr indent="0">
              <a:buNone/>
            </a:pPr>
            <a:r>
              <a:rPr b="0" lang="fr-FR" sz="1800" spc="-1" strike="noStrike">
                <a:solidFill>
                  <a:srgbClr val="000000"/>
                </a:solidFill>
                <a:latin typeface="Arial"/>
              </a:rPr>
              <a:t>Cliquez pour éditer le format du texte-titre</a:t>
            </a:r>
            <a:endParaRPr b="0" lang="fr-FR" sz="1800" spc="-1" strike="noStrike">
              <a:solidFill>
                <a:srgbClr val="000000"/>
              </a:solidFill>
              <a:latin typeface="Arial"/>
            </a:endParaRPr>
          </a:p>
        </p:txBody>
      </p:sp>
      <p:sp>
        <p:nvSpPr>
          <p:cNvPr id="5" name="PlaceHolder 5"/>
          <p:cNvSpPr>
            <a:spLocks noGrp="1"/>
          </p:cNvSpPr>
          <p:nvPr>
            <p:ph type="body"/>
          </p:nvPr>
        </p:nvSpPr>
        <p:spPr>
          <a:xfrm>
            <a:off x="609480" y="1604880"/>
            <a:ext cx="10970640" cy="3978000"/>
          </a:xfrm>
          <a:prstGeom prst="rect">
            <a:avLst/>
          </a:prstGeom>
          <a:noFill/>
          <a:ln w="0">
            <a:noFill/>
          </a:ln>
        </p:spPr>
        <p:txBody>
          <a:bodyPr lIns="0" rIns="0" tIns="0" bIns="0" anchor="t">
            <a:normAutofit/>
          </a:bodyPr>
          <a:p>
            <a:pPr marL="432000" indent="-324000">
              <a:lnSpc>
                <a:spcPct val="90000"/>
              </a:lnSpc>
              <a:spcBef>
                <a:spcPts val="1417"/>
              </a:spcBef>
              <a:buClr>
                <a:srgbClr val="000000"/>
              </a:buClr>
              <a:buSzPct val="45000"/>
              <a:buFont typeface="Wingdings" charset="2"/>
              <a:buChar char=""/>
            </a:pPr>
            <a:r>
              <a:rPr b="0" lang="fr-FR" sz="2800" spc="-1" strike="noStrike">
                <a:solidFill>
                  <a:srgbClr val="000000"/>
                </a:solidFill>
                <a:latin typeface="Arial"/>
              </a:rPr>
              <a:t>Cliquez pour éditer le format du plan de texte</a:t>
            </a:r>
            <a:endParaRPr b="0" lang="fr-FR" sz="2800" spc="-1" strike="noStrike">
              <a:solidFill>
                <a:srgbClr val="000000"/>
              </a:solidFill>
              <a:latin typeface="Arial"/>
            </a:endParaRPr>
          </a:p>
          <a:p>
            <a:pPr lvl="1" marL="864000" indent="-324000">
              <a:lnSpc>
                <a:spcPct val="90000"/>
              </a:lnSpc>
              <a:spcBef>
                <a:spcPts val="1134"/>
              </a:spcBef>
              <a:buClr>
                <a:srgbClr val="000000"/>
              </a:buClr>
              <a:buSzPct val="75000"/>
              <a:buFont typeface="Symbol" charset="2"/>
              <a:buChar char=""/>
            </a:pPr>
            <a:r>
              <a:rPr b="0" lang="fr-FR" sz="2000" spc="-1" strike="noStrike">
                <a:solidFill>
                  <a:srgbClr val="000000"/>
                </a:solidFill>
                <a:latin typeface="Arial"/>
              </a:rPr>
              <a:t>Second niveau de plan</a:t>
            </a:r>
            <a:endParaRPr b="0" lang="fr-FR" sz="2000" spc="-1" strike="noStrike">
              <a:solidFill>
                <a:srgbClr val="000000"/>
              </a:solidFill>
              <a:latin typeface="Arial"/>
            </a:endParaRPr>
          </a:p>
          <a:p>
            <a:pPr lvl="2" marL="1296000" indent="-288000">
              <a:lnSpc>
                <a:spcPct val="90000"/>
              </a:lnSpc>
              <a:spcBef>
                <a:spcPts val="850"/>
              </a:spcBef>
              <a:buClr>
                <a:srgbClr val="000000"/>
              </a:buClr>
              <a:buSzPct val="45000"/>
              <a:buFont typeface="Wingdings" charset="2"/>
              <a:buChar char=""/>
            </a:pPr>
            <a:r>
              <a:rPr b="0" lang="fr-FR" sz="1800" spc="-1" strike="noStrike">
                <a:solidFill>
                  <a:srgbClr val="000000"/>
                </a:solidFill>
                <a:latin typeface="Arial"/>
              </a:rPr>
              <a:t>Troisième niveau de plan</a:t>
            </a:r>
            <a:endParaRPr b="0" lang="fr-FR" sz="1800" spc="-1" strike="noStrike">
              <a:solidFill>
                <a:srgbClr val="000000"/>
              </a:solidFill>
              <a:latin typeface="Arial"/>
            </a:endParaRPr>
          </a:p>
          <a:p>
            <a:pPr lvl="3" marL="1728000" indent="-216000">
              <a:lnSpc>
                <a:spcPct val="90000"/>
              </a:lnSpc>
              <a:spcBef>
                <a:spcPts val="567"/>
              </a:spcBef>
              <a:buClr>
                <a:srgbClr val="000000"/>
              </a:buClr>
              <a:buSzPct val="75000"/>
              <a:buFont typeface="Symbol" charset="2"/>
              <a:buChar char=""/>
            </a:pPr>
            <a:r>
              <a:rPr b="0" lang="fr-FR" sz="1800" spc="-1" strike="noStrike">
                <a:solidFill>
                  <a:srgbClr val="000000"/>
                </a:solidFill>
                <a:latin typeface="Arial"/>
              </a:rPr>
              <a:t>Quatrième niveau de plan</a:t>
            </a:r>
            <a:endParaRPr b="0" lang="fr-FR" sz="1800" spc="-1" strike="noStrike">
              <a:solidFill>
                <a:srgbClr val="000000"/>
              </a:solidFill>
              <a:latin typeface="Arial"/>
            </a:endParaRPr>
          </a:p>
          <a:p>
            <a:pPr lvl="4" marL="2160000" indent="-216000">
              <a:lnSpc>
                <a:spcPct val="90000"/>
              </a:lnSpc>
              <a:spcBef>
                <a:spcPts val="283"/>
              </a:spcBef>
              <a:buClr>
                <a:srgbClr val="000000"/>
              </a:buClr>
              <a:buSzPct val="45000"/>
              <a:buFont typeface="Wingdings" charset="2"/>
              <a:buChar char=""/>
            </a:pPr>
            <a:r>
              <a:rPr b="0" lang="fr-FR" sz="2000" spc="-1" strike="noStrike">
                <a:solidFill>
                  <a:srgbClr val="000000"/>
                </a:solidFill>
                <a:latin typeface="Arial"/>
              </a:rPr>
              <a:t>Cinquième niveau de plan</a:t>
            </a:r>
            <a:endParaRPr b="0" lang="fr-FR" sz="2000" spc="-1" strike="noStrike">
              <a:solidFill>
                <a:srgbClr val="000000"/>
              </a:solidFill>
              <a:latin typeface="Arial"/>
            </a:endParaRPr>
          </a:p>
          <a:p>
            <a:pPr lvl="5" marL="2592000" indent="-216000">
              <a:lnSpc>
                <a:spcPct val="90000"/>
              </a:lnSpc>
              <a:spcBef>
                <a:spcPts val="283"/>
              </a:spcBef>
              <a:buClr>
                <a:srgbClr val="000000"/>
              </a:buClr>
              <a:buSzPct val="45000"/>
              <a:buFont typeface="Wingdings" charset="2"/>
              <a:buChar char=""/>
            </a:pPr>
            <a:r>
              <a:rPr b="0" lang="fr-FR" sz="2000" spc="-1" strike="noStrike">
                <a:solidFill>
                  <a:srgbClr val="000000"/>
                </a:solidFill>
                <a:latin typeface="Arial"/>
              </a:rPr>
              <a:t>Sixième niveau de plan</a:t>
            </a:r>
            <a:endParaRPr b="0" lang="fr-FR" sz="2000" spc="-1" strike="noStrike">
              <a:solidFill>
                <a:srgbClr val="000000"/>
              </a:solidFill>
              <a:latin typeface="Arial"/>
            </a:endParaRPr>
          </a:p>
          <a:p>
            <a:pPr lvl="6" marL="3024000" indent="-216000">
              <a:lnSpc>
                <a:spcPct val="90000"/>
              </a:lnSpc>
              <a:spcBef>
                <a:spcPts val="283"/>
              </a:spcBef>
              <a:buClr>
                <a:srgbClr val="000000"/>
              </a:buClr>
              <a:buSzPct val="45000"/>
              <a:buFont typeface="Wingdings" charset="2"/>
              <a:buChar char=""/>
            </a:pPr>
            <a:r>
              <a:rPr b="0" lang="fr-FR" sz="2000" spc="-1" strike="noStrike">
                <a:solidFill>
                  <a:srgbClr val="000000"/>
                </a:solidFill>
                <a:latin typeface="Arial"/>
              </a:rPr>
              <a:t>Septième niveau de plan</a:t>
            </a:r>
            <a:endParaRPr b="0" lang="fr-FR"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42" name="그림 6" descr=""/>
          <p:cNvPicPr/>
          <p:nvPr/>
        </p:nvPicPr>
        <p:blipFill>
          <a:blip r:embed="rId2"/>
          <a:stretch/>
        </p:blipFill>
        <p:spPr>
          <a:xfrm>
            <a:off x="0" y="1080"/>
            <a:ext cx="12189600" cy="6856560"/>
          </a:xfrm>
          <a:prstGeom prst="rect">
            <a:avLst/>
          </a:prstGeom>
          <a:ln w="0">
            <a:noFill/>
          </a:ln>
        </p:spPr>
      </p:pic>
      <p:sp>
        <p:nvSpPr>
          <p:cNvPr id="43" name="PlaceHolder 1"/>
          <p:cNvSpPr>
            <a:spLocks noGrp="1"/>
          </p:cNvSpPr>
          <p:nvPr>
            <p:ph type="ftr" idx="4"/>
          </p:nvPr>
        </p:nvSpPr>
        <p:spPr>
          <a:xfrm>
            <a:off x="4165200" y="6502320"/>
            <a:ext cx="3859560" cy="219960"/>
          </a:xfrm>
          <a:prstGeom prst="rect">
            <a:avLst/>
          </a:prstGeom>
          <a:noFill/>
          <a:ln w="0">
            <a:noFill/>
          </a:ln>
        </p:spPr>
        <p:txBody>
          <a:bodyPr lIns="99720" rIns="99720" tIns="49680" bIns="49680" anchor="ctr">
            <a:noAutofit/>
          </a:bodyPr>
          <a:lstStyle>
            <a:lvl1pPr indent="0" algn="ctr">
              <a:lnSpc>
                <a:spcPct val="100000"/>
              </a:lnSpc>
              <a:buNone/>
              <a:tabLst>
                <a:tab algn="l" pos="0"/>
              </a:tabLst>
              <a:defRPr b="0" lang="fr-FR" sz="1400" spc="-1" strike="noStrike">
                <a:solidFill>
                  <a:srgbClr val="000000"/>
                </a:solidFill>
                <a:latin typeface="Times New Roman"/>
                <a:ea typeface="DejaVu Sans"/>
              </a:defRPr>
            </a:lvl1pPr>
          </a:lstStyle>
          <a:p>
            <a:pPr indent="0" algn="ctr">
              <a:lnSpc>
                <a:spcPct val="100000"/>
              </a:lnSpc>
              <a:buNone/>
              <a:tabLst>
                <a:tab algn="l" pos="0"/>
              </a:tabLst>
            </a:pPr>
            <a:r>
              <a:rPr b="0" lang="fr-FR" sz="1400" spc="-1" strike="noStrike">
                <a:solidFill>
                  <a:srgbClr val="000000"/>
                </a:solidFill>
                <a:latin typeface="Times New Roman"/>
                <a:ea typeface="DejaVu Sans"/>
              </a:rPr>
              <a:t>&lt;pied de page&gt;</a:t>
            </a:r>
            <a:endParaRPr b="0" lang="fr-FR" sz="1400" spc="-1" strike="noStrike">
              <a:latin typeface="Times New Roman"/>
            </a:endParaRPr>
          </a:p>
        </p:txBody>
      </p:sp>
      <p:sp>
        <p:nvSpPr>
          <p:cNvPr id="44" name="PlaceHolder 2"/>
          <p:cNvSpPr>
            <a:spLocks noGrp="1"/>
          </p:cNvSpPr>
          <p:nvPr>
            <p:ph type="sldNum" idx="5"/>
          </p:nvPr>
        </p:nvSpPr>
        <p:spPr>
          <a:xfrm>
            <a:off x="8736480" y="6502320"/>
            <a:ext cx="2843640" cy="219960"/>
          </a:xfrm>
          <a:prstGeom prst="rect">
            <a:avLst/>
          </a:prstGeom>
          <a:noFill/>
          <a:ln w="0">
            <a:noFill/>
          </a:ln>
        </p:spPr>
        <p:txBody>
          <a:bodyPr lIns="99720" rIns="99720" tIns="49680" bIns="49680" anchor="ctr">
            <a:noAutofit/>
          </a:bodyPr>
          <a:lstStyle>
            <a:lvl1pPr indent="0" algn="r">
              <a:lnSpc>
                <a:spcPct val="100000"/>
              </a:lnSpc>
              <a:buNone/>
              <a:tabLst>
                <a:tab algn="l" pos="0"/>
              </a:tabLst>
              <a:defRPr b="0" lang="fr-FR" sz="1300" spc="-1" strike="noStrike">
                <a:solidFill>
                  <a:srgbClr val="8b8b8b"/>
                </a:solidFill>
                <a:latin typeface="Calibri"/>
                <a:ea typeface="맑은 고딕"/>
              </a:defRPr>
            </a:lvl1pPr>
          </a:lstStyle>
          <a:p>
            <a:pPr indent="0" algn="r">
              <a:lnSpc>
                <a:spcPct val="100000"/>
              </a:lnSpc>
              <a:buNone/>
              <a:tabLst>
                <a:tab algn="l" pos="0"/>
              </a:tabLst>
            </a:pPr>
            <a:fld id="{09171035-AA65-4709-8398-BB3DA35E2CC9}" type="slidenum">
              <a:rPr b="0" lang="fr-FR" sz="1300" spc="-1" strike="noStrike">
                <a:solidFill>
                  <a:srgbClr val="8b8b8b"/>
                </a:solidFill>
                <a:latin typeface="Calibri"/>
                <a:ea typeface="맑은 고딕"/>
              </a:rPr>
              <a:t>&lt;numéro&gt;</a:t>
            </a:fld>
            <a:endParaRPr b="0" lang="fr-FR" sz="1300" spc="-1" strike="noStrike">
              <a:latin typeface="Times New Roman"/>
            </a:endParaRPr>
          </a:p>
        </p:txBody>
      </p:sp>
      <p:sp>
        <p:nvSpPr>
          <p:cNvPr id="45" name="PlaceHolder 3"/>
          <p:cNvSpPr>
            <a:spLocks noGrp="1"/>
          </p:cNvSpPr>
          <p:nvPr>
            <p:ph type="dt" idx="6"/>
          </p:nvPr>
        </p:nvSpPr>
        <p:spPr>
          <a:xfrm>
            <a:off x="609480" y="6502320"/>
            <a:ext cx="2843640" cy="219960"/>
          </a:xfrm>
          <a:prstGeom prst="rect">
            <a:avLst/>
          </a:prstGeom>
          <a:noFill/>
          <a:ln w="0">
            <a:noFill/>
          </a:ln>
        </p:spPr>
        <p:txBody>
          <a:bodyPr lIns="99720" rIns="99720" tIns="49680" bIns="49680" anchor="ctr">
            <a:noAutofit/>
          </a:bodyPr>
          <a:lstStyle>
            <a:lvl1pPr indent="0">
              <a:buNone/>
              <a:defRPr b="0" lang="fr-FR" sz="1400" spc="-1" strike="noStrike">
                <a:latin typeface="Times New Roman"/>
              </a:defRPr>
            </a:lvl1pPr>
          </a:lstStyle>
          <a:p>
            <a:pPr indent="0">
              <a:buNone/>
            </a:pPr>
            <a:r>
              <a:rPr b="0" lang="fr-FR" sz="1400" spc="-1" strike="noStrike">
                <a:latin typeface="Times New Roman"/>
              </a:rPr>
              <a:t>&lt;date/heure&gt;</a:t>
            </a:r>
            <a:endParaRPr b="0" lang="fr-FR" sz="1400" spc="-1" strike="noStrike">
              <a:latin typeface="Times New Roman"/>
            </a:endParaRPr>
          </a:p>
        </p:txBody>
      </p:sp>
      <p:sp>
        <p:nvSpPr>
          <p:cNvPr id="46" name="PlaceHolder 4"/>
          <p:cNvSpPr>
            <a:spLocks noGrp="1"/>
          </p:cNvSpPr>
          <p:nvPr>
            <p:ph type="title"/>
          </p:nvPr>
        </p:nvSpPr>
        <p:spPr>
          <a:xfrm>
            <a:off x="609480" y="273600"/>
            <a:ext cx="10970640" cy="1145160"/>
          </a:xfrm>
          <a:prstGeom prst="rect">
            <a:avLst/>
          </a:prstGeom>
          <a:noFill/>
          <a:ln w="0">
            <a:noFill/>
          </a:ln>
        </p:spPr>
        <p:txBody>
          <a:bodyPr lIns="0" rIns="0" tIns="0" bIns="0" anchor="ctr">
            <a:noAutofit/>
          </a:bodyPr>
          <a:p>
            <a:pPr indent="0">
              <a:buNone/>
            </a:pPr>
            <a:r>
              <a:rPr b="0" lang="fr-FR" sz="1800" spc="-1" strike="noStrike">
                <a:solidFill>
                  <a:srgbClr val="000000"/>
                </a:solidFill>
                <a:latin typeface="Arial"/>
              </a:rPr>
              <a:t>Cliquez pour éditer le format du texte-titre</a:t>
            </a:r>
            <a:endParaRPr b="0" lang="fr-FR" sz="1800" spc="-1" strike="noStrike">
              <a:solidFill>
                <a:srgbClr val="000000"/>
              </a:solidFill>
              <a:latin typeface="Arial"/>
            </a:endParaRPr>
          </a:p>
        </p:txBody>
      </p:sp>
      <p:sp>
        <p:nvSpPr>
          <p:cNvPr id="47" name="PlaceHolder 5"/>
          <p:cNvSpPr>
            <a:spLocks noGrp="1"/>
          </p:cNvSpPr>
          <p:nvPr>
            <p:ph type="body"/>
          </p:nvPr>
        </p:nvSpPr>
        <p:spPr>
          <a:xfrm>
            <a:off x="609480" y="1604880"/>
            <a:ext cx="10970640" cy="3978000"/>
          </a:xfrm>
          <a:prstGeom prst="rect">
            <a:avLst/>
          </a:prstGeom>
          <a:noFill/>
          <a:ln w="0">
            <a:noFill/>
          </a:ln>
        </p:spPr>
        <p:txBody>
          <a:bodyPr lIns="0" rIns="0" tIns="0" bIns="0" anchor="t">
            <a:normAutofit/>
          </a:bodyPr>
          <a:p>
            <a:pPr marL="432000" indent="-324000">
              <a:lnSpc>
                <a:spcPct val="90000"/>
              </a:lnSpc>
              <a:spcBef>
                <a:spcPts val="1417"/>
              </a:spcBef>
              <a:buClr>
                <a:srgbClr val="000000"/>
              </a:buClr>
              <a:buSzPct val="45000"/>
              <a:buFont typeface="Wingdings" charset="2"/>
              <a:buChar char=""/>
            </a:pPr>
            <a:r>
              <a:rPr b="0" lang="fr-FR" sz="2800" spc="-1" strike="noStrike">
                <a:solidFill>
                  <a:srgbClr val="000000"/>
                </a:solidFill>
                <a:latin typeface="Arial"/>
              </a:rPr>
              <a:t>Cliquez pour éditer le format du plan de texte</a:t>
            </a:r>
            <a:endParaRPr b="0" lang="fr-FR" sz="2800" spc="-1" strike="noStrike">
              <a:solidFill>
                <a:srgbClr val="000000"/>
              </a:solidFill>
              <a:latin typeface="Arial"/>
            </a:endParaRPr>
          </a:p>
          <a:p>
            <a:pPr lvl="1" marL="864000" indent="-324000">
              <a:lnSpc>
                <a:spcPct val="90000"/>
              </a:lnSpc>
              <a:spcBef>
                <a:spcPts val="1134"/>
              </a:spcBef>
              <a:buClr>
                <a:srgbClr val="000000"/>
              </a:buClr>
              <a:buSzPct val="75000"/>
              <a:buFont typeface="Symbol" charset="2"/>
              <a:buChar char=""/>
            </a:pPr>
            <a:r>
              <a:rPr b="0" lang="fr-FR" sz="2000" spc="-1" strike="noStrike">
                <a:solidFill>
                  <a:srgbClr val="000000"/>
                </a:solidFill>
                <a:latin typeface="Arial"/>
              </a:rPr>
              <a:t>Second niveau de plan</a:t>
            </a:r>
            <a:endParaRPr b="0" lang="fr-FR" sz="2000" spc="-1" strike="noStrike">
              <a:solidFill>
                <a:srgbClr val="000000"/>
              </a:solidFill>
              <a:latin typeface="Arial"/>
            </a:endParaRPr>
          </a:p>
          <a:p>
            <a:pPr lvl="2" marL="1296000" indent="-288000">
              <a:lnSpc>
                <a:spcPct val="90000"/>
              </a:lnSpc>
              <a:spcBef>
                <a:spcPts val="850"/>
              </a:spcBef>
              <a:buClr>
                <a:srgbClr val="000000"/>
              </a:buClr>
              <a:buSzPct val="45000"/>
              <a:buFont typeface="Wingdings" charset="2"/>
              <a:buChar char=""/>
            </a:pPr>
            <a:r>
              <a:rPr b="0" lang="fr-FR" sz="1800" spc="-1" strike="noStrike">
                <a:solidFill>
                  <a:srgbClr val="000000"/>
                </a:solidFill>
                <a:latin typeface="Arial"/>
              </a:rPr>
              <a:t>Troisième niveau de plan</a:t>
            </a:r>
            <a:endParaRPr b="0" lang="fr-FR" sz="1800" spc="-1" strike="noStrike">
              <a:solidFill>
                <a:srgbClr val="000000"/>
              </a:solidFill>
              <a:latin typeface="Arial"/>
            </a:endParaRPr>
          </a:p>
          <a:p>
            <a:pPr lvl="3" marL="1728000" indent="-216000">
              <a:lnSpc>
                <a:spcPct val="90000"/>
              </a:lnSpc>
              <a:spcBef>
                <a:spcPts val="567"/>
              </a:spcBef>
              <a:buClr>
                <a:srgbClr val="000000"/>
              </a:buClr>
              <a:buSzPct val="75000"/>
              <a:buFont typeface="Symbol" charset="2"/>
              <a:buChar char=""/>
            </a:pPr>
            <a:r>
              <a:rPr b="0" lang="fr-FR" sz="1800" spc="-1" strike="noStrike">
                <a:solidFill>
                  <a:srgbClr val="000000"/>
                </a:solidFill>
                <a:latin typeface="Arial"/>
              </a:rPr>
              <a:t>Quatrième niveau de plan</a:t>
            </a:r>
            <a:endParaRPr b="0" lang="fr-FR" sz="1800" spc="-1" strike="noStrike">
              <a:solidFill>
                <a:srgbClr val="000000"/>
              </a:solidFill>
              <a:latin typeface="Arial"/>
            </a:endParaRPr>
          </a:p>
          <a:p>
            <a:pPr lvl="4" marL="2160000" indent="-216000">
              <a:lnSpc>
                <a:spcPct val="90000"/>
              </a:lnSpc>
              <a:spcBef>
                <a:spcPts val="283"/>
              </a:spcBef>
              <a:buClr>
                <a:srgbClr val="000000"/>
              </a:buClr>
              <a:buSzPct val="45000"/>
              <a:buFont typeface="Wingdings" charset="2"/>
              <a:buChar char=""/>
            </a:pPr>
            <a:r>
              <a:rPr b="0" lang="fr-FR" sz="2000" spc="-1" strike="noStrike">
                <a:solidFill>
                  <a:srgbClr val="000000"/>
                </a:solidFill>
                <a:latin typeface="Arial"/>
              </a:rPr>
              <a:t>Cinquième niveau de plan</a:t>
            </a:r>
            <a:endParaRPr b="0" lang="fr-FR" sz="2000" spc="-1" strike="noStrike">
              <a:solidFill>
                <a:srgbClr val="000000"/>
              </a:solidFill>
              <a:latin typeface="Arial"/>
            </a:endParaRPr>
          </a:p>
          <a:p>
            <a:pPr lvl="5" marL="2592000" indent="-216000">
              <a:lnSpc>
                <a:spcPct val="90000"/>
              </a:lnSpc>
              <a:spcBef>
                <a:spcPts val="283"/>
              </a:spcBef>
              <a:buClr>
                <a:srgbClr val="000000"/>
              </a:buClr>
              <a:buSzPct val="45000"/>
              <a:buFont typeface="Wingdings" charset="2"/>
              <a:buChar char=""/>
            </a:pPr>
            <a:r>
              <a:rPr b="0" lang="fr-FR" sz="2000" spc="-1" strike="noStrike">
                <a:solidFill>
                  <a:srgbClr val="000000"/>
                </a:solidFill>
                <a:latin typeface="Arial"/>
              </a:rPr>
              <a:t>Sixième niveau de plan</a:t>
            </a:r>
            <a:endParaRPr b="0" lang="fr-FR" sz="2000" spc="-1" strike="noStrike">
              <a:solidFill>
                <a:srgbClr val="000000"/>
              </a:solidFill>
              <a:latin typeface="Arial"/>
            </a:endParaRPr>
          </a:p>
          <a:p>
            <a:pPr lvl="6" marL="3024000" indent="-216000">
              <a:lnSpc>
                <a:spcPct val="90000"/>
              </a:lnSpc>
              <a:spcBef>
                <a:spcPts val="283"/>
              </a:spcBef>
              <a:buClr>
                <a:srgbClr val="000000"/>
              </a:buClr>
              <a:buSzPct val="45000"/>
              <a:buFont typeface="Wingdings" charset="2"/>
              <a:buChar char=""/>
            </a:pPr>
            <a:r>
              <a:rPr b="0" lang="fr-FR" sz="2000" spc="-1" strike="noStrike">
                <a:solidFill>
                  <a:srgbClr val="000000"/>
                </a:solidFill>
                <a:latin typeface="Arial"/>
              </a:rPr>
              <a:t>Septième niveau de plan</a:t>
            </a:r>
            <a:endParaRPr b="0" lang="fr-FR"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62"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2" r:id="rId13"/>
    <p:sldLayoutId id="2147483673" r:id="rId14"/>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84" name="그림 5" descr=""/>
          <p:cNvPicPr/>
          <p:nvPr/>
        </p:nvPicPr>
        <p:blipFill>
          <a:blip r:embed="rId2"/>
          <a:stretch/>
        </p:blipFill>
        <p:spPr>
          <a:xfrm>
            <a:off x="0" y="1080"/>
            <a:ext cx="12189600" cy="6856560"/>
          </a:xfrm>
          <a:prstGeom prst="rect">
            <a:avLst/>
          </a:prstGeom>
          <a:ln w="0">
            <a:noFill/>
          </a:ln>
        </p:spPr>
      </p:pic>
      <p:sp>
        <p:nvSpPr>
          <p:cNvPr id="85" name="PlaceHolder 1"/>
          <p:cNvSpPr>
            <a:spLocks noGrp="1"/>
          </p:cNvSpPr>
          <p:nvPr>
            <p:ph type="ftr" idx="7"/>
          </p:nvPr>
        </p:nvSpPr>
        <p:spPr>
          <a:xfrm>
            <a:off x="4165200" y="6431040"/>
            <a:ext cx="3859560" cy="291600"/>
          </a:xfrm>
          <a:prstGeom prst="rect">
            <a:avLst/>
          </a:prstGeom>
          <a:noFill/>
          <a:ln w="0">
            <a:noFill/>
          </a:ln>
        </p:spPr>
        <p:txBody>
          <a:bodyPr lIns="99720" rIns="99720" tIns="49680" bIns="49680" anchor="ctr">
            <a:noAutofit/>
          </a:bodyPr>
          <a:lstStyle>
            <a:lvl1pPr indent="0" algn="ctr">
              <a:lnSpc>
                <a:spcPct val="100000"/>
              </a:lnSpc>
              <a:buNone/>
              <a:tabLst>
                <a:tab algn="l" pos="0"/>
              </a:tabLst>
              <a:defRPr b="0" lang="fr-FR" sz="1400" spc="-1" strike="noStrike">
                <a:solidFill>
                  <a:srgbClr val="000000"/>
                </a:solidFill>
                <a:latin typeface="Times New Roman"/>
                <a:ea typeface="DejaVu Sans"/>
              </a:defRPr>
            </a:lvl1pPr>
          </a:lstStyle>
          <a:p>
            <a:pPr indent="0" algn="ctr">
              <a:lnSpc>
                <a:spcPct val="100000"/>
              </a:lnSpc>
              <a:buNone/>
              <a:tabLst>
                <a:tab algn="l" pos="0"/>
              </a:tabLst>
            </a:pPr>
            <a:r>
              <a:rPr b="0" lang="fr-FR" sz="1400" spc="-1" strike="noStrike">
                <a:solidFill>
                  <a:srgbClr val="000000"/>
                </a:solidFill>
                <a:latin typeface="Times New Roman"/>
                <a:ea typeface="DejaVu Sans"/>
              </a:rPr>
              <a:t>&lt;pied de page&gt;</a:t>
            </a:r>
            <a:endParaRPr b="0" lang="fr-FR" sz="1400" spc="-1" strike="noStrike">
              <a:latin typeface="Times New Roman"/>
            </a:endParaRPr>
          </a:p>
        </p:txBody>
      </p:sp>
      <p:sp>
        <p:nvSpPr>
          <p:cNvPr id="86" name="PlaceHolder 2"/>
          <p:cNvSpPr>
            <a:spLocks noGrp="1"/>
          </p:cNvSpPr>
          <p:nvPr>
            <p:ph type="sldNum" idx="8"/>
          </p:nvPr>
        </p:nvSpPr>
        <p:spPr>
          <a:xfrm>
            <a:off x="8736480" y="6431040"/>
            <a:ext cx="2843640" cy="291600"/>
          </a:xfrm>
          <a:prstGeom prst="rect">
            <a:avLst/>
          </a:prstGeom>
          <a:noFill/>
          <a:ln w="0">
            <a:noFill/>
          </a:ln>
        </p:spPr>
        <p:txBody>
          <a:bodyPr lIns="99720" rIns="99720" tIns="49680" bIns="49680" anchor="ctr">
            <a:noAutofit/>
          </a:bodyPr>
          <a:lstStyle>
            <a:lvl1pPr indent="0" algn="r">
              <a:lnSpc>
                <a:spcPct val="100000"/>
              </a:lnSpc>
              <a:buNone/>
              <a:tabLst>
                <a:tab algn="l" pos="0"/>
              </a:tabLst>
              <a:defRPr b="0" lang="fr-FR" sz="1300" spc="-1" strike="noStrike">
                <a:solidFill>
                  <a:srgbClr val="8b8b8b"/>
                </a:solidFill>
                <a:latin typeface="Calibri"/>
                <a:ea typeface="맑은 고딕"/>
              </a:defRPr>
            </a:lvl1pPr>
          </a:lstStyle>
          <a:p>
            <a:pPr indent="0" algn="r">
              <a:lnSpc>
                <a:spcPct val="100000"/>
              </a:lnSpc>
              <a:buNone/>
              <a:tabLst>
                <a:tab algn="l" pos="0"/>
              </a:tabLst>
            </a:pPr>
            <a:fld id="{AF7F680F-C5C1-42F7-A621-6E413B3DA026}" type="slidenum">
              <a:rPr b="0" lang="fr-FR" sz="1300" spc="-1" strike="noStrike">
                <a:solidFill>
                  <a:srgbClr val="8b8b8b"/>
                </a:solidFill>
                <a:latin typeface="Calibri"/>
                <a:ea typeface="맑은 고딕"/>
              </a:rPr>
              <a:t>&lt;numéro&gt;</a:t>
            </a:fld>
            <a:endParaRPr b="0" lang="fr-FR" sz="1300" spc="-1" strike="noStrike">
              <a:latin typeface="Times New Roman"/>
            </a:endParaRPr>
          </a:p>
        </p:txBody>
      </p:sp>
      <p:sp>
        <p:nvSpPr>
          <p:cNvPr id="87" name="PlaceHolder 3"/>
          <p:cNvSpPr>
            <a:spLocks noGrp="1"/>
          </p:cNvSpPr>
          <p:nvPr>
            <p:ph type="dt" idx="9"/>
          </p:nvPr>
        </p:nvSpPr>
        <p:spPr>
          <a:xfrm>
            <a:off x="609480" y="6431040"/>
            <a:ext cx="2843640" cy="291600"/>
          </a:xfrm>
          <a:prstGeom prst="rect">
            <a:avLst/>
          </a:prstGeom>
          <a:noFill/>
          <a:ln w="0">
            <a:noFill/>
          </a:ln>
        </p:spPr>
        <p:txBody>
          <a:bodyPr lIns="99720" rIns="99720" tIns="49680" bIns="49680" anchor="ctr">
            <a:noAutofit/>
          </a:bodyPr>
          <a:lstStyle>
            <a:lvl1pPr indent="0">
              <a:buNone/>
              <a:defRPr b="0" lang="fr-FR" sz="1400" spc="-1" strike="noStrike">
                <a:latin typeface="Times New Roman"/>
              </a:defRPr>
            </a:lvl1pPr>
          </a:lstStyle>
          <a:p>
            <a:pPr indent="0">
              <a:buNone/>
            </a:pPr>
            <a:r>
              <a:rPr b="0" lang="fr-FR" sz="1400" spc="-1" strike="noStrike">
                <a:latin typeface="Times New Roman"/>
              </a:rPr>
              <a:t>&lt;date/heure&gt;</a:t>
            </a:r>
            <a:endParaRPr b="0" lang="fr-FR" sz="1400" spc="-1" strike="noStrike">
              <a:latin typeface="Times New Roman"/>
            </a:endParaRPr>
          </a:p>
        </p:txBody>
      </p:sp>
      <p:sp>
        <p:nvSpPr>
          <p:cNvPr id="88" name="PlaceHolder 4"/>
          <p:cNvSpPr>
            <a:spLocks noGrp="1"/>
          </p:cNvSpPr>
          <p:nvPr>
            <p:ph type="title"/>
          </p:nvPr>
        </p:nvSpPr>
        <p:spPr>
          <a:xfrm>
            <a:off x="609480" y="273600"/>
            <a:ext cx="10970640" cy="1145160"/>
          </a:xfrm>
          <a:prstGeom prst="rect">
            <a:avLst/>
          </a:prstGeom>
          <a:noFill/>
          <a:ln w="0">
            <a:noFill/>
          </a:ln>
        </p:spPr>
        <p:txBody>
          <a:bodyPr lIns="0" rIns="0" tIns="0" bIns="0" anchor="ctr">
            <a:noAutofit/>
          </a:bodyPr>
          <a:p>
            <a:pPr indent="0">
              <a:buNone/>
            </a:pPr>
            <a:r>
              <a:rPr b="0" lang="fr-FR" sz="1800" spc="-1" strike="noStrike">
                <a:solidFill>
                  <a:srgbClr val="000000"/>
                </a:solidFill>
                <a:latin typeface="Arial"/>
              </a:rPr>
              <a:t>Cliquez pour éditer le format du texte-titre</a:t>
            </a:r>
            <a:endParaRPr b="0" lang="fr-FR" sz="1800" spc="-1" strike="noStrike">
              <a:solidFill>
                <a:srgbClr val="000000"/>
              </a:solidFill>
              <a:latin typeface="Arial"/>
            </a:endParaRPr>
          </a:p>
        </p:txBody>
      </p:sp>
      <p:sp>
        <p:nvSpPr>
          <p:cNvPr id="89" name="PlaceHolder 5"/>
          <p:cNvSpPr>
            <a:spLocks noGrp="1"/>
          </p:cNvSpPr>
          <p:nvPr>
            <p:ph type="body"/>
          </p:nvPr>
        </p:nvSpPr>
        <p:spPr>
          <a:xfrm>
            <a:off x="609480" y="1604880"/>
            <a:ext cx="10970640" cy="3978000"/>
          </a:xfrm>
          <a:prstGeom prst="rect">
            <a:avLst/>
          </a:prstGeom>
          <a:noFill/>
          <a:ln w="0">
            <a:noFill/>
          </a:ln>
        </p:spPr>
        <p:txBody>
          <a:bodyPr lIns="0" rIns="0" tIns="0" bIns="0" anchor="t">
            <a:normAutofit/>
          </a:bodyPr>
          <a:p>
            <a:pPr marL="432000" indent="-324000">
              <a:lnSpc>
                <a:spcPct val="90000"/>
              </a:lnSpc>
              <a:spcBef>
                <a:spcPts val="1417"/>
              </a:spcBef>
              <a:buClr>
                <a:srgbClr val="000000"/>
              </a:buClr>
              <a:buSzPct val="45000"/>
              <a:buFont typeface="Wingdings" charset="2"/>
              <a:buChar char=""/>
            </a:pPr>
            <a:r>
              <a:rPr b="0" lang="fr-FR" sz="2800" spc="-1" strike="noStrike">
                <a:solidFill>
                  <a:srgbClr val="000000"/>
                </a:solidFill>
                <a:latin typeface="Arial"/>
              </a:rPr>
              <a:t>Cliquez pour éditer le format du plan de texte</a:t>
            </a:r>
            <a:endParaRPr b="0" lang="fr-FR" sz="2800" spc="-1" strike="noStrike">
              <a:solidFill>
                <a:srgbClr val="000000"/>
              </a:solidFill>
              <a:latin typeface="Arial"/>
            </a:endParaRPr>
          </a:p>
          <a:p>
            <a:pPr lvl="1" marL="864000" indent="-324000">
              <a:lnSpc>
                <a:spcPct val="90000"/>
              </a:lnSpc>
              <a:spcBef>
                <a:spcPts val="1134"/>
              </a:spcBef>
              <a:buClr>
                <a:srgbClr val="000000"/>
              </a:buClr>
              <a:buSzPct val="75000"/>
              <a:buFont typeface="Symbol" charset="2"/>
              <a:buChar char=""/>
            </a:pPr>
            <a:r>
              <a:rPr b="0" lang="fr-FR" sz="2000" spc="-1" strike="noStrike">
                <a:solidFill>
                  <a:srgbClr val="000000"/>
                </a:solidFill>
                <a:latin typeface="Arial"/>
              </a:rPr>
              <a:t>Second niveau de plan</a:t>
            </a:r>
            <a:endParaRPr b="0" lang="fr-FR" sz="2000" spc="-1" strike="noStrike">
              <a:solidFill>
                <a:srgbClr val="000000"/>
              </a:solidFill>
              <a:latin typeface="Arial"/>
            </a:endParaRPr>
          </a:p>
          <a:p>
            <a:pPr lvl="2" marL="1296000" indent="-288000">
              <a:lnSpc>
                <a:spcPct val="90000"/>
              </a:lnSpc>
              <a:spcBef>
                <a:spcPts val="850"/>
              </a:spcBef>
              <a:buClr>
                <a:srgbClr val="000000"/>
              </a:buClr>
              <a:buSzPct val="45000"/>
              <a:buFont typeface="Wingdings" charset="2"/>
              <a:buChar char=""/>
            </a:pPr>
            <a:r>
              <a:rPr b="0" lang="fr-FR" sz="1800" spc="-1" strike="noStrike">
                <a:solidFill>
                  <a:srgbClr val="000000"/>
                </a:solidFill>
                <a:latin typeface="Arial"/>
              </a:rPr>
              <a:t>Troisième niveau de plan</a:t>
            </a:r>
            <a:endParaRPr b="0" lang="fr-FR" sz="1800" spc="-1" strike="noStrike">
              <a:solidFill>
                <a:srgbClr val="000000"/>
              </a:solidFill>
              <a:latin typeface="Arial"/>
            </a:endParaRPr>
          </a:p>
          <a:p>
            <a:pPr lvl="3" marL="1728000" indent="-216000">
              <a:lnSpc>
                <a:spcPct val="90000"/>
              </a:lnSpc>
              <a:spcBef>
                <a:spcPts val="567"/>
              </a:spcBef>
              <a:buClr>
                <a:srgbClr val="000000"/>
              </a:buClr>
              <a:buSzPct val="75000"/>
              <a:buFont typeface="Symbol" charset="2"/>
              <a:buChar char=""/>
            </a:pPr>
            <a:r>
              <a:rPr b="0" lang="fr-FR" sz="1800" spc="-1" strike="noStrike">
                <a:solidFill>
                  <a:srgbClr val="000000"/>
                </a:solidFill>
                <a:latin typeface="Arial"/>
              </a:rPr>
              <a:t>Quatrième niveau de plan</a:t>
            </a:r>
            <a:endParaRPr b="0" lang="fr-FR" sz="1800" spc="-1" strike="noStrike">
              <a:solidFill>
                <a:srgbClr val="000000"/>
              </a:solidFill>
              <a:latin typeface="Arial"/>
            </a:endParaRPr>
          </a:p>
          <a:p>
            <a:pPr lvl="4" marL="2160000" indent="-216000">
              <a:lnSpc>
                <a:spcPct val="90000"/>
              </a:lnSpc>
              <a:spcBef>
                <a:spcPts val="283"/>
              </a:spcBef>
              <a:buClr>
                <a:srgbClr val="000000"/>
              </a:buClr>
              <a:buSzPct val="45000"/>
              <a:buFont typeface="Wingdings" charset="2"/>
              <a:buChar char=""/>
            </a:pPr>
            <a:r>
              <a:rPr b="0" lang="fr-FR" sz="2000" spc="-1" strike="noStrike">
                <a:solidFill>
                  <a:srgbClr val="000000"/>
                </a:solidFill>
                <a:latin typeface="Arial"/>
              </a:rPr>
              <a:t>Cinquième niveau de plan</a:t>
            </a:r>
            <a:endParaRPr b="0" lang="fr-FR" sz="2000" spc="-1" strike="noStrike">
              <a:solidFill>
                <a:srgbClr val="000000"/>
              </a:solidFill>
              <a:latin typeface="Arial"/>
            </a:endParaRPr>
          </a:p>
          <a:p>
            <a:pPr lvl="5" marL="2592000" indent="-216000">
              <a:lnSpc>
                <a:spcPct val="90000"/>
              </a:lnSpc>
              <a:spcBef>
                <a:spcPts val="283"/>
              </a:spcBef>
              <a:buClr>
                <a:srgbClr val="000000"/>
              </a:buClr>
              <a:buSzPct val="45000"/>
              <a:buFont typeface="Wingdings" charset="2"/>
              <a:buChar char=""/>
            </a:pPr>
            <a:r>
              <a:rPr b="0" lang="fr-FR" sz="2000" spc="-1" strike="noStrike">
                <a:solidFill>
                  <a:srgbClr val="000000"/>
                </a:solidFill>
                <a:latin typeface="Arial"/>
              </a:rPr>
              <a:t>Sixième niveau de plan</a:t>
            </a:r>
            <a:endParaRPr b="0" lang="fr-FR" sz="2000" spc="-1" strike="noStrike">
              <a:solidFill>
                <a:srgbClr val="000000"/>
              </a:solidFill>
              <a:latin typeface="Arial"/>
            </a:endParaRPr>
          </a:p>
          <a:p>
            <a:pPr lvl="6" marL="3024000" indent="-216000">
              <a:lnSpc>
                <a:spcPct val="90000"/>
              </a:lnSpc>
              <a:spcBef>
                <a:spcPts val="283"/>
              </a:spcBef>
              <a:buClr>
                <a:srgbClr val="000000"/>
              </a:buClr>
              <a:buSzPct val="45000"/>
              <a:buFont typeface="Wingdings" charset="2"/>
              <a:buChar char=""/>
            </a:pPr>
            <a:r>
              <a:rPr b="0" lang="fr-FR" sz="2000" spc="-1" strike="noStrike">
                <a:solidFill>
                  <a:srgbClr val="000000"/>
                </a:solidFill>
                <a:latin typeface="Arial"/>
              </a:rPr>
              <a:t>Septième niveau de plan</a:t>
            </a:r>
            <a:endParaRPr b="0" lang="fr-FR"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 id="2147483685" r:id="rId13"/>
    <p:sldLayoutId id="2147483686" r:id="rId14"/>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3.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image" Target="../media/image5.png"/><Relationship Id="rId3" Type="http://schemas.openxmlformats.org/officeDocument/2006/relationships/slideLayout" Target="../slideLayouts/slideLayout13.xml"/>
</Relationships>
</file>

<file path=ppt/slides/_rels/slide4.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slideLayout" Target="../slideLayouts/slideLayout13.xml"/>
</Relationships>
</file>

<file path=ppt/slides/_rels/slide5.xml.rels><?xml version="1.0" encoding="UTF-8"?>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13.xml"/>
</Relationships>
</file>

<file path=ppt/slides/_rels/slide6.xml.rels><?xml version="1.0" encoding="UTF-8"?>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13.xml"/>
</Relationships>
</file>

<file path=ppt/slides/_rels/slide7.xml.rels><?xml version="1.0" encoding="UTF-8"?>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3.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10.xml.rels><?xml version="1.0" encoding="UTF-8"?>
<Relationships xmlns="http://schemas.openxmlformats.org/package/2006/relationships"><Relationship Id="rId1" Type="http://schemas.openxmlformats.org/officeDocument/2006/relationships/image" Target="../media/image12.png"/><Relationship Id="rId2" Type="http://schemas.openxmlformats.org/officeDocument/2006/relationships/slideLayout" Target="../slideLayouts/slideLayout13.xml"/>
</Relationships>
</file>

<file path=ppt/slides/_rels/slide11.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13.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13.xml.rels><?xml version="1.0" encoding="UTF-8"?>
<Relationships xmlns="http://schemas.openxmlformats.org/package/2006/relationships"><Relationship Id="rId1" Type="http://schemas.openxmlformats.org/officeDocument/2006/relationships/image" Target="../media/image14.png"/><Relationship Id="rId2" Type="http://schemas.openxmlformats.org/officeDocument/2006/relationships/slideLayout" Target="../slideLayouts/slideLayout13.xml"/>
</Relationships>
</file>

<file path=ppt/slides/_rels/slide14.xml.rels><?xml version="1.0" encoding="UTF-8"?>
<Relationships xmlns="http://schemas.openxmlformats.org/package/2006/relationships"><Relationship Id="rId1" Type="http://schemas.openxmlformats.org/officeDocument/2006/relationships/diagramData" Target="../diagrams/data1.xml"/><Relationship Id="rId2" Type="http://schemas.openxmlformats.org/officeDocument/2006/relationships/diagramLayout" Target="../diagrams/layout1.xml"/><Relationship Id="rId3" Type="http://schemas.openxmlformats.org/officeDocument/2006/relationships/diagramQuickStyle" Target="../diagrams/quickStyle1.xml"/><Relationship Id="rId4" Type="http://schemas.openxmlformats.org/officeDocument/2006/relationships/diagramColors" Target="../diagrams/colors1.xml"/><Relationship Id="rId5" Type="http://schemas.microsoft.com/office/2007/relationships/diagramDrawing" Target="../diagrams/drawing1.xml"/><Relationship Id="rId6" Type="http://schemas.openxmlformats.org/officeDocument/2006/relationships/slideLayout" Target="../slideLayouts/slideLayout13.xml"/>
</Relationships>
</file>

<file path=ppt/slides/_rels/slide15.xml.rels><?xml version="1.0" encoding="UTF-8"?>
<Relationships xmlns="http://schemas.openxmlformats.org/package/2006/relationships"><Relationship Id="rId1" Type="http://schemas.openxmlformats.org/officeDocument/2006/relationships/image" Target="../media/image15.png"/><Relationship Id="rId2" Type="http://schemas.openxmlformats.org/officeDocument/2006/relationships/slideLayout" Target="../slideLayouts/slideLayout13.xml"/>
</Relationships>
</file>

<file path=ppt/slides/_rels/slide16.xml.rels><?xml version="1.0" encoding="UTF-8"?>
<Relationships xmlns="http://schemas.openxmlformats.org/package/2006/relationships"><Relationship Id="rId1" Type="http://schemas.openxmlformats.org/officeDocument/2006/relationships/image" Target="../media/image16.png"/><Relationship Id="rId2" Type="http://schemas.openxmlformats.org/officeDocument/2006/relationships/slideLayout" Target="../slideLayouts/slideLayout13.xml"/>
</Relationships>
</file>

<file path=ppt/slides/_rels/slide17.xml.rels><?xml version="1.0" encoding="UTF-8"?>
<Relationships xmlns="http://schemas.openxmlformats.org/package/2006/relationships"><Relationship Id="rId1" Type="http://schemas.openxmlformats.org/officeDocument/2006/relationships/image" Target="../media/image15.png"/><Relationship Id="rId2" Type="http://schemas.openxmlformats.org/officeDocument/2006/relationships/slideLayout" Target="../slideLayouts/slideLayout13.xml"/>
</Relationships>
</file>

<file path=ppt/slides/_rels/slide18.xml.rels><?xml version="1.0" encoding="UTF-8"?>
<Relationships xmlns="http://schemas.openxmlformats.org/package/2006/relationships"><Relationship Id="rId1" Type="http://schemas.openxmlformats.org/officeDocument/2006/relationships/image" Target="../media/image17.png"/><Relationship Id="rId2" Type="http://schemas.openxmlformats.org/officeDocument/2006/relationships/slideLayout" Target="../slideLayouts/slideLayout13.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25.xml"/>
</Relationships>
</file>

<file path=ppt/slides/_rels/slide21.xml.rels><?xml version="1.0" encoding="UTF-8"?>
<Relationships xmlns="http://schemas.openxmlformats.org/package/2006/relationships"><Relationship Id="rId1" Type="http://schemas.openxmlformats.org/officeDocument/2006/relationships/image" Target="../media/image18.png"/><Relationship Id="rId2" Type="http://schemas.openxmlformats.org/officeDocument/2006/relationships/slideLayout" Target="../slideLayouts/slideLayout13.xml"/>
</Relationships>
</file>

<file path=ppt/slides/_rels/slide22.xml.rels><?xml version="1.0" encoding="UTF-8"?>
<Relationships xmlns="http://schemas.openxmlformats.org/package/2006/relationships"><Relationship Id="rId1" Type="http://schemas.openxmlformats.org/officeDocument/2006/relationships/image" Target="../media/image19.png"/><Relationship Id="rId2" Type="http://schemas.openxmlformats.org/officeDocument/2006/relationships/slideLayout" Target="../slideLayouts/slideLayout13.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2" name="PlaceHolder 1"/>
          <p:cNvSpPr>
            <a:spLocks noGrp="1"/>
          </p:cNvSpPr>
          <p:nvPr>
            <p:ph type="subTitle"/>
          </p:nvPr>
        </p:nvSpPr>
        <p:spPr>
          <a:xfrm>
            <a:off x="6743160" y="2051640"/>
            <a:ext cx="5136480" cy="791280"/>
          </a:xfrm>
          <a:prstGeom prst="rect">
            <a:avLst/>
          </a:prstGeom>
          <a:noFill/>
          <a:ln w="9360">
            <a:noFill/>
          </a:ln>
        </p:spPr>
        <p:txBody>
          <a:bodyPr numCol="1" spcCol="0" lIns="99720" rIns="99720" tIns="49680" bIns="49680" anchor="t">
            <a:noAutofit/>
          </a:bodyPr>
          <a:p>
            <a:pPr marL="228600" indent="-228600" algn="ctr">
              <a:lnSpc>
                <a:spcPct val="90000"/>
              </a:lnSpc>
              <a:spcBef>
                <a:spcPts val="1001"/>
              </a:spcBef>
              <a:buClr>
                <a:srgbClr val="bddaea"/>
              </a:buClr>
              <a:buFont typeface="Arial"/>
              <a:buChar char="•"/>
              <a:tabLst>
                <a:tab algn="l" pos="0"/>
              </a:tabLst>
            </a:pPr>
            <a:r>
              <a:rPr b="0" lang="en-US" sz="2200" spc="-1" strike="noStrike">
                <a:solidFill>
                  <a:srgbClr val="bddaea"/>
                </a:solidFill>
                <a:latin typeface="Calibri"/>
                <a:ea typeface="맑은 고딕"/>
              </a:rPr>
              <a:t>OpenClassrooms Formation IA Engineer</a:t>
            </a:r>
            <a:endParaRPr b="0" lang="fr-FR" sz="2200" spc="-1" strike="noStrike">
              <a:latin typeface="Arial"/>
            </a:endParaRPr>
          </a:p>
        </p:txBody>
      </p:sp>
      <p:sp>
        <p:nvSpPr>
          <p:cNvPr id="133" name="PlaceHolder 2"/>
          <p:cNvSpPr>
            <a:spLocks noGrp="1"/>
          </p:cNvSpPr>
          <p:nvPr>
            <p:ph type="title"/>
          </p:nvPr>
        </p:nvSpPr>
        <p:spPr>
          <a:xfrm>
            <a:off x="7020000" y="2772000"/>
            <a:ext cx="4679640" cy="1871640"/>
          </a:xfrm>
          <a:prstGeom prst="rect">
            <a:avLst/>
          </a:prstGeom>
          <a:noFill/>
          <a:ln w="9360">
            <a:noFill/>
          </a:ln>
        </p:spPr>
        <p:txBody>
          <a:bodyPr numCol="1" spcCol="0" lIns="99720" rIns="99720" tIns="49680" bIns="49680" anchor="t">
            <a:noAutofit/>
          </a:bodyPr>
          <a:p>
            <a:pPr indent="0" algn="ctr">
              <a:lnSpc>
                <a:spcPct val="100000"/>
              </a:lnSpc>
              <a:buNone/>
              <a:tabLst>
                <a:tab algn="l" pos="0"/>
              </a:tabLst>
            </a:pPr>
            <a:r>
              <a:rPr b="0" lang="en-US" sz="5800" spc="-1" strike="noStrike">
                <a:solidFill>
                  <a:srgbClr val="ff6100"/>
                </a:solidFill>
                <a:latin typeface="Calibri"/>
                <a:ea typeface="맑은 고딕"/>
              </a:rPr>
              <a:t>PROJET 12 :</a:t>
            </a:r>
            <a:br>
              <a:rPr sz="5800"/>
            </a:br>
            <a:r>
              <a:rPr b="0" lang="en-US" sz="800" spc="-1" strike="noStrike">
                <a:solidFill>
                  <a:srgbClr val="ff6100"/>
                </a:solidFill>
                <a:latin typeface="Calibri"/>
                <a:ea typeface="맑은 고딕"/>
              </a:rPr>
              <a:t> </a:t>
            </a:r>
            <a:r>
              <a:rPr b="0" lang="en-US" sz="1400" spc="-1" strike="noStrike">
                <a:solidFill>
                  <a:srgbClr val="ff6100"/>
                </a:solidFill>
                <a:latin typeface="Calibri"/>
                <a:ea typeface="맑은 고딕"/>
              </a:rPr>
              <a:t> </a:t>
            </a:r>
            <a:br>
              <a:rPr sz="5800"/>
            </a:br>
            <a:r>
              <a:rPr b="0" lang="en-US" sz="4000" spc="-1" strike="noStrike">
                <a:solidFill>
                  <a:srgbClr val="ff6100"/>
                </a:solidFill>
                <a:latin typeface="Calibri"/>
                <a:ea typeface="맑은 고딕"/>
              </a:rPr>
              <a:t>Réalisez le cadrage d’un projet IA</a:t>
            </a:r>
            <a:endParaRPr b="0" lang="fr-FR" sz="4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4" name="PlaceHolder 1"/>
          <p:cNvSpPr>
            <a:spLocks noGrp="1"/>
          </p:cNvSpPr>
          <p:nvPr>
            <p:ph type="title"/>
          </p:nvPr>
        </p:nvSpPr>
        <p:spPr>
          <a:xfrm>
            <a:off x="609480" y="189360"/>
            <a:ext cx="10970640" cy="798120"/>
          </a:xfrm>
          <a:prstGeom prst="rect">
            <a:avLst/>
          </a:prstGeom>
          <a:noFill/>
          <a:ln w="0">
            <a:noFill/>
          </a:ln>
        </p:spPr>
        <p:txBody>
          <a:bodyPr lIns="99720" rIns="99720" tIns="49680" bIns="49680" anchor="ctr">
            <a:noAutofit/>
          </a:bodyPr>
          <a:p>
            <a:pPr indent="0">
              <a:lnSpc>
                <a:spcPct val="100000"/>
              </a:lnSpc>
              <a:buNone/>
              <a:tabLst>
                <a:tab algn="l" pos="0"/>
              </a:tabLst>
            </a:pPr>
            <a:r>
              <a:rPr b="1" lang="en-US" sz="4000" spc="-1" strike="noStrike">
                <a:solidFill>
                  <a:srgbClr val="ffffff"/>
                </a:solidFill>
                <a:latin typeface="Calibri"/>
                <a:ea typeface="맑은 고딕"/>
              </a:rPr>
              <a:t>Point clés</a:t>
            </a:r>
            <a:endParaRPr b="0" lang="fr-FR" sz="4000" spc="-1" strike="noStrike">
              <a:solidFill>
                <a:srgbClr val="000000"/>
              </a:solidFill>
              <a:latin typeface="Arial"/>
            </a:endParaRPr>
          </a:p>
        </p:txBody>
      </p:sp>
      <p:sp>
        <p:nvSpPr>
          <p:cNvPr id="135" name="PlaceHolder 2"/>
          <p:cNvSpPr>
            <a:spLocks noGrp="1"/>
          </p:cNvSpPr>
          <p:nvPr>
            <p:ph/>
          </p:nvPr>
        </p:nvSpPr>
        <p:spPr>
          <a:xfrm>
            <a:off x="180000" y="1260000"/>
            <a:ext cx="11879640" cy="5533920"/>
          </a:xfrm>
          <a:prstGeom prst="rect">
            <a:avLst/>
          </a:prstGeom>
          <a:noFill/>
          <a:ln w="0">
            <a:noFill/>
          </a:ln>
        </p:spPr>
        <p:txBody>
          <a:bodyPr lIns="99720" rIns="99720" tIns="49680" bIns="49680" anchor="t">
            <a:noAutofit/>
          </a:bodyPr>
          <a:p>
            <a:pPr marL="228600" indent="0">
              <a:lnSpc>
                <a:spcPct val="100000"/>
              </a:lnSpc>
              <a:spcBef>
                <a:spcPts val="400"/>
              </a:spcBef>
              <a:buNone/>
              <a:tabLst>
                <a:tab algn="l" pos="0"/>
              </a:tabLst>
            </a:pPr>
            <a:r>
              <a:rPr b="1" lang="en-US" sz="2000" spc="-1" strike="noStrike" u="sng">
                <a:solidFill>
                  <a:srgbClr val="0d0d0d"/>
                </a:solidFill>
                <a:uFillTx/>
                <a:latin typeface="Calibri"/>
                <a:ea typeface="맑은 고딕"/>
              </a:rPr>
              <a:t>Contexte </a:t>
            </a:r>
            <a:r>
              <a:rPr b="0" lang="en-US" sz="2000" spc="-1" strike="noStrike">
                <a:solidFill>
                  <a:srgbClr val="0d0d0d"/>
                </a:solidFill>
                <a:latin typeface="Calibri"/>
                <a:ea typeface="맑은 고딕"/>
              </a:rPr>
              <a:t>: </a:t>
            </a:r>
            <a:endParaRPr b="0" lang="fr-FR" sz="2000" spc="-1" strike="noStrike">
              <a:solidFill>
                <a:srgbClr val="000000"/>
              </a:solidFill>
              <a:latin typeface="Arial"/>
            </a:endParaRPr>
          </a:p>
          <a:p>
            <a:pPr marL="228600" indent="0">
              <a:lnSpc>
                <a:spcPct val="100000"/>
              </a:lnSpc>
              <a:spcBef>
                <a:spcPts val="400"/>
              </a:spcBef>
              <a:buNone/>
              <a:tabLst>
                <a:tab algn="l" pos="0"/>
              </a:tabLst>
            </a:pPr>
            <a:r>
              <a:rPr b="0" lang="en-US" sz="1800" spc="-1" strike="noStrike">
                <a:solidFill>
                  <a:srgbClr val="0d0d0d"/>
                </a:solidFill>
                <a:latin typeface="Calibri"/>
                <a:ea typeface="맑은 고딕"/>
              </a:rPr>
              <a:t>Développement une application de recommandations personnalisées et visualisables sur les photos utilisateurs.</a:t>
            </a:r>
            <a:endParaRPr b="0" lang="fr-FR" sz="1800" spc="-1" strike="noStrike">
              <a:solidFill>
                <a:srgbClr val="000000"/>
              </a:solidFill>
              <a:latin typeface="Arial"/>
            </a:endParaRPr>
          </a:p>
          <a:p>
            <a:pPr marL="228600" indent="0">
              <a:lnSpc>
                <a:spcPct val="100000"/>
              </a:lnSpc>
              <a:spcBef>
                <a:spcPts val="400"/>
              </a:spcBef>
              <a:buNone/>
              <a:tabLst>
                <a:tab algn="l" pos="0"/>
              </a:tabLst>
            </a:pPr>
            <a:endParaRPr b="0" lang="fr-FR" sz="1200" spc="-1" strike="noStrike">
              <a:solidFill>
                <a:srgbClr val="000000"/>
              </a:solidFill>
              <a:latin typeface="Arial"/>
            </a:endParaRPr>
          </a:p>
          <a:p>
            <a:pPr marL="228600" indent="0">
              <a:lnSpc>
                <a:spcPct val="100000"/>
              </a:lnSpc>
              <a:spcBef>
                <a:spcPts val="400"/>
              </a:spcBef>
              <a:buNone/>
              <a:tabLst>
                <a:tab algn="l" pos="0"/>
              </a:tabLst>
            </a:pPr>
            <a:r>
              <a:rPr b="1" lang="en-US" sz="2000" spc="-1" strike="noStrike" u="sng">
                <a:solidFill>
                  <a:srgbClr val="0d0d0d"/>
                </a:solidFill>
                <a:uFillTx/>
                <a:latin typeface="Calibri"/>
                <a:ea typeface="맑은 고딕"/>
              </a:rPr>
              <a:t>Objectif </a:t>
            </a:r>
            <a:r>
              <a:rPr b="0" lang="en-US" sz="2000" spc="-1" strike="noStrike">
                <a:solidFill>
                  <a:srgbClr val="0d0d0d"/>
                </a:solidFill>
                <a:latin typeface="Calibri"/>
                <a:ea typeface="맑은 고딕"/>
              </a:rPr>
              <a:t>: </a:t>
            </a:r>
            <a:endParaRPr b="0" lang="fr-FR" sz="2000" spc="-1" strike="noStrike">
              <a:solidFill>
                <a:srgbClr val="000000"/>
              </a:solidFill>
              <a:latin typeface="Arial"/>
            </a:endParaRPr>
          </a:p>
          <a:p>
            <a:pPr marL="228600" indent="0">
              <a:lnSpc>
                <a:spcPct val="100000"/>
              </a:lnSpc>
              <a:spcBef>
                <a:spcPts val="400"/>
              </a:spcBef>
              <a:buNone/>
              <a:tabLst>
                <a:tab algn="l" pos="0"/>
              </a:tabLst>
            </a:pPr>
            <a:r>
              <a:rPr b="0" lang="en-US" sz="1800" spc="-1" strike="noStrike">
                <a:solidFill>
                  <a:srgbClr val="0d0d0d"/>
                </a:solidFill>
                <a:latin typeface="Calibri"/>
                <a:ea typeface="맑은 고딕"/>
              </a:rPr>
              <a:t>Augmentation des ventes et amélioration de l’image de marque via cette innovation.</a:t>
            </a:r>
            <a:endParaRPr b="0" lang="fr-FR" sz="1800" spc="-1" strike="noStrike">
              <a:solidFill>
                <a:srgbClr val="000000"/>
              </a:solidFill>
              <a:latin typeface="Arial"/>
            </a:endParaRPr>
          </a:p>
          <a:p>
            <a:pPr marL="228600" indent="0">
              <a:lnSpc>
                <a:spcPct val="100000"/>
              </a:lnSpc>
              <a:spcBef>
                <a:spcPts val="400"/>
              </a:spcBef>
              <a:buNone/>
              <a:tabLst>
                <a:tab algn="l" pos="0"/>
              </a:tabLst>
            </a:pPr>
            <a:endParaRPr b="0" lang="fr-FR" sz="1200" spc="-1" strike="noStrike">
              <a:solidFill>
                <a:srgbClr val="000000"/>
              </a:solidFill>
              <a:latin typeface="Arial"/>
            </a:endParaRPr>
          </a:p>
          <a:p>
            <a:pPr marL="228600" indent="0">
              <a:lnSpc>
                <a:spcPct val="100000"/>
              </a:lnSpc>
              <a:spcBef>
                <a:spcPts val="400"/>
              </a:spcBef>
              <a:buNone/>
              <a:tabLst>
                <a:tab algn="l" pos="0"/>
              </a:tabLst>
            </a:pPr>
            <a:r>
              <a:rPr b="1" lang="en-US" sz="2000" spc="-1" strike="noStrike" u="sng">
                <a:solidFill>
                  <a:srgbClr val="0d0d0d"/>
                </a:solidFill>
                <a:uFillTx/>
                <a:latin typeface="Calibri"/>
                <a:ea typeface="맑은 고딕"/>
              </a:rPr>
              <a:t>Equipe de développement</a:t>
            </a:r>
            <a:r>
              <a:rPr b="0" lang="en-US" sz="2000" spc="-1" strike="noStrike">
                <a:solidFill>
                  <a:srgbClr val="0d0d0d"/>
                </a:solidFill>
                <a:latin typeface="Calibri"/>
                <a:ea typeface="맑은 고딕"/>
              </a:rPr>
              <a:t> : </a:t>
            </a:r>
            <a:r>
              <a:rPr b="0" lang="en-US" sz="1800" spc="-1" strike="noStrike">
                <a:solidFill>
                  <a:srgbClr val="0d0d0d"/>
                </a:solidFill>
                <a:latin typeface="Calibri"/>
                <a:ea typeface="맑은 고딕"/>
              </a:rPr>
              <a:t>9 personnes pendant 12 semaines (méthode Agile SCRUM).</a:t>
            </a:r>
            <a:endParaRPr b="0" lang="fr-FR" sz="1800" spc="-1" strike="noStrike">
              <a:solidFill>
                <a:srgbClr val="000000"/>
              </a:solidFill>
              <a:latin typeface="Arial"/>
            </a:endParaRPr>
          </a:p>
          <a:p>
            <a:pPr marL="228600" indent="0">
              <a:lnSpc>
                <a:spcPct val="100000"/>
              </a:lnSpc>
              <a:spcBef>
                <a:spcPts val="400"/>
              </a:spcBef>
              <a:buNone/>
              <a:tabLst>
                <a:tab algn="l" pos="0"/>
              </a:tabLst>
            </a:pPr>
            <a:endParaRPr b="0" lang="fr-FR" sz="2000" spc="-1" strike="noStrike">
              <a:solidFill>
                <a:srgbClr val="000000"/>
              </a:solidFill>
              <a:latin typeface="Arial"/>
            </a:endParaRPr>
          </a:p>
          <a:p>
            <a:pPr marL="228600" indent="0">
              <a:lnSpc>
                <a:spcPct val="90000"/>
              </a:lnSpc>
              <a:spcBef>
                <a:spcPts val="400"/>
              </a:spcBef>
              <a:buNone/>
              <a:tabLst>
                <a:tab algn="l" pos="0"/>
              </a:tabLst>
            </a:pPr>
            <a:r>
              <a:rPr b="1" lang="en-US" sz="2000" spc="-1" strike="noStrike" u="sng">
                <a:solidFill>
                  <a:srgbClr val="0d0d0d"/>
                </a:solidFill>
                <a:uFillTx/>
                <a:latin typeface="Calibri"/>
                <a:ea typeface="맑은 고딕"/>
              </a:rPr>
              <a:t>Coûts :</a:t>
            </a:r>
            <a:r>
              <a:rPr b="0" lang="en-US" sz="2000" spc="-1" strike="noStrike">
                <a:solidFill>
                  <a:srgbClr val="0d0d0d"/>
                </a:solidFill>
                <a:latin typeface="Calibri"/>
                <a:ea typeface="맑은 고딕"/>
              </a:rPr>
              <a:t>  </a:t>
            </a:r>
            <a:r>
              <a:rPr b="0" lang="en-US" sz="1800" spc="-1" strike="noStrike">
                <a:solidFill>
                  <a:srgbClr val="0d0d0d"/>
                </a:solidFill>
                <a:latin typeface="Calibri"/>
                <a:ea typeface="맑은 고딕"/>
              </a:rPr>
              <a:t>70 k€ (initiaux) </a:t>
            </a:r>
            <a:r>
              <a:rPr b="0" lang="en-US" sz="1800" spc="-1" strike="noStrike">
                <a:solidFill>
                  <a:srgbClr val="0d0d0d"/>
                </a:solidFill>
                <a:latin typeface="Calibri"/>
                <a:ea typeface="DejaVu Sans"/>
              </a:rPr>
              <a:t>+ 5 k€ (en production/ trimestre).</a:t>
            </a:r>
            <a:endParaRPr b="0" lang="fr-FR" sz="1800" spc="-1" strike="noStrike">
              <a:solidFill>
                <a:srgbClr val="000000"/>
              </a:solidFill>
              <a:latin typeface="Arial"/>
            </a:endParaRPr>
          </a:p>
          <a:p>
            <a:pPr marL="228600" indent="0">
              <a:lnSpc>
                <a:spcPct val="90000"/>
              </a:lnSpc>
              <a:spcBef>
                <a:spcPts val="400"/>
              </a:spcBef>
              <a:buNone/>
              <a:tabLst>
                <a:tab algn="l" pos="0"/>
              </a:tabLst>
            </a:pPr>
            <a:endParaRPr b="0" lang="fr-FR" sz="1200" spc="-1" strike="noStrike">
              <a:solidFill>
                <a:srgbClr val="000000"/>
              </a:solidFill>
              <a:latin typeface="Arial"/>
            </a:endParaRPr>
          </a:p>
          <a:p>
            <a:pPr marL="228600" indent="0">
              <a:lnSpc>
                <a:spcPct val="90000"/>
              </a:lnSpc>
              <a:spcBef>
                <a:spcPts val="400"/>
              </a:spcBef>
              <a:buNone/>
              <a:tabLst>
                <a:tab algn="l" pos="0"/>
              </a:tabLst>
            </a:pPr>
            <a:r>
              <a:rPr b="1" lang="en-US" sz="2000" spc="-1" strike="noStrike" u="sng">
                <a:solidFill>
                  <a:srgbClr val="0d0d0d"/>
                </a:solidFill>
                <a:uFillTx/>
                <a:latin typeface="Calibri"/>
                <a:ea typeface="DejaVu Sans"/>
              </a:rPr>
              <a:t>Hypothèses de gains</a:t>
            </a:r>
            <a:r>
              <a:rPr b="1" lang="en-US" sz="2000" spc="-1" strike="noStrike">
                <a:solidFill>
                  <a:srgbClr val="0d0d0d"/>
                </a:solidFill>
                <a:latin typeface="Calibri"/>
                <a:ea typeface="DejaVu Sans"/>
              </a:rPr>
              <a:t> : </a:t>
            </a:r>
            <a:r>
              <a:rPr b="0" lang="en-US" sz="2000" spc="-1" strike="noStrike">
                <a:solidFill>
                  <a:srgbClr val="0d0d0d"/>
                </a:solidFill>
                <a:latin typeface="Calibri"/>
                <a:ea typeface="DejaVu Sans"/>
              </a:rPr>
              <a:t> </a:t>
            </a:r>
            <a:r>
              <a:rPr b="0" lang="en-US" sz="1800" spc="-1" strike="noStrike">
                <a:solidFill>
                  <a:srgbClr val="0d0d0d"/>
                </a:solidFill>
                <a:latin typeface="Calibri"/>
                <a:ea typeface="DejaVu Sans"/>
              </a:rPr>
              <a:t>+3% de commandes et +5% du montant du panier moyen.</a:t>
            </a:r>
            <a:endParaRPr b="0" lang="fr-FR" sz="1800" spc="-1" strike="noStrike">
              <a:solidFill>
                <a:srgbClr val="000000"/>
              </a:solidFill>
              <a:latin typeface="Arial"/>
            </a:endParaRPr>
          </a:p>
          <a:p>
            <a:pPr marL="228600" indent="0">
              <a:lnSpc>
                <a:spcPct val="100000"/>
              </a:lnSpc>
              <a:spcBef>
                <a:spcPts val="400"/>
              </a:spcBef>
              <a:buNone/>
              <a:tabLst>
                <a:tab algn="l" pos="0"/>
              </a:tabLst>
            </a:pPr>
            <a:endParaRPr b="0" lang="fr-FR" sz="1800" spc="-1" strike="noStrike">
              <a:solidFill>
                <a:srgbClr val="000000"/>
              </a:solidFill>
              <a:latin typeface="Arial"/>
            </a:endParaRPr>
          </a:p>
          <a:p>
            <a:pPr marL="228600" indent="0">
              <a:lnSpc>
                <a:spcPct val="90000"/>
              </a:lnSpc>
              <a:spcBef>
                <a:spcPts val="400"/>
              </a:spcBef>
              <a:buNone/>
              <a:tabLst>
                <a:tab algn="l" pos="0"/>
              </a:tabLst>
            </a:pPr>
            <a:r>
              <a:rPr b="1" lang="en-US" sz="2000" spc="-1" strike="noStrike" u="sng">
                <a:solidFill>
                  <a:srgbClr val="0d0d0d"/>
                </a:solidFill>
                <a:uFillTx/>
                <a:latin typeface="Calibri"/>
                <a:ea typeface="DejaVu Sans"/>
              </a:rPr>
              <a:t>Enjeux clés </a:t>
            </a:r>
            <a:r>
              <a:rPr b="0" lang="en-US" sz="2000" spc="-1" strike="noStrike">
                <a:solidFill>
                  <a:srgbClr val="0d0d0d"/>
                </a:solidFill>
                <a:latin typeface="Calibri"/>
                <a:ea typeface="맑은 고딕"/>
              </a:rPr>
              <a:t>: </a:t>
            </a:r>
            <a:r>
              <a:rPr b="0" lang="en-US" sz="1800" spc="-1" strike="noStrike">
                <a:solidFill>
                  <a:srgbClr val="0d0d0d"/>
                </a:solidFill>
                <a:latin typeface="Calibri"/>
                <a:ea typeface="맑은 고딕"/>
              </a:rPr>
              <a:t>- Données personnelles traitées → Vigilance élevée sur la RGPD </a:t>
            </a:r>
            <a:endParaRPr b="0" lang="fr-FR" sz="1800" spc="-1" strike="noStrike">
              <a:solidFill>
                <a:srgbClr val="000000"/>
              </a:solidFill>
              <a:latin typeface="Arial"/>
            </a:endParaRPr>
          </a:p>
          <a:p>
            <a:pPr marL="228600" indent="0">
              <a:lnSpc>
                <a:spcPct val="90000"/>
              </a:lnSpc>
              <a:spcBef>
                <a:spcPts val="400"/>
              </a:spcBef>
              <a:buNone/>
              <a:tabLst>
                <a:tab algn="l" pos="0"/>
              </a:tabLst>
            </a:pPr>
            <a:r>
              <a:rPr b="0" lang="en-US" sz="1800" spc="-1" strike="noStrike">
                <a:solidFill>
                  <a:srgbClr val="0d0d0d"/>
                </a:solidFill>
                <a:latin typeface="Calibri"/>
                <a:ea typeface="맑은 고딕"/>
              </a:rPr>
              <a:t>                          </a:t>
            </a:r>
            <a:r>
              <a:rPr b="0" lang="en-US" sz="1800" spc="-1" strike="noStrike">
                <a:solidFill>
                  <a:srgbClr val="0d0d0d"/>
                </a:solidFill>
                <a:latin typeface="Calibri"/>
                <a:ea typeface="맑은 고딕"/>
              </a:rPr>
              <a:t>- Biais IA éventuels → Vigilance lors des phases d’entrainements et de tests des modèles IA</a:t>
            </a:r>
            <a:endParaRPr b="0" lang="fr-FR" sz="1800" spc="-1" strike="noStrike">
              <a:solidFill>
                <a:srgbClr val="000000"/>
              </a:solidFill>
              <a:latin typeface="Arial"/>
            </a:endParaRPr>
          </a:p>
          <a:p>
            <a:pPr marL="228600" indent="0">
              <a:lnSpc>
                <a:spcPct val="90000"/>
              </a:lnSpc>
              <a:spcBef>
                <a:spcPts val="400"/>
              </a:spcBef>
              <a:buNone/>
              <a:tabLst>
                <a:tab algn="l" pos="0"/>
              </a:tabLst>
            </a:pPr>
            <a:r>
              <a:rPr b="0" lang="en-US" sz="1800" spc="-1" strike="noStrike">
                <a:solidFill>
                  <a:srgbClr val="0d0d0d"/>
                </a:solidFill>
                <a:latin typeface="Calibri"/>
                <a:ea typeface="맑은 고딕"/>
              </a:rPr>
              <a:t>                          </a:t>
            </a:r>
            <a:r>
              <a:rPr b="0" lang="en-US" sz="1800" spc="-1" strike="noStrike">
                <a:solidFill>
                  <a:srgbClr val="0d0d0d"/>
                </a:solidFill>
                <a:latin typeface="Calibri"/>
                <a:ea typeface="맑은 고딕"/>
              </a:rPr>
              <a:t>- Analyse de risques avec plan de prévention complet effectué.</a:t>
            </a:r>
            <a:endParaRPr b="0" lang="fr-FR" sz="1800" spc="-1" strike="noStrike">
              <a:solidFill>
                <a:srgbClr val="000000"/>
              </a:solidFill>
              <a:latin typeface="Arial"/>
            </a:endParaRPr>
          </a:p>
          <a:p>
            <a:pPr marL="228600" indent="0">
              <a:lnSpc>
                <a:spcPct val="90000"/>
              </a:lnSpc>
              <a:spcBef>
                <a:spcPts val="400"/>
              </a:spcBef>
              <a:buNone/>
              <a:tabLst>
                <a:tab algn="l" pos="0"/>
              </a:tabLst>
            </a:pPr>
            <a:endParaRPr b="0" lang="fr-FR" sz="1800" spc="-1" strike="noStrike">
              <a:solidFill>
                <a:srgbClr val="000000"/>
              </a:solidFill>
              <a:latin typeface="Arial"/>
            </a:endParaRPr>
          </a:p>
          <a:p>
            <a:pPr marL="228600" indent="0">
              <a:lnSpc>
                <a:spcPct val="90000"/>
              </a:lnSpc>
              <a:spcBef>
                <a:spcPts val="400"/>
              </a:spcBef>
              <a:buNone/>
              <a:tabLst>
                <a:tab algn="l" pos="0"/>
              </a:tabLst>
            </a:pPr>
            <a:r>
              <a:rPr b="1" i="1" lang="en-US" sz="2000" spc="-1" strike="noStrike" u="sng">
                <a:solidFill>
                  <a:srgbClr val="0d0d0d"/>
                </a:solidFill>
                <a:uFillTx/>
                <a:latin typeface="Calibri"/>
              </a:rPr>
              <a:t>Décision attendue </a:t>
            </a:r>
            <a:r>
              <a:rPr b="0" i="1" lang="en-US" sz="1800" spc="-1" strike="noStrike">
                <a:solidFill>
                  <a:srgbClr val="0d0d0d"/>
                </a:solidFill>
                <a:latin typeface="Calibri"/>
                <a:ea typeface="맑은 고딕"/>
              </a:rPr>
              <a:t>: Validation du lancement du MVP sur 3 mois</a:t>
            </a:r>
            <a:endParaRPr b="0" lang="fr-FR" sz="1800" spc="-1" strike="noStrike">
              <a:solidFill>
                <a:srgbClr val="000000"/>
              </a:solidFill>
              <a:latin typeface="Arial"/>
            </a:endParaRPr>
          </a:p>
          <a:p>
            <a:pPr marL="228600" indent="0">
              <a:lnSpc>
                <a:spcPct val="100000"/>
              </a:lnSpc>
              <a:spcBef>
                <a:spcPts val="400"/>
              </a:spcBef>
              <a:buNone/>
              <a:tabLst>
                <a:tab algn="l" pos="0"/>
              </a:tabLst>
            </a:pPr>
            <a:endParaRPr b="0" lang="fr-FR" sz="2000" spc="-1" strike="noStrike">
              <a:solidFill>
                <a:srgbClr val="000000"/>
              </a:solidFill>
              <a:latin typeface="Arial"/>
            </a:endParaRPr>
          </a:p>
        </p:txBody>
      </p:sp>
      <p:sp>
        <p:nvSpPr>
          <p:cNvPr id="136" name="Forme libre : forme 261"/>
          <p:cNvSpPr/>
          <p:nvPr/>
        </p:nvSpPr>
        <p:spPr>
          <a:xfrm>
            <a:off x="8748360" y="3852360"/>
            <a:ext cx="359640" cy="899640"/>
          </a:xfrm>
          <a:custGeom>
            <a:avLst/>
            <a:gdLst>
              <a:gd name="textAreaLeft" fmla="*/ 0 w 359640"/>
              <a:gd name="textAreaRight" fmla="*/ 129960 w 359640"/>
              <a:gd name="textAreaTop" fmla="*/ 23400 h 899640"/>
              <a:gd name="textAreaBottom" fmla="*/ 876600 h 899640"/>
            </a:gdLst>
            <a:ahLst/>
            <a:rect l="textAreaLeft" t="textAreaTop" r="textAreaRight" b="textAreaBottom"/>
            <a:pathLst>
              <a:path w="21600" h="21600">
                <a:moveTo>
                  <a:pt x="0" y="0"/>
                </a:moveTo>
                <a:cubicBezTo>
                  <a:pt x="5400" y="0"/>
                  <a:pt x="10800" y="900"/>
                  <a:pt x="10800" y="1800"/>
                </a:cubicBezTo>
                <a:lnTo>
                  <a:pt x="10800" y="9000"/>
                </a:lnTo>
                <a:cubicBezTo>
                  <a:pt x="10800" y="9900"/>
                  <a:pt x="16200" y="10800"/>
                  <a:pt x="21600" y="10800"/>
                </a:cubicBezTo>
                <a:cubicBezTo>
                  <a:pt x="16200" y="10800"/>
                  <a:pt x="10800" y="11700"/>
                  <a:pt x="10800" y="12600"/>
                </a:cubicBezTo>
                <a:lnTo>
                  <a:pt x="10800" y="19800"/>
                </a:lnTo>
                <a:cubicBezTo>
                  <a:pt x="10800" y="20700"/>
                  <a:pt x="5400" y="21600"/>
                  <a:pt x="0" y="21600"/>
                </a:cubicBezTo>
              </a:path>
            </a:pathLst>
          </a:custGeom>
          <a:noFill/>
          <a:ln w="19080">
            <a:solidFill>
              <a:srgbClr val="ff8000"/>
            </a:solidFill>
            <a:round/>
          </a:ln>
        </p:spPr>
        <p:style>
          <a:lnRef idx="0"/>
          <a:fillRef idx="0"/>
          <a:effectRef idx="0"/>
          <a:fontRef idx="minor"/>
        </p:style>
      </p:sp>
      <p:sp>
        <p:nvSpPr>
          <p:cNvPr id="137" name="ZoneTexte 262"/>
          <p:cNvSpPr/>
          <p:nvPr/>
        </p:nvSpPr>
        <p:spPr>
          <a:xfrm>
            <a:off x="9000360" y="3924000"/>
            <a:ext cx="2339640" cy="719640"/>
          </a:xfrm>
          <a:prstGeom prst="rect">
            <a:avLst/>
          </a:prstGeom>
          <a:noFill/>
          <a:ln w="0">
            <a:noFill/>
          </a:ln>
        </p:spPr>
        <p:style>
          <a:lnRef idx="0"/>
          <a:fillRef idx="0"/>
          <a:effectRef idx="0"/>
          <a:fontRef idx="minor"/>
        </p:style>
        <p:txBody>
          <a:bodyPr lIns="90000" rIns="90000" tIns="45000" bIns="45000" anchor="t">
            <a:noAutofit/>
          </a:bodyPr>
          <a:p>
            <a:pPr algn="ctr">
              <a:lnSpc>
                <a:spcPct val="100000"/>
              </a:lnSpc>
            </a:pPr>
            <a:r>
              <a:rPr b="1" lang="fr-FR" sz="1800" spc="-1" strike="noStrike">
                <a:solidFill>
                  <a:srgbClr val="ff8000"/>
                </a:solidFill>
                <a:latin typeface="Arial"/>
                <a:ea typeface="DejaVu Sans"/>
              </a:rPr>
              <a:t>Rentabilité atteinte en 1 an</a:t>
            </a:r>
            <a:endParaRPr b="0" lang="fr-FR" sz="1800" spc="-1" strike="noStrike">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8" name="Rectangle 263"/>
          <p:cNvSpPr/>
          <p:nvPr/>
        </p:nvSpPr>
        <p:spPr>
          <a:xfrm>
            <a:off x="9000000" y="1361880"/>
            <a:ext cx="3189960" cy="2597760"/>
          </a:xfrm>
          <a:prstGeom prst="rect">
            <a:avLst/>
          </a:prstGeom>
          <a:solidFill>
            <a:srgbClr val="ffffff"/>
          </a:solidFill>
          <a:ln w="0">
            <a:solidFill>
              <a:srgbClr val="ffffff"/>
            </a:solidFill>
          </a:ln>
        </p:spPr>
        <p:style>
          <a:lnRef idx="0"/>
          <a:fillRef idx="0"/>
          <a:effectRef idx="0"/>
          <a:fontRef idx="minor"/>
        </p:style>
      </p:sp>
      <p:graphicFrame>
        <p:nvGraphicFramePr>
          <p:cNvPr id="139" name="Tableau 264"/>
          <p:cNvGraphicFramePr/>
          <p:nvPr/>
        </p:nvGraphicFramePr>
        <p:xfrm>
          <a:off x="180000" y="1361880"/>
          <a:ext cx="11879280" cy="1338120"/>
        </p:xfrm>
        <a:graphic>
          <a:graphicData uri="http://schemas.openxmlformats.org/drawingml/2006/table">
            <a:tbl>
              <a:tblPr/>
              <a:tblGrid>
                <a:gridCol w="5945040"/>
                <a:gridCol w="5934600"/>
              </a:tblGrid>
              <a:tr h="1338120">
                <a:tc>
                  <a:txBody>
                    <a:bodyPr lIns="90000" rIns="90000" anchor="t">
                      <a:noAutofit/>
                    </a:bodyPr>
                    <a:p>
                      <a:pPr>
                        <a:lnSpc>
                          <a:spcPct val="100000"/>
                        </a:lnSpc>
                      </a:pPr>
                      <a:r>
                        <a:rPr b="1" lang="en-US" sz="2000" spc="-1" strike="noStrike" u="sng">
                          <a:solidFill>
                            <a:srgbClr val="0d0d0d"/>
                          </a:solidFill>
                          <a:uFillTx/>
                          <a:latin typeface="Calibri"/>
                          <a:ea typeface="맑은 고딕"/>
                        </a:rPr>
                        <a:t>Contexte </a:t>
                      </a:r>
                      <a:r>
                        <a:rPr b="0" lang="en-US" sz="2000" spc="-1" strike="noStrike">
                          <a:solidFill>
                            <a:srgbClr val="0d0d0d"/>
                          </a:solidFill>
                          <a:latin typeface="Calibri"/>
                          <a:ea typeface="맑은 고딕"/>
                        </a:rPr>
                        <a:t>:</a:t>
                      </a:r>
                      <a:endParaRPr b="0" lang="fr-FR" sz="2000" spc="-1" strike="noStrike">
                        <a:latin typeface="Arial"/>
                      </a:endParaRPr>
                    </a:p>
                    <a:p>
                      <a:pPr marL="216000" indent="-216000">
                        <a:lnSpc>
                          <a:spcPct val="100000"/>
                        </a:lnSpc>
                        <a:spcBef>
                          <a:spcPts val="283"/>
                        </a:spcBef>
                        <a:spcAft>
                          <a:spcPts val="283"/>
                        </a:spcAft>
                        <a:buClr>
                          <a:srgbClr val="000000"/>
                        </a:buClr>
                        <a:buSzPct val="45000"/>
                        <a:buFont typeface="Wingdings" charset="2"/>
                        <a:buChar char=""/>
                        <a:tabLst>
                          <a:tab algn="l" pos="0"/>
                        </a:tabLst>
                      </a:pPr>
                      <a:r>
                        <a:rPr b="0" lang="en-US" sz="2000" spc="-1" strike="noStrike">
                          <a:solidFill>
                            <a:srgbClr val="0d0d0d"/>
                          </a:solidFill>
                          <a:latin typeface="Calibri"/>
                          <a:ea typeface="맑은 고딕"/>
                        </a:rPr>
                        <a:t>Forte concurrence sur la recommandation mode</a:t>
                      </a:r>
                      <a:endParaRPr b="0" lang="fr-FR" sz="2000" spc="-1" strike="noStrike">
                        <a:latin typeface="Arial"/>
                      </a:endParaRPr>
                    </a:p>
                    <a:p>
                      <a:pPr marL="216000" indent="-216000">
                        <a:lnSpc>
                          <a:spcPct val="100000"/>
                        </a:lnSpc>
                        <a:spcBef>
                          <a:spcPts val="283"/>
                        </a:spcBef>
                        <a:spcAft>
                          <a:spcPts val="283"/>
                        </a:spcAft>
                        <a:buClr>
                          <a:srgbClr val="000000"/>
                        </a:buClr>
                        <a:buSzPct val="45000"/>
                        <a:buFont typeface="Wingdings" charset="2"/>
                        <a:buChar char=""/>
                        <a:tabLst>
                          <a:tab algn="l" pos="0"/>
                        </a:tabLst>
                      </a:pPr>
                      <a:r>
                        <a:rPr b="0" lang="en-US" sz="2000" spc="-1" strike="noStrike">
                          <a:solidFill>
                            <a:srgbClr val="0d0d0d"/>
                          </a:solidFill>
                          <a:latin typeface="Calibri"/>
                          <a:ea typeface="맑은 고딕"/>
                        </a:rPr>
                        <a:t>Attente de personnalisation forte côté utilisateurs</a:t>
                      </a:r>
                      <a:endParaRPr b="0" lang="fr-FR" sz="20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ffcc99"/>
                    </a:solidFill>
                  </a:tcPr>
                </a:tc>
                <a:tc>
                  <a:txBody>
                    <a:bodyPr lIns="90000" rIns="90000" anchor="t">
                      <a:noAutofit/>
                    </a:bodyPr>
                    <a:p>
                      <a:pPr>
                        <a:lnSpc>
                          <a:spcPct val="100000"/>
                        </a:lnSpc>
                      </a:pPr>
                      <a:r>
                        <a:rPr b="1" lang="en-US" sz="2000" spc="-1" strike="noStrike" u="sng">
                          <a:solidFill>
                            <a:srgbClr val="0d0d0d"/>
                          </a:solidFill>
                          <a:uFillTx/>
                          <a:latin typeface="Calibri"/>
                          <a:ea typeface="맑은 고딕"/>
                        </a:rPr>
                        <a:t>Objectifs principaux </a:t>
                      </a:r>
                      <a:r>
                        <a:rPr b="0" lang="en-US" sz="2000" spc="-1" strike="noStrike">
                          <a:solidFill>
                            <a:srgbClr val="0d0d0d"/>
                          </a:solidFill>
                          <a:latin typeface="Calibri"/>
                          <a:ea typeface="맑은 고딕"/>
                        </a:rPr>
                        <a:t>:</a:t>
                      </a:r>
                      <a:endParaRPr b="0" lang="fr-FR" sz="2000" spc="-1" strike="noStrike">
                        <a:latin typeface="Arial"/>
                      </a:endParaRPr>
                    </a:p>
                    <a:p>
                      <a:pPr marL="216000" indent="-216000">
                        <a:lnSpc>
                          <a:spcPct val="100000"/>
                        </a:lnSpc>
                        <a:spcBef>
                          <a:spcPts val="283"/>
                        </a:spcBef>
                        <a:spcAft>
                          <a:spcPts val="283"/>
                        </a:spcAft>
                        <a:buClr>
                          <a:srgbClr val="000000"/>
                        </a:buClr>
                        <a:buSzPct val="45000"/>
                        <a:buFont typeface="Wingdings" charset="2"/>
                        <a:buChar char=""/>
                        <a:tabLst>
                          <a:tab algn="l" pos="0"/>
                        </a:tabLst>
                      </a:pPr>
                      <a:r>
                        <a:rPr b="0" lang="en-US" sz="2000" spc="-1" strike="noStrike">
                          <a:solidFill>
                            <a:srgbClr val="0d0d0d"/>
                          </a:solidFill>
                          <a:latin typeface="Calibri"/>
                          <a:ea typeface="맑은 고딕"/>
                        </a:rPr>
                        <a:t>Augmenter le taux de conversion et le panier moyen</a:t>
                      </a:r>
                      <a:endParaRPr b="0" lang="fr-FR" sz="2000" spc="-1" strike="noStrike">
                        <a:latin typeface="Arial"/>
                      </a:endParaRPr>
                    </a:p>
                    <a:p>
                      <a:pPr marL="216000" indent="-216000">
                        <a:lnSpc>
                          <a:spcPct val="100000"/>
                        </a:lnSpc>
                        <a:spcBef>
                          <a:spcPts val="283"/>
                        </a:spcBef>
                        <a:spcAft>
                          <a:spcPts val="283"/>
                        </a:spcAft>
                        <a:buClr>
                          <a:srgbClr val="000000"/>
                        </a:buClr>
                        <a:buSzPct val="45000"/>
                        <a:buFont typeface="Wingdings" charset="2"/>
                        <a:buChar char=""/>
                        <a:tabLst>
                          <a:tab algn="l" pos="0"/>
                        </a:tabLst>
                      </a:pPr>
                      <a:r>
                        <a:rPr b="0" lang="en-US" sz="2000" spc="-1" strike="noStrike">
                          <a:solidFill>
                            <a:srgbClr val="0d0d0d"/>
                          </a:solidFill>
                          <a:latin typeface="Calibri"/>
                          <a:ea typeface="맑은 고딕"/>
                        </a:rPr>
                        <a:t>Améliorer l’expérience client</a:t>
                      </a:r>
                      <a:endParaRPr b="0" lang="fr-FR" sz="2000" spc="-1" strike="noStrike">
                        <a:latin typeface="Arial"/>
                      </a:endParaRPr>
                    </a:p>
                    <a:p>
                      <a:pPr marL="216000" indent="-216000">
                        <a:lnSpc>
                          <a:spcPct val="100000"/>
                        </a:lnSpc>
                        <a:spcBef>
                          <a:spcPts val="283"/>
                        </a:spcBef>
                        <a:spcAft>
                          <a:spcPts val="283"/>
                        </a:spcAft>
                        <a:buClr>
                          <a:srgbClr val="000000"/>
                        </a:buClr>
                        <a:buSzPct val="45000"/>
                        <a:buFont typeface="Wingdings" charset="2"/>
                        <a:buChar char=""/>
                        <a:tabLst>
                          <a:tab algn="l" pos="0"/>
                        </a:tabLst>
                      </a:pPr>
                      <a:r>
                        <a:rPr b="0" lang="en-US" sz="2000" spc="-1" strike="noStrike">
                          <a:solidFill>
                            <a:srgbClr val="0d0d0d"/>
                          </a:solidFill>
                          <a:latin typeface="Calibri"/>
                          <a:ea typeface="맑은 고딕"/>
                        </a:rPr>
                        <a:t>Se différencier par la visualisation IA</a:t>
                      </a:r>
                      <a:endParaRPr b="0" lang="fr-FR" sz="20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ffcc99"/>
                    </a:solidFill>
                  </a:tcPr>
                </a:tc>
              </a:tr>
            </a:tbl>
          </a:graphicData>
        </a:graphic>
      </p:graphicFrame>
      <p:sp>
        <p:nvSpPr>
          <p:cNvPr id="140" name="PlaceHolder 1"/>
          <p:cNvSpPr>
            <a:spLocks noGrp="1"/>
          </p:cNvSpPr>
          <p:nvPr>
            <p:ph type="title"/>
          </p:nvPr>
        </p:nvSpPr>
        <p:spPr>
          <a:xfrm>
            <a:off x="609480" y="189360"/>
            <a:ext cx="10970640" cy="798120"/>
          </a:xfrm>
          <a:prstGeom prst="rect">
            <a:avLst/>
          </a:prstGeom>
          <a:noFill/>
          <a:ln w="0">
            <a:noFill/>
          </a:ln>
        </p:spPr>
        <p:txBody>
          <a:bodyPr lIns="99720" rIns="99720" tIns="49680" bIns="49680" anchor="ctr">
            <a:noAutofit/>
          </a:bodyPr>
          <a:p>
            <a:pPr indent="0">
              <a:lnSpc>
                <a:spcPct val="100000"/>
              </a:lnSpc>
              <a:buNone/>
              <a:tabLst>
                <a:tab algn="l" pos="0"/>
              </a:tabLst>
            </a:pPr>
            <a:r>
              <a:rPr b="1" lang="en-US" sz="4000" spc="-1" strike="noStrike">
                <a:solidFill>
                  <a:srgbClr val="ffffff"/>
                </a:solidFill>
                <a:latin typeface="Calibri"/>
                <a:ea typeface="맑은 고딕"/>
              </a:rPr>
              <a:t>Contexte &amp; objectifs du projet</a:t>
            </a:r>
            <a:endParaRPr b="0" lang="fr-FR" sz="4000" spc="-1" strike="noStrike">
              <a:solidFill>
                <a:srgbClr val="000000"/>
              </a:solidFill>
              <a:latin typeface="Arial"/>
            </a:endParaRPr>
          </a:p>
        </p:txBody>
      </p:sp>
      <p:sp>
        <p:nvSpPr>
          <p:cNvPr id="141" name="PlaceHolder 2"/>
          <p:cNvSpPr>
            <a:spLocks noGrp="1"/>
          </p:cNvSpPr>
          <p:nvPr>
            <p:ph/>
          </p:nvPr>
        </p:nvSpPr>
        <p:spPr>
          <a:xfrm>
            <a:off x="360000" y="4901400"/>
            <a:ext cx="1944000" cy="719640"/>
          </a:xfrm>
          <a:prstGeom prst="rect">
            <a:avLst/>
          </a:prstGeom>
          <a:noFill/>
          <a:ln w="0">
            <a:noFill/>
          </a:ln>
        </p:spPr>
        <p:txBody>
          <a:bodyPr lIns="99720" rIns="99720" tIns="49680" bIns="49680" anchor="t">
            <a:noAutofit/>
          </a:bodyPr>
          <a:p>
            <a:pPr marL="373320" indent="0">
              <a:lnSpc>
                <a:spcPct val="100000"/>
              </a:lnSpc>
              <a:spcBef>
                <a:spcPts val="400"/>
              </a:spcBef>
              <a:buNone/>
              <a:tabLst>
                <a:tab algn="l" pos="0"/>
              </a:tabLst>
            </a:pPr>
            <a:r>
              <a:rPr b="0" lang="en-US" sz="2000" spc="-1" strike="noStrike">
                <a:solidFill>
                  <a:srgbClr val="0d0d0d"/>
                </a:solidFill>
                <a:latin typeface="Calibri"/>
                <a:ea typeface="맑은 고딕"/>
              </a:rPr>
              <a:t>UTILISATEUR</a:t>
            </a:r>
            <a:endParaRPr b="0" lang="fr-FR" sz="2000" spc="-1" strike="noStrike">
              <a:solidFill>
                <a:srgbClr val="000000"/>
              </a:solidFill>
              <a:latin typeface="Arial"/>
            </a:endParaRPr>
          </a:p>
          <a:p>
            <a:pPr marL="373320" indent="0">
              <a:lnSpc>
                <a:spcPct val="100000"/>
              </a:lnSpc>
              <a:spcBef>
                <a:spcPts val="400"/>
              </a:spcBef>
              <a:buNone/>
              <a:tabLst>
                <a:tab algn="l" pos="0"/>
              </a:tabLst>
            </a:pPr>
            <a:endParaRPr b="0" lang="fr-FR" sz="2000" spc="-1" strike="noStrike">
              <a:solidFill>
                <a:srgbClr val="000000"/>
              </a:solidFill>
              <a:latin typeface="Arial"/>
            </a:endParaRPr>
          </a:p>
          <a:p>
            <a:pPr marL="373320" indent="0">
              <a:lnSpc>
                <a:spcPct val="100000"/>
              </a:lnSpc>
              <a:spcBef>
                <a:spcPts val="400"/>
              </a:spcBef>
              <a:buNone/>
              <a:tabLst>
                <a:tab algn="l" pos="0"/>
              </a:tabLst>
            </a:pPr>
            <a:endParaRPr b="0" lang="fr-FR" sz="2000" spc="-1" strike="noStrike">
              <a:solidFill>
                <a:srgbClr val="000000"/>
              </a:solidFill>
              <a:latin typeface="Arial"/>
            </a:endParaRPr>
          </a:p>
          <a:p>
            <a:pPr marL="373320" indent="0">
              <a:lnSpc>
                <a:spcPct val="100000"/>
              </a:lnSpc>
              <a:spcBef>
                <a:spcPts val="400"/>
              </a:spcBef>
              <a:buNone/>
              <a:tabLst>
                <a:tab algn="l" pos="0"/>
              </a:tabLst>
            </a:pPr>
            <a:endParaRPr b="0" lang="fr-FR" sz="2000" spc="-1" strike="noStrike">
              <a:solidFill>
                <a:srgbClr val="000000"/>
              </a:solidFill>
              <a:latin typeface="Arial"/>
            </a:endParaRPr>
          </a:p>
          <a:p>
            <a:pPr marL="373320" indent="0">
              <a:lnSpc>
                <a:spcPct val="100000"/>
              </a:lnSpc>
              <a:spcBef>
                <a:spcPts val="400"/>
              </a:spcBef>
              <a:buNone/>
              <a:tabLst>
                <a:tab algn="l" pos="0"/>
              </a:tabLst>
            </a:pPr>
            <a:endParaRPr b="0" lang="fr-FR" sz="2000" spc="-1" strike="noStrike">
              <a:solidFill>
                <a:srgbClr val="000000"/>
              </a:solidFill>
              <a:latin typeface="Arial"/>
            </a:endParaRPr>
          </a:p>
          <a:p>
            <a:pPr marL="373320" indent="0">
              <a:lnSpc>
                <a:spcPct val="100000"/>
              </a:lnSpc>
              <a:spcBef>
                <a:spcPts val="400"/>
              </a:spcBef>
              <a:buNone/>
              <a:tabLst>
                <a:tab algn="l" pos="0"/>
              </a:tabLst>
            </a:pPr>
            <a:endParaRPr b="0" lang="fr-FR" sz="2000" spc="-1" strike="noStrike">
              <a:solidFill>
                <a:srgbClr val="000000"/>
              </a:solidFill>
              <a:latin typeface="Arial"/>
            </a:endParaRPr>
          </a:p>
          <a:p>
            <a:pPr marL="373320" indent="0">
              <a:lnSpc>
                <a:spcPct val="100000"/>
              </a:lnSpc>
              <a:spcBef>
                <a:spcPts val="400"/>
              </a:spcBef>
              <a:buNone/>
              <a:tabLst>
                <a:tab algn="l" pos="0"/>
              </a:tabLst>
            </a:pPr>
            <a:endParaRPr b="0" lang="fr-FR" sz="2000" spc="-1" strike="noStrike">
              <a:solidFill>
                <a:srgbClr val="000000"/>
              </a:solidFill>
              <a:latin typeface="Arial"/>
            </a:endParaRPr>
          </a:p>
          <a:p>
            <a:pPr marL="373320" indent="0">
              <a:lnSpc>
                <a:spcPct val="100000"/>
              </a:lnSpc>
              <a:spcBef>
                <a:spcPts val="400"/>
              </a:spcBef>
              <a:buNone/>
              <a:tabLst>
                <a:tab algn="l" pos="0"/>
              </a:tabLst>
            </a:pPr>
            <a:endParaRPr b="0" lang="fr-FR" sz="2000" spc="-1" strike="noStrike">
              <a:solidFill>
                <a:srgbClr val="000000"/>
              </a:solidFill>
              <a:latin typeface="Arial"/>
            </a:endParaRPr>
          </a:p>
          <a:p>
            <a:pPr marL="373320" indent="0">
              <a:lnSpc>
                <a:spcPct val="100000"/>
              </a:lnSpc>
              <a:spcBef>
                <a:spcPts val="400"/>
              </a:spcBef>
              <a:buNone/>
              <a:tabLst>
                <a:tab algn="l" pos="0"/>
              </a:tabLst>
            </a:pPr>
            <a:endParaRPr b="0" lang="fr-FR" sz="2000" spc="-1" strike="noStrike">
              <a:solidFill>
                <a:srgbClr val="000000"/>
              </a:solidFill>
              <a:latin typeface="Arial"/>
            </a:endParaRPr>
          </a:p>
          <a:p>
            <a:pPr marL="373320" indent="0">
              <a:lnSpc>
                <a:spcPct val="100000"/>
              </a:lnSpc>
              <a:spcBef>
                <a:spcPts val="400"/>
              </a:spcBef>
              <a:buNone/>
              <a:tabLst>
                <a:tab algn="l" pos="0"/>
              </a:tabLst>
            </a:pPr>
            <a:endParaRPr b="0" lang="fr-FR" sz="2000" spc="-1" strike="noStrike">
              <a:solidFill>
                <a:srgbClr val="000000"/>
              </a:solidFill>
              <a:latin typeface="Arial"/>
            </a:endParaRPr>
          </a:p>
        </p:txBody>
      </p:sp>
      <p:pic>
        <p:nvPicPr>
          <p:cNvPr id="142" name="Image 267" descr=""/>
          <p:cNvPicPr/>
          <p:nvPr/>
        </p:nvPicPr>
        <p:blipFill>
          <a:blip r:embed="rId1"/>
          <a:stretch/>
        </p:blipFill>
        <p:spPr>
          <a:xfrm>
            <a:off x="540000" y="3600000"/>
            <a:ext cx="1675800" cy="1409040"/>
          </a:xfrm>
          <a:prstGeom prst="rect">
            <a:avLst/>
          </a:prstGeom>
          <a:ln w="0">
            <a:noFill/>
          </a:ln>
        </p:spPr>
      </p:pic>
      <p:sp>
        <p:nvSpPr>
          <p:cNvPr id="143" name="Connecteur droit 268"/>
          <p:cNvSpPr/>
          <p:nvPr/>
        </p:nvSpPr>
        <p:spPr>
          <a:xfrm flipV="1">
            <a:off x="2340000" y="3600000"/>
            <a:ext cx="1620000" cy="720000"/>
          </a:xfrm>
          <a:prstGeom prst="line">
            <a:avLst/>
          </a:prstGeom>
          <a:ln w="0">
            <a:solidFill>
              <a:srgbClr val="000000"/>
            </a:solidFill>
            <a:tailEnd len="med" type="triangle" w="med"/>
          </a:ln>
        </p:spPr>
        <p:style>
          <a:lnRef idx="0"/>
          <a:fillRef idx="0"/>
          <a:effectRef idx="0"/>
          <a:fontRef idx="minor"/>
        </p:style>
      </p:sp>
      <p:sp>
        <p:nvSpPr>
          <p:cNvPr id="144" name="Connecteur droit 269"/>
          <p:cNvSpPr/>
          <p:nvPr/>
        </p:nvSpPr>
        <p:spPr>
          <a:xfrm>
            <a:off x="2304000" y="4500000"/>
            <a:ext cx="1620000" cy="360"/>
          </a:xfrm>
          <a:prstGeom prst="line">
            <a:avLst/>
          </a:prstGeom>
          <a:ln w="0">
            <a:solidFill>
              <a:srgbClr val="000000"/>
            </a:solidFill>
            <a:tailEnd len="med" type="triangle" w="med"/>
          </a:ln>
        </p:spPr>
        <p:style>
          <a:lnRef idx="0"/>
          <a:fillRef idx="0"/>
          <a:effectRef idx="0"/>
          <a:fontRef idx="minor"/>
        </p:style>
      </p:sp>
      <p:sp>
        <p:nvSpPr>
          <p:cNvPr id="145" name="Connecteur droit 270"/>
          <p:cNvSpPr/>
          <p:nvPr/>
        </p:nvSpPr>
        <p:spPr>
          <a:xfrm>
            <a:off x="2304000" y="4680000"/>
            <a:ext cx="1620000" cy="720000"/>
          </a:xfrm>
          <a:prstGeom prst="line">
            <a:avLst/>
          </a:prstGeom>
          <a:ln w="0">
            <a:solidFill>
              <a:srgbClr val="000000"/>
            </a:solidFill>
            <a:tailEnd len="med" type="triangle" w="med"/>
          </a:ln>
        </p:spPr>
        <p:style>
          <a:lnRef idx="0"/>
          <a:fillRef idx="0"/>
          <a:effectRef idx="0"/>
          <a:fontRef idx="minor"/>
        </p:style>
      </p:sp>
      <p:sp>
        <p:nvSpPr>
          <p:cNvPr id="146" name="내용 개체 틀 16"/>
          <p:cNvSpPr/>
          <p:nvPr/>
        </p:nvSpPr>
        <p:spPr>
          <a:xfrm>
            <a:off x="3960000" y="3240000"/>
            <a:ext cx="1547640" cy="719640"/>
          </a:xfrm>
          <a:prstGeom prst="rect">
            <a:avLst/>
          </a:prstGeom>
          <a:noFill/>
          <a:ln w="0">
            <a:solidFill>
              <a:srgbClr val="000000"/>
            </a:solidFill>
          </a:ln>
        </p:spPr>
        <p:style>
          <a:lnRef idx="0"/>
          <a:fillRef idx="0"/>
          <a:effectRef idx="0"/>
          <a:fontRef idx="minor"/>
        </p:style>
        <p:txBody>
          <a:bodyPr lIns="99720" rIns="99720" tIns="49680" bIns="49680" anchor="t">
            <a:noAutofit/>
          </a:bodyPr>
          <a:p>
            <a:pPr>
              <a:lnSpc>
                <a:spcPct val="100000"/>
              </a:lnSpc>
              <a:spcBef>
                <a:spcPts val="400"/>
              </a:spcBef>
              <a:tabLst>
                <a:tab algn="l" pos="0"/>
              </a:tabLst>
            </a:pPr>
            <a:r>
              <a:rPr b="0" lang="en-US" sz="2000" spc="-1" strike="noStrike">
                <a:solidFill>
                  <a:srgbClr val="0d0d0d"/>
                </a:solidFill>
                <a:latin typeface="Calibri"/>
                <a:ea typeface="맑은 고딕"/>
              </a:rPr>
              <a:t>Données de préférences</a:t>
            </a:r>
            <a:endParaRPr b="0" lang="fr-FR" sz="2000" spc="-1" strike="noStrike">
              <a:latin typeface="Arial"/>
            </a:endParaRPr>
          </a:p>
          <a:p>
            <a:pPr>
              <a:lnSpc>
                <a:spcPct val="100000"/>
              </a:lnSpc>
              <a:spcBef>
                <a:spcPts val="400"/>
              </a:spcBef>
              <a:tabLst>
                <a:tab algn="l" pos="0"/>
              </a:tabLst>
            </a:pPr>
            <a:endParaRPr b="0" lang="fr-FR" sz="2000" spc="-1" strike="noStrike">
              <a:latin typeface="Arial"/>
            </a:endParaRPr>
          </a:p>
          <a:p>
            <a:pPr>
              <a:lnSpc>
                <a:spcPct val="100000"/>
              </a:lnSpc>
              <a:spcBef>
                <a:spcPts val="400"/>
              </a:spcBef>
              <a:tabLst>
                <a:tab algn="l" pos="0"/>
              </a:tabLst>
            </a:pPr>
            <a:endParaRPr b="0" lang="fr-FR" sz="2000" spc="-1" strike="noStrike">
              <a:latin typeface="Arial"/>
            </a:endParaRPr>
          </a:p>
          <a:p>
            <a:pPr>
              <a:lnSpc>
                <a:spcPct val="100000"/>
              </a:lnSpc>
              <a:spcBef>
                <a:spcPts val="400"/>
              </a:spcBef>
              <a:tabLst>
                <a:tab algn="l" pos="0"/>
              </a:tabLst>
            </a:pPr>
            <a:endParaRPr b="0" lang="fr-FR" sz="2000" spc="-1" strike="noStrike">
              <a:latin typeface="Arial"/>
            </a:endParaRPr>
          </a:p>
          <a:p>
            <a:pPr>
              <a:lnSpc>
                <a:spcPct val="100000"/>
              </a:lnSpc>
              <a:spcBef>
                <a:spcPts val="400"/>
              </a:spcBef>
              <a:tabLst>
                <a:tab algn="l" pos="0"/>
              </a:tabLst>
            </a:pPr>
            <a:endParaRPr b="0" lang="fr-FR" sz="2000" spc="-1" strike="noStrike">
              <a:latin typeface="Arial"/>
            </a:endParaRPr>
          </a:p>
          <a:p>
            <a:pPr>
              <a:lnSpc>
                <a:spcPct val="100000"/>
              </a:lnSpc>
              <a:spcBef>
                <a:spcPts val="400"/>
              </a:spcBef>
              <a:tabLst>
                <a:tab algn="l" pos="0"/>
              </a:tabLst>
            </a:pPr>
            <a:endParaRPr b="0" lang="fr-FR" sz="2000" spc="-1" strike="noStrike">
              <a:latin typeface="Arial"/>
            </a:endParaRPr>
          </a:p>
          <a:p>
            <a:pPr>
              <a:lnSpc>
                <a:spcPct val="100000"/>
              </a:lnSpc>
              <a:spcBef>
                <a:spcPts val="400"/>
              </a:spcBef>
              <a:tabLst>
                <a:tab algn="l" pos="0"/>
              </a:tabLst>
            </a:pPr>
            <a:endParaRPr b="0" lang="fr-FR" sz="2000" spc="-1" strike="noStrike">
              <a:latin typeface="Arial"/>
            </a:endParaRPr>
          </a:p>
          <a:p>
            <a:pPr>
              <a:lnSpc>
                <a:spcPct val="100000"/>
              </a:lnSpc>
              <a:spcBef>
                <a:spcPts val="400"/>
              </a:spcBef>
              <a:tabLst>
                <a:tab algn="l" pos="0"/>
              </a:tabLst>
            </a:pPr>
            <a:endParaRPr b="0" lang="fr-FR" sz="2000" spc="-1" strike="noStrike">
              <a:latin typeface="Arial"/>
            </a:endParaRPr>
          </a:p>
          <a:p>
            <a:pPr>
              <a:lnSpc>
                <a:spcPct val="100000"/>
              </a:lnSpc>
              <a:spcBef>
                <a:spcPts val="400"/>
              </a:spcBef>
              <a:tabLst>
                <a:tab algn="l" pos="0"/>
              </a:tabLst>
            </a:pPr>
            <a:endParaRPr b="0" lang="fr-FR" sz="2000" spc="-1" strike="noStrike">
              <a:latin typeface="Arial"/>
            </a:endParaRPr>
          </a:p>
          <a:p>
            <a:pPr>
              <a:lnSpc>
                <a:spcPct val="100000"/>
              </a:lnSpc>
              <a:spcBef>
                <a:spcPts val="400"/>
              </a:spcBef>
              <a:tabLst>
                <a:tab algn="l" pos="0"/>
              </a:tabLst>
            </a:pPr>
            <a:endParaRPr b="0" lang="fr-FR" sz="2000" spc="-1" strike="noStrike">
              <a:latin typeface="Arial"/>
            </a:endParaRPr>
          </a:p>
        </p:txBody>
      </p:sp>
      <p:sp>
        <p:nvSpPr>
          <p:cNvPr id="147" name="내용 개체 틀 17"/>
          <p:cNvSpPr/>
          <p:nvPr/>
        </p:nvSpPr>
        <p:spPr>
          <a:xfrm>
            <a:off x="3960000" y="4140000"/>
            <a:ext cx="1547640" cy="719640"/>
          </a:xfrm>
          <a:prstGeom prst="rect">
            <a:avLst/>
          </a:prstGeom>
          <a:noFill/>
          <a:ln w="0">
            <a:solidFill>
              <a:srgbClr val="000000"/>
            </a:solidFill>
          </a:ln>
        </p:spPr>
        <p:style>
          <a:lnRef idx="0"/>
          <a:fillRef idx="0"/>
          <a:effectRef idx="0"/>
          <a:fontRef idx="minor"/>
        </p:style>
        <p:txBody>
          <a:bodyPr lIns="99720" rIns="99720" tIns="49680" bIns="49680" anchor="t">
            <a:noAutofit/>
          </a:bodyPr>
          <a:p>
            <a:pPr>
              <a:lnSpc>
                <a:spcPct val="100000"/>
              </a:lnSpc>
              <a:spcBef>
                <a:spcPts val="400"/>
              </a:spcBef>
              <a:tabLst>
                <a:tab algn="l" pos="0"/>
              </a:tabLst>
            </a:pPr>
            <a:r>
              <a:rPr b="0" lang="en-US" sz="2000" spc="-1" strike="noStrike">
                <a:solidFill>
                  <a:srgbClr val="0d0d0d"/>
                </a:solidFill>
                <a:latin typeface="Calibri"/>
                <a:ea typeface="맑은 고딕"/>
              </a:rPr>
              <a:t>Photos de la garde-robe</a:t>
            </a:r>
            <a:endParaRPr b="0" lang="fr-FR" sz="2000" spc="-1" strike="noStrike">
              <a:latin typeface="Arial"/>
            </a:endParaRPr>
          </a:p>
          <a:p>
            <a:pPr>
              <a:lnSpc>
                <a:spcPct val="100000"/>
              </a:lnSpc>
              <a:spcBef>
                <a:spcPts val="400"/>
              </a:spcBef>
              <a:tabLst>
                <a:tab algn="l" pos="0"/>
              </a:tabLst>
            </a:pPr>
            <a:endParaRPr b="0" lang="fr-FR" sz="2000" spc="-1" strike="noStrike">
              <a:latin typeface="Arial"/>
            </a:endParaRPr>
          </a:p>
          <a:p>
            <a:pPr>
              <a:lnSpc>
                <a:spcPct val="100000"/>
              </a:lnSpc>
              <a:spcBef>
                <a:spcPts val="400"/>
              </a:spcBef>
              <a:tabLst>
                <a:tab algn="l" pos="0"/>
              </a:tabLst>
            </a:pPr>
            <a:endParaRPr b="0" lang="fr-FR" sz="2000" spc="-1" strike="noStrike">
              <a:latin typeface="Arial"/>
            </a:endParaRPr>
          </a:p>
          <a:p>
            <a:pPr>
              <a:lnSpc>
                <a:spcPct val="100000"/>
              </a:lnSpc>
              <a:spcBef>
                <a:spcPts val="400"/>
              </a:spcBef>
              <a:tabLst>
                <a:tab algn="l" pos="0"/>
              </a:tabLst>
            </a:pPr>
            <a:endParaRPr b="0" lang="fr-FR" sz="2000" spc="-1" strike="noStrike">
              <a:latin typeface="Arial"/>
            </a:endParaRPr>
          </a:p>
          <a:p>
            <a:pPr>
              <a:lnSpc>
                <a:spcPct val="100000"/>
              </a:lnSpc>
              <a:spcBef>
                <a:spcPts val="400"/>
              </a:spcBef>
              <a:tabLst>
                <a:tab algn="l" pos="0"/>
              </a:tabLst>
            </a:pPr>
            <a:endParaRPr b="0" lang="fr-FR" sz="2000" spc="-1" strike="noStrike">
              <a:latin typeface="Arial"/>
            </a:endParaRPr>
          </a:p>
          <a:p>
            <a:pPr>
              <a:lnSpc>
                <a:spcPct val="100000"/>
              </a:lnSpc>
              <a:spcBef>
                <a:spcPts val="400"/>
              </a:spcBef>
              <a:tabLst>
                <a:tab algn="l" pos="0"/>
              </a:tabLst>
            </a:pPr>
            <a:endParaRPr b="0" lang="fr-FR" sz="2000" spc="-1" strike="noStrike">
              <a:latin typeface="Arial"/>
            </a:endParaRPr>
          </a:p>
          <a:p>
            <a:pPr>
              <a:lnSpc>
                <a:spcPct val="100000"/>
              </a:lnSpc>
              <a:spcBef>
                <a:spcPts val="400"/>
              </a:spcBef>
              <a:tabLst>
                <a:tab algn="l" pos="0"/>
              </a:tabLst>
            </a:pPr>
            <a:endParaRPr b="0" lang="fr-FR" sz="2000" spc="-1" strike="noStrike">
              <a:latin typeface="Arial"/>
            </a:endParaRPr>
          </a:p>
          <a:p>
            <a:pPr>
              <a:lnSpc>
                <a:spcPct val="100000"/>
              </a:lnSpc>
              <a:spcBef>
                <a:spcPts val="400"/>
              </a:spcBef>
              <a:tabLst>
                <a:tab algn="l" pos="0"/>
              </a:tabLst>
            </a:pPr>
            <a:endParaRPr b="0" lang="fr-FR" sz="2000" spc="-1" strike="noStrike">
              <a:latin typeface="Arial"/>
            </a:endParaRPr>
          </a:p>
          <a:p>
            <a:pPr>
              <a:lnSpc>
                <a:spcPct val="100000"/>
              </a:lnSpc>
              <a:spcBef>
                <a:spcPts val="400"/>
              </a:spcBef>
              <a:tabLst>
                <a:tab algn="l" pos="0"/>
              </a:tabLst>
            </a:pPr>
            <a:endParaRPr b="0" lang="fr-FR" sz="2000" spc="-1" strike="noStrike">
              <a:latin typeface="Arial"/>
            </a:endParaRPr>
          </a:p>
          <a:p>
            <a:pPr>
              <a:lnSpc>
                <a:spcPct val="100000"/>
              </a:lnSpc>
              <a:spcBef>
                <a:spcPts val="400"/>
              </a:spcBef>
              <a:tabLst>
                <a:tab algn="l" pos="0"/>
              </a:tabLst>
            </a:pPr>
            <a:endParaRPr b="0" lang="fr-FR" sz="2000" spc="-1" strike="noStrike">
              <a:latin typeface="Arial"/>
            </a:endParaRPr>
          </a:p>
        </p:txBody>
      </p:sp>
      <p:sp>
        <p:nvSpPr>
          <p:cNvPr id="148" name="내용 개체 틀 18"/>
          <p:cNvSpPr/>
          <p:nvPr/>
        </p:nvSpPr>
        <p:spPr>
          <a:xfrm>
            <a:off x="3960000" y="5040000"/>
            <a:ext cx="1547640" cy="719640"/>
          </a:xfrm>
          <a:prstGeom prst="rect">
            <a:avLst/>
          </a:prstGeom>
          <a:noFill/>
          <a:ln w="0">
            <a:solidFill>
              <a:srgbClr val="000000"/>
            </a:solidFill>
          </a:ln>
        </p:spPr>
        <p:style>
          <a:lnRef idx="0"/>
          <a:fillRef idx="0"/>
          <a:effectRef idx="0"/>
          <a:fontRef idx="minor"/>
        </p:style>
        <p:txBody>
          <a:bodyPr lIns="99720" rIns="99720" tIns="49680" bIns="49680" anchor="t">
            <a:noAutofit/>
          </a:bodyPr>
          <a:p>
            <a:pPr>
              <a:lnSpc>
                <a:spcPct val="100000"/>
              </a:lnSpc>
              <a:spcBef>
                <a:spcPts val="400"/>
              </a:spcBef>
              <a:tabLst>
                <a:tab algn="l" pos="0"/>
              </a:tabLst>
            </a:pPr>
            <a:r>
              <a:rPr b="0" lang="en-US" sz="2000" spc="-1" strike="noStrike">
                <a:solidFill>
                  <a:srgbClr val="0d0d0d"/>
                </a:solidFill>
                <a:latin typeface="Calibri"/>
                <a:ea typeface="맑은 고딕"/>
              </a:rPr>
              <a:t>Photo de l’utilisateur</a:t>
            </a:r>
            <a:endParaRPr b="0" lang="fr-FR" sz="2000" spc="-1" strike="noStrike">
              <a:latin typeface="Arial"/>
            </a:endParaRPr>
          </a:p>
          <a:p>
            <a:pPr>
              <a:lnSpc>
                <a:spcPct val="100000"/>
              </a:lnSpc>
              <a:spcBef>
                <a:spcPts val="400"/>
              </a:spcBef>
              <a:tabLst>
                <a:tab algn="l" pos="0"/>
              </a:tabLst>
            </a:pPr>
            <a:endParaRPr b="0" lang="fr-FR" sz="2000" spc="-1" strike="noStrike">
              <a:latin typeface="Arial"/>
            </a:endParaRPr>
          </a:p>
          <a:p>
            <a:pPr>
              <a:lnSpc>
                <a:spcPct val="100000"/>
              </a:lnSpc>
              <a:spcBef>
                <a:spcPts val="400"/>
              </a:spcBef>
              <a:tabLst>
                <a:tab algn="l" pos="0"/>
              </a:tabLst>
            </a:pPr>
            <a:endParaRPr b="0" lang="fr-FR" sz="2000" spc="-1" strike="noStrike">
              <a:latin typeface="Arial"/>
            </a:endParaRPr>
          </a:p>
          <a:p>
            <a:pPr>
              <a:lnSpc>
                <a:spcPct val="100000"/>
              </a:lnSpc>
              <a:spcBef>
                <a:spcPts val="400"/>
              </a:spcBef>
              <a:tabLst>
                <a:tab algn="l" pos="0"/>
              </a:tabLst>
            </a:pPr>
            <a:endParaRPr b="0" lang="fr-FR" sz="2000" spc="-1" strike="noStrike">
              <a:latin typeface="Arial"/>
            </a:endParaRPr>
          </a:p>
          <a:p>
            <a:pPr>
              <a:lnSpc>
                <a:spcPct val="100000"/>
              </a:lnSpc>
              <a:spcBef>
                <a:spcPts val="400"/>
              </a:spcBef>
              <a:tabLst>
                <a:tab algn="l" pos="0"/>
              </a:tabLst>
            </a:pPr>
            <a:endParaRPr b="0" lang="fr-FR" sz="2000" spc="-1" strike="noStrike">
              <a:latin typeface="Arial"/>
            </a:endParaRPr>
          </a:p>
          <a:p>
            <a:pPr>
              <a:lnSpc>
                <a:spcPct val="100000"/>
              </a:lnSpc>
              <a:spcBef>
                <a:spcPts val="400"/>
              </a:spcBef>
              <a:tabLst>
                <a:tab algn="l" pos="0"/>
              </a:tabLst>
            </a:pPr>
            <a:endParaRPr b="0" lang="fr-FR" sz="2000" spc="-1" strike="noStrike">
              <a:latin typeface="Arial"/>
            </a:endParaRPr>
          </a:p>
          <a:p>
            <a:pPr>
              <a:lnSpc>
                <a:spcPct val="100000"/>
              </a:lnSpc>
              <a:spcBef>
                <a:spcPts val="400"/>
              </a:spcBef>
              <a:tabLst>
                <a:tab algn="l" pos="0"/>
              </a:tabLst>
            </a:pPr>
            <a:endParaRPr b="0" lang="fr-FR" sz="2000" spc="-1" strike="noStrike">
              <a:latin typeface="Arial"/>
            </a:endParaRPr>
          </a:p>
          <a:p>
            <a:pPr>
              <a:lnSpc>
                <a:spcPct val="100000"/>
              </a:lnSpc>
              <a:spcBef>
                <a:spcPts val="400"/>
              </a:spcBef>
              <a:tabLst>
                <a:tab algn="l" pos="0"/>
              </a:tabLst>
            </a:pPr>
            <a:endParaRPr b="0" lang="fr-FR" sz="2000" spc="-1" strike="noStrike">
              <a:latin typeface="Arial"/>
            </a:endParaRPr>
          </a:p>
          <a:p>
            <a:pPr>
              <a:lnSpc>
                <a:spcPct val="100000"/>
              </a:lnSpc>
              <a:spcBef>
                <a:spcPts val="400"/>
              </a:spcBef>
              <a:tabLst>
                <a:tab algn="l" pos="0"/>
              </a:tabLst>
            </a:pPr>
            <a:endParaRPr b="0" lang="fr-FR" sz="2000" spc="-1" strike="noStrike">
              <a:latin typeface="Arial"/>
            </a:endParaRPr>
          </a:p>
          <a:p>
            <a:pPr>
              <a:lnSpc>
                <a:spcPct val="100000"/>
              </a:lnSpc>
              <a:spcBef>
                <a:spcPts val="400"/>
              </a:spcBef>
              <a:tabLst>
                <a:tab algn="l" pos="0"/>
              </a:tabLst>
            </a:pPr>
            <a:endParaRPr b="0" lang="fr-FR" sz="2000" spc="-1" strike="noStrike">
              <a:latin typeface="Arial"/>
            </a:endParaRPr>
          </a:p>
        </p:txBody>
      </p:sp>
      <p:sp>
        <p:nvSpPr>
          <p:cNvPr id="149" name="Forme libre : forme 274"/>
          <p:cNvSpPr/>
          <p:nvPr/>
        </p:nvSpPr>
        <p:spPr>
          <a:xfrm>
            <a:off x="5760000" y="3240000"/>
            <a:ext cx="179640" cy="2519640"/>
          </a:xfrm>
          <a:custGeom>
            <a:avLst/>
            <a:gdLst>
              <a:gd name="textAreaLeft" fmla="*/ 0 w 179640"/>
              <a:gd name="textAreaRight" fmla="*/ 64800 w 179640"/>
              <a:gd name="textAreaTop" fmla="*/ 65520 h 2519640"/>
              <a:gd name="textAreaBottom" fmla="*/ 2454480 h 2519640"/>
            </a:gdLst>
            <a:ahLst/>
            <a:rect l="textAreaLeft" t="textAreaTop" r="textAreaRight" b="textAreaBottom"/>
            <a:pathLst>
              <a:path w="21600" h="21600">
                <a:moveTo>
                  <a:pt x="0" y="0"/>
                </a:moveTo>
                <a:cubicBezTo>
                  <a:pt x="5400" y="0"/>
                  <a:pt x="10800" y="900"/>
                  <a:pt x="10800" y="1800"/>
                </a:cubicBezTo>
                <a:lnTo>
                  <a:pt x="10800" y="9000"/>
                </a:lnTo>
                <a:cubicBezTo>
                  <a:pt x="10800" y="9900"/>
                  <a:pt x="16200" y="10800"/>
                  <a:pt x="21600" y="10800"/>
                </a:cubicBezTo>
                <a:cubicBezTo>
                  <a:pt x="16200" y="10800"/>
                  <a:pt x="10800" y="11700"/>
                  <a:pt x="10800" y="12600"/>
                </a:cubicBezTo>
                <a:lnTo>
                  <a:pt x="10800" y="19800"/>
                </a:lnTo>
                <a:cubicBezTo>
                  <a:pt x="10800" y="20700"/>
                  <a:pt x="5400" y="21600"/>
                  <a:pt x="0" y="21600"/>
                </a:cubicBezTo>
              </a:path>
            </a:pathLst>
          </a:custGeom>
          <a:noFill/>
          <a:ln w="0">
            <a:solidFill>
              <a:srgbClr val="000000"/>
            </a:solidFill>
          </a:ln>
        </p:spPr>
        <p:style>
          <a:lnRef idx="0"/>
          <a:fillRef idx="0"/>
          <a:effectRef idx="0"/>
          <a:fontRef idx="minor"/>
        </p:style>
      </p:sp>
      <p:pic>
        <p:nvPicPr>
          <p:cNvPr id="150" name="Image 275" descr=""/>
          <p:cNvPicPr/>
          <p:nvPr/>
        </p:nvPicPr>
        <p:blipFill>
          <a:blip r:embed="rId2"/>
          <a:stretch/>
        </p:blipFill>
        <p:spPr>
          <a:xfrm>
            <a:off x="6192000" y="3600000"/>
            <a:ext cx="1259640" cy="1259640"/>
          </a:xfrm>
          <a:prstGeom prst="rect">
            <a:avLst/>
          </a:prstGeom>
          <a:ln w="0">
            <a:noFill/>
          </a:ln>
        </p:spPr>
      </p:pic>
      <p:sp>
        <p:nvSpPr>
          <p:cNvPr id="151" name="내용 개체 틀 19"/>
          <p:cNvSpPr/>
          <p:nvPr/>
        </p:nvSpPr>
        <p:spPr>
          <a:xfrm>
            <a:off x="6120000" y="4680000"/>
            <a:ext cx="1583640" cy="719640"/>
          </a:xfrm>
          <a:prstGeom prst="rect">
            <a:avLst/>
          </a:prstGeom>
          <a:noFill/>
          <a:ln w="0">
            <a:noFill/>
          </a:ln>
        </p:spPr>
        <p:style>
          <a:lnRef idx="0"/>
          <a:fillRef idx="0"/>
          <a:effectRef idx="0"/>
          <a:fontRef idx="minor"/>
        </p:style>
        <p:txBody>
          <a:bodyPr lIns="99720" rIns="99720" tIns="49680" bIns="49680" anchor="t">
            <a:noAutofit/>
          </a:bodyPr>
          <a:p>
            <a:pPr marL="373320" indent="-373320">
              <a:lnSpc>
                <a:spcPct val="100000"/>
              </a:lnSpc>
              <a:spcBef>
                <a:spcPts val="400"/>
              </a:spcBef>
              <a:tabLst>
                <a:tab algn="l" pos="0"/>
              </a:tabLst>
            </a:pPr>
            <a:r>
              <a:rPr b="0" lang="en-US" sz="2000" spc="-1" strike="noStrike">
                <a:solidFill>
                  <a:srgbClr val="0d0d0d"/>
                </a:solidFill>
                <a:latin typeface="Calibri"/>
                <a:ea typeface="맑은 고딕"/>
              </a:rPr>
              <a:t>MODELES IA</a:t>
            </a:r>
            <a:endParaRPr b="0" lang="fr-FR" sz="2000" spc="-1" strike="noStrike">
              <a:latin typeface="Arial"/>
            </a:endParaRPr>
          </a:p>
          <a:p>
            <a:pPr marL="373320" indent="-373320">
              <a:lnSpc>
                <a:spcPct val="100000"/>
              </a:lnSpc>
              <a:spcBef>
                <a:spcPts val="400"/>
              </a:spcBef>
              <a:tabLst>
                <a:tab algn="l" pos="0"/>
              </a:tabLst>
            </a:pPr>
            <a:endParaRPr b="0" lang="fr-FR" sz="2000" spc="-1" strike="noStrike">
              <a:latin typeface="Arial"/>
            </a:endParaRPr>
          </a:p>
          <a:p>
            <a:pPr marL="373320" indent="-373320">
              <a:lnSpc>
                <a:spcPct val="100000"/>
              </a:lnSpc>
              <a:spcBef>
                <a:spcPts val="400"/>
              </a:spcBef>
              <a:tabLst>
                <a:tab algn="l" pos="0"/>
              </a:tabLst>
            </a:pPr>
            <a:endParaRPr b="0" lang="fr-FR" sz="2000" spc="-1" strike="noStrike">
              <a:latin typeface="Arial"/>
            </a:endParaRPr>
          </a:p>
          <a:p>
            <a:pPr marL="373320" indent="-373320">
              <a:lnSpc>
                <a:spcPct val="100000"/>
              </a:lnSpc>
              <a:spcBef>
                <a:spcPts val="400"/>
              </a:spcBef>
              <a:tabLst>
                <a:tab algn="l" pos="0"/>
              </a:tabLst>
            </a:pPr>
            <a:endParaRPr b="0" lang="fr-FR" sz="2000" spc="-1" strike="noStrike">
              <a:latin typeface="Arial"/>
            </a:endParaRPr>
          </a:p>
          <a:p>
            <a:pPr marL="373320" indent="-373320">
              <a:lnSpc>
                <a:spcPct val="100000"/>
              </a:lnSpc>
              <a:spcBef>
                <a:spcPts val="400"/>
              </a:spcBef>
              <a:tabLst>
                <a:tab algn="l" pos="0"/>
              </a:tabLst>
            </a:pPr>
            <a:endParaRPr b="0" lang="fr-FR" sz="2000" spc="-1" strike="noStrike">
              <a:latin typeface="Arial"/>
            </a:endParaRPr>
          </a:p>
          <a:p>
            <a:pPr marL="373320" indent="-373320">
              <a:lnSpc>
                <a:spcPct val="100000"/>
              </a:lnSpc>
              <a:spcBef>
                <a:spcPts val="400"/>
              </a:spcBef>
              <a:tabLst>
                <a:tab algn="l" pos="0"/>
              </a:tabLst>
            </a:pPr>
            <a:endParaRPr b="0" lang="fr-FR" sz="2000" spc="-1" strike="noStrike">
              <a:latin typeface="Arial"/>
            </a:endParaRPr>
          </a:p>
          <a:p>
            <a:pPr marL="373320" indent="-373320">
              <a:lnSpc>
                <a:spcPct val="100000"/>
              </a:lnSpc>
              <a:spcBef>
                <a:spcPts val="400"/>
              </a:spcBef>
              <a:tabLst>
                <a:tab algn="l" pos="0"/>
              </a:tabLst>
            </a:pPr>
            <a:endParaRPr b="0" lang="fr-FR" sz="2000" spc="-1" strike="noStrike">
              <a:latin typeface="Arial"/>
            </a:endParaRPr>
          </a:p>
          <a:p>
            <a:pPr marL="373320" indent="-373320">
              <a:lnSpc>
                <a:spcPct val="100000"/>
              </a:lnSpc>
              <a:spcBef>
                <a:spcPts val="400"/>
              </a:spcBef>
              <a:tabLst>
                <a:tab algn="l" pos="0"/>
              </a:tabLst>
            </a:pPr>
            <a:endParaRPr b="0" lang="fr-FR" sz="2000" spc="-1" strike="noStrike">
              <a:latin typeface="Arial"/>
            </a:endParaRPr>
          </a:p>
          <a:p>
            <a:pPr marL="373320" indent="-373320">
              <a:lnSpc>
                <a:spcPct val="100000"/>
              </a:lnSpc>
              <a:spcBef>
                <a:spcPts val="400"/>
              </a:spcBef>
              <a:tabLst>
                <a:tab algn="l" pos="0"/>
              </a:tabLst>
            </a:pPr>
            <a:endParaRPr b="0" lang="fr-FR" sz="2000" spc="-1" strike="noStrike">
              <a:latin typeface="Arial"/>
            </a:endParaRPr>
          </a:p>
          <a:p>
            <a:pPr marL="373320" indent="-373320">
              <a:lnSpc>
                <a:spcPct val="100000"/>
              </a:lnSpc>
              <a:spcBef>
                <a:spcPts val="400"/>
              </a:spcBef>
              <a:tabLst>
                <a:tab algn="l" pos="0"/>
              </a:tabLst>
            </a:pPr>
            <a:endParaRPr b="0" lang="fr-FR" sz="2000" spc="-1" strike="noStrike">
              <a:latin typeface="Arial"/>
            </a:endParaRPr>
          </a:p>
        </p:txBody>
      </p:sp>
      <p:sp>
        <p:nvSpPr>
          <p:cNvPr id="152" name="Connecteur droit 277"/>
          <p:cNvSpPr/>
          <p:nvPr/>
        </p:nvSpPr>
        <p:spPr>
          <a:xfrm>
            <a:off x="7704000" y="3960000"/>
            <a:ext cx="1620000" cy="360"/>
          </a:xfrm>
          <a:prstGeom prst="line">
            <a:avLst/>
          </a:prstGeom>
          <a:ln w="0">
            <a:solidFill>
              <a:srgbClr val="000000"/>
            </a:solidFill>
            <a:tailEnd len="med" type="triangle" w="med"/>
          </a:ln>
        </p:spPr>
        <p:style>
          <a:lnRef idx="0"/>
          <a:fillRef idx="0"/>
          <a:effectRef idx="0"/>
          <a:fontRef idx="minor"/>
        </p:style>
      </p:sp>
      <p:sp>
        <p:nvSpPr>
          <p:cNvPr id="153" name="Connecteur droit 278"/>
          <p:cNvSpPr/>
          <p:nvPr/>
        </p:nvSpPr>
        <p:spPr>
          <a:xfrm>
            <a:off x="7704000" y="5040000"/>
            <a:ext cx="1620000" cy="360"/>
          </a:xfrm>
          <a:prstGeom prst="line">
            <a:avLst/>
          </a:prstGeom>
          <a:ln w="0">
            <a:solidFill>
              <a:srgbClr val="000000"/>
            </a:solidFill>
            <a:tailEnd len="med" type="triangle" w="med"/>
          </a:ln>
        </p:spPr>
        <p:style>
          <a:lnRef idx="0"/>
          <a:fillRef idx="0"/>
          <a:effectRef idx="0"/>
          <a:fontRef idx="minor"/>
        </p:style>
      </p:sp>
      <p:sp>
        <p:nvSpPr>
          <p:cNvPr id="154" name="내용 개체 틀 20"/>
          <p:cNvSpPr/>
          <p:nvPr/>
        </p:nvSpPr>
        <p:spPr>
          <a:xfrm>
            <a:off x="9360000" y="3528000"/>
            <a:ext cx="2339640" cy="755640"/>
          </a:xfrm>
          <a:prstGeom prst="rect">
            <a:avLst/>
          </a:prstGeom>
          <a:noFill/>
          <a:ln w="0">
            <a:solidFill>
              <a:srgbClr val="000000"/>
            </a:solidFill>
          </a:ln>
        </p:spPr>
        <p:style>
          <a:lnRef idx="0"/>
          <a:fillRef idx="0"/>
          <a:effectRef idx="0"/>
          <a:fontRef idx="minor"/>
        </p:style>
        <p:txBody>
          <a:bodyPr lIns="99720" rIns="99720" tIns="49680" bIns="49680" anchor="t">
            <a:noAutofit/>
          </a:bodyPr>
          <a:p>
            <a:pPr algn="ctr">
              <a:lnSpc>
                <a:spcPct val="100000"/>
              </a:lnSpc>
              <a:spcBef>
                <a:spcPts val="116"/>
              </a:spcBef>
              <a:tabLst>
                <a:tab algn="l" pos="0"/>
              </a:tabLst>
            </a:pPr>
            <a:r>
              <a:rPr b="0" lang="en-US" sz="2000" spc="-1" strike="noStrike">
                <a:solidFill>
                  <a:srgbClr val="0d0d0d"/>
                </a:solidFill>
                <a:latin typeface="Calibri"/>
                <a:ea typeface="맑은 고딕"/>
              </a:rPr>
              <a:t>Recommandation </a:t>
            </a:r>
            <a:endParaRPr b="0" lang="fr-FR" sz="2000" spc="-1" strike="noStrike">
              <a:latin typeface="Arial"/>
            </a:endParaRPr>
          </a:p>
          <a:p>
            <a:pPr algn="ctr">
              <a:lnSpc>
                <a:spcPct val="100000"/>
              </a:lnSpc>
              <a:spcBef>
                <a:spcPts val="116"/>
              </a:spcBef>
              <a:tabLst>
                <a:tab algn="l" pos="0"/>
              </a:tabLst>
            </a:pPr>
            <a:r>
              <a:rPr b="0" lang="en-US" sz="2000" spc="-1" strike="noStrike">
                <a:solidFill>
                  <a:srgbClr val="0d0d0d"/>
                </a:solidFill>
                <a:latin typeface="Calibri"/>
                <a:ea typeface="맑은 고딕"/>
              </a:rPr>
              <a:t>personnalisées</a:t>
            </a:r>
            <a:endParaRPr b="0" lang="fr-FR" sz="2000" spc="-1" strike="noStrike">
              <a:latin typeface="Arial"/>
            </a:endParaRPr>
          </a:p>
          <a:p>
            <a:pPr algn="ctr">
              <a:lnSpc>
                <a:spcPct val="100000"/>
              </a:lnSpc>
              <a:spcBef>
                <a:spcPts val="400"/>
              </a:spcBef>
              <a:tabLst>
                <a:tab algn="l" pos="0"/>
              </a:tabLst>
            </a:pPr>
            <a:endParaRPr b="0" lang="fr-FR" sz="2000" spc="-1" strike="noStrike">
              <a:latin typeface="Arial"/>
            </a:endParaRPr>
          </a:p>
          <a:p>
            <a:pPr algn="ctr">
              <a:lnSpc>
                <a:spcPct val="100000"/>
              </a:lnSpc>
              <a:spcBef>
                <a:spcPts val="400"/>
              </a:spcBef>
              <a:tabLst>
                <a:tab algn="l" pos="0"/>
              </a:tabLst>
            </a:pPr>
            <a:endParaRPr b="0" lang="fr-FR" sz="2000" spc="-1" strike="noStrike">
              <a:latin typeface="Arial"/>
            </a:endParaRPr>
          </a:p>
          <a:p>
            <a:pPr algn="ctr">
              <a:lnSpc>
                <a:spcPct val="100000"/>
              </a:lnSpc>
              <a:spcBef>
                <a:spcPts val="400"/>
              </a:spcBef>
              <a:tabLst>
                <a:tab algn="l" pos="0"/>
              </a:tabLst>
            </a:pPr>
            <a:endParaRPr b="0" lang="fr-FR" sz="2000" spc="-1" strike="noStrike">
              <a:latin typeface="Arial"/>
            </a:endParaRPr>
          </a:p>
          <a:p>
            <a:pPr algn="ctr">
              <a:lnSpc>
                <a:spcPct val="100000"/>
              </a:lnSpc>
              <a:spcBef>
                <a:spcPts val="400"/>
              </a:spcBef>
              <a:tabLst>
                <a:tab algn="l" pos="0"/>
              </a:tabLst>
            </a:pPr>
            <a:endParaRPr b="0" lang="fr-FR" sz="2000" spc="-1" strike="noStrike">
              <a:latin typeface="Arial"/>
            </a:endParaRPr>
          </a:p>
          <a:p>
            <a:pPr algn="ctr">
              <a:lnSpc>
                <a:spcPct val="100000"/>
              </a:lnSpc>
              <a:spcBef>
                <a:spcPts val="400"/>
              </a:spcBef>
              <a:tabLst>
                <a:tab algn="l" pos="0"/>
              </a:tabLst>
            </a:pPr>
            <a:endParaRPr b="0" lang="fr-FR" sz="2000" spc="-1" strike="noStrike">
              <a:latin typeface="Arial"/>
            </a:endParaRPr>
          </a:p>
          <a:p>
            <a:pPr algn="ctr">
              <a:lnSpc>
                <a:spcPct val="100000"/>
              </a:lnSpc>
              <a:spcBef>
                <a:spcPts val="400"/>
              </a:spcBef>
              <a:tabLst>
                <a:tab algn="l" pos="0"/>
              </a:tabLst>
            </a:pPr>
            <a:endParaRPr b="0" lang="fr-FR" sz="2000" spc="-1" strike="noStrike">
              <a:latin typeface="Arial"/>
            </a:endParaRPr>
          </a:p>
          <a:p>
            <a:pPr algn="ctr">
              <a:lnSpc>
                <a:spcPct val="100000"/>
              </a:lnSpc>
              <a:spcBef>
                <a:spcPts val="400"/>
              </a:spcBef>
              <a:tabLst>
                <a:tab algn="l" pos="0"/>
              </a:tabLst>
            </a:pPr>
            <a:endParaRPr b="0" lang="fr-FR" sz="2000" spc="-1" strike="noStrike">
              <a:latin typeface="Arial"/>
            </a:endParaRPr>
          </a:p>
          <a:p>
            <a:pPr algn="ctr">
              <a:lnSpc>
                <a:spcPct val="100000"/>
              </a:lnSpc>
              <a:spcBef>
                <a:spcPts val="400"/>
              </a:spcBef>
              <a:tabLst>
                <a:tab algn="l" pos="0"/>
              </a:tabLst>
            </a:pPr>
            <a:endParaRPr b="0" lang="fr-FR" sz="2000" spc="-1" strike="noStrike">
              <a:latin typeface="Arial"/>
            </a:endParaRPr>
          </a:p>
          <a:p>
            <a:pPr algn="ctr">
              <a:lnSpc>
                <a:spcPct val="100000"/>
              </a:lnSpc>
              <a:spcBef>
                <a:spcPts val="400"/>
              </a:spcBef>
              <a:tabLst>
                <a:tab algn="l" pos="0"/>
              </a:tabLst>
            </a:pPr>
            <a:endParaRPr b="0" lang="fr-FR" sz="2000" spc="-1" strike="noStrike">
              <a:latin typeface="Arial"/>
            </a:endParaRPr>
          </a:p>
        </p:txBody>
      </p:sp>
      <p:sp>
        <p:nvSpPr>
          <p:cNvPr id="155" name="내용 개체 틀 21"/>
          <p:cNvSpPr/>
          <p:nvPr/>
        </p:nvSpPr>
        <p:spPr>
          <a:xfrm>
            <a:off x="9360000" y="4464000"/>
            <a:ext cx="2339640" cy="1079640"/>
          </a:xfrm>
          <a:prstGeom prst="rect">
            <a:avLst/>
          </a:prstGeom>
          <a:noFill/>
          <a:ln w="0">
            <a:solidFill>
              <a:srgbClr val="000000"/>
            </a:solidFill>
          </a:ln>
        </p:spPr>
        <p:style>
          <a:lnRef idx="0"/>
          <a:fillRef idx="0"/>
          <a:effectRef idx="0"/>
          <a:fontRef idx="minor"/>
        </p:style>
        <p:txBody>
          <a:bodyPr lIns="99720" rIns="99720" tIns="49680" bIns="49680" anchor="t">
            <a:noAutofit/>
          </a:bodyPr>
          <a:p>
            <a:pPr algn="ctr">
              <a:lnSpc>
                <a:spcPct val="100000"/>
              </a:lnSpc>
              <a:spcBef>
                <a:spcPts val="116"/>
              </a:spcBef>
              <a:tabLst>
                <a:tab algn="l" pos="0"/>
              </a:tabLst>
            </a:pPr>
            <a:r>
              <a:rPr b="0" lang="en-US" sz="2000" spc="-1" strike="noStrike">
                <a:solidFill>
                  <a:srgbClr val="0d0d0d"/>
                </a:solidFill>
                <a:latin typeface="Calibri"/>
                <a:ea typeface="맑은 고딕"/>
              </a:rPr>
              <a:t>Visualisation des recommandations sur photo utilisateur</a:t>
            </a:r>
            <a:endParaRPr b="0" lang="fr-FR" sz="2000" spc="-1" strike="noStrike">
              <a:latin typeface="Arial"/>
            </a:endParaRPr>
          </a:p>
        </p:txBody>
      </p:sp>
      <p:sp>
        <p:nvSpPr>
          <p:cNvPr id="156" name="Rectangle 281"/>
          <p:cNvSpPr/>
          <p:nvPr/>
        </p:nvSpPr>
        <p:spPr>
          <a:xfrm>
            <a:off x="180000" y="2772000"/>
            <a:ext cx="11879640" cy="3384000"/>
          </a:xfrm>
          <a:prstGeom prst="rect">
            <a:avLst/>
          </a:prstGeom>
          <a:noFill/>
          <a:ln w="38160">
            <a:solidFill>
              <a:srgbClr val="ff8000"/>
            </a:solidFill>
            <a:round/>
          </a:ln>
        </p:spPr>
        <p:style>
          <a:lnRef idx="0"/>
          <a:fillRef idx="0"/>
          <a:effectRef idx="0"/>
          <a:fontRef idx="minor"/>
        </p:style>
      </p:sp>
      <p:sp>
        <p:nvSpPr>
          <p:cNvPr id="157" name="Flèche : droite 282"/>
          <p:cNvSpPr/>
          <p:nvPr/>
        </p:nvSpPr>
        <p:spPr>
          <a:xfrm>
            <a:off x="720000" y="6300000"/>
            <a:ext cx="359640" cy="359640"/>
          </a:xfrm>
          <a:prstGeom prst="rightArrow">
            <a:avLst>
              <a:gd name="adj1" fmla="val 50000"/>
              <a:gd name="adj2" fmla="val 25000"/>
            </a:avLst>
          </a:prstGeom>
          <a:solidFill>
            <a:srgbClr val="ffb66c"/>
          </a:solidFill>
          <a:ln w="0">
            <a:solidFill>
              <a:srgbClr val="ff8000"/>
            </a:solidFill>
          </a:ln>
        </p:spPr>
        <p:style>
          <a:lnRef idx="0"/>
          <a:fillRef idx="0"/>
          <a:effectRef idx="0"/>
          <a:fontRef idx="minor"/>
        </p:style>
      </p:sp>
      <p:sp>
        <p:nvSpPr>
          <p:cNvPr id="158" name="내용 개체 틀 22"/>
          <p:cNvSpPr/>
          <p:nvPr/>
        </p:nvSpPr>
        <p:spPr>
          <a:xfrm>
            <a:off x="1044000" y="6264000"/>
            <a:ext cx="9215640" cy="719640"/>
          </a:xfrm>
          <a:prstGeom prst="rect">
            <a:avLst/>
          </a:prstGeom>
          <a:noFill/>
          <a:ln w="0">
            <a:noFill/>
          </a:ln>
        </p:spPr>
        <p:style>
          <a:lnRef idx="0"/>
          <a:fillRef idx="0"/>
          <a:effectRef idx="0"/>
          <a:fontRef idx="minor"/>
        </p:style>
        <p:txBody>
          <a:bodyPr lIns="99720" rIns="99720" tIns="49680" bIns="49680" anchor="t">
            <a:noAutofit/>
          </a:bodyPr>
          <a:p>
            <a:pPr marL="373320" indent="-373320">
              <a:lnSpc>
                <a:spcPct val="100000"/>
              </a:lnSpc>
              <a:spcBef>
                <a:spcPts val="400"/>
              </a:spcBef>
              <a:tabLst>
                <a:tab algn="l" pos="0"/>
              </a:tabLst>
            </a:pPr>
            <a:r>
              <a:rPr b="1" lang="en-US" sz="2000" spc="-1" strike="noStrike">
                <a:solidFill>
                  <a:srgbClr val="ff8000"/>
                </a:solidFill>
                <a:latin typeface="Calibri"/>
                <a:ea typeface="맑은 고딕"/>
              </a:rPr>
              <a:t>Evaluation des recommandations par l’utilisateur pour ajuster les modèles IA </a:t>
            </a:r>
            <a:endParaRPr b="0" lang="fr-FR" sz="2000" spc="-1" strike="noStrike">
              <a:latin typeface="Arial"/>
            </a:endParaRPr>
          </a:p>
          <a:p>
            <a:pPr marL="373320" indent="-373320">
              <a:lnSpc>
                <a:spcPct val="100000"/>
              </a:lnSpc>
              <a:spcBef>
                <a:spcPts val="400"/>
              </a:spcBef>
              <a:tabLst>
                <a:tab algn="l" pos="0"/>
              </a:tabLst>
            </a:pPr>
            <a:endParaRPr b="0" lang="fr-FR" sz="2000" spc="-1" strike="noStrike">
              <a:latin typeface="Arial"/>
            </a:endParaRPr>
          </a:p>
          <a:p>
            <a:pPr marL="373320" indent="-373320">
              <a:lnSpc>
                <a:spcPct val="100000"/>
              </a:lnSpc>
              <a:spcBef>
                <a:spcPts val="400"/>
              </a:spcBef>
              <a:tabLst>
                <a:tab algn="l" pos="0"/>
              </a:tabLst>
            </a:pPr>
            <a:endParaRPr b="0" lang="fr-FR" sz="2000" spc="-1" strike="noStrike">
              <a:latin typeface="Arial"/>
            </a:endParaRPr>
          </a:p>
          <a:p>
            <a:pPr marL="373320" indent="-373320">
              <a:lnSpc>
                <a:spcPct val="100000"/>
              </a:lnSpc>
              <a:spcBef>
                <a:spcPts val="400"/>
              </a:spcBef>
              <a:tabLst>
                <a:tab algn="l" pos="0"/>
              </a:tabLst>
            </a:pPr>
            <a:endParaRPr b="0" lang="fr-FR" sz="2000" spc="-1" strike="noStrike">
              <a:latin typeface="Arial"/>
            </a:endParaRPr>
          </a:p>
          <a:p>
            <a:pPr marL="373320" indent="-373320">
              <a:lnSpc>
                <a:spcPct val="100000"/>
              </a:lnSpc>
              <a:spcBef>
                <a:spcPts val="400"/>
              </a:spcBef>
              <a:tabLst>
                <a:tab algn="l" pos="0"/>
              </a:tabLst>
            </a:pPr>
            <a:endParaRPr b="0" lang="fr-FR" sz="2000" spc="-1" strike="noStrike">
              <a:latin typeface="Arial"/>
            </a:endParaRPr>
          </a:p>
          <a:p>
            <a:pPr marL="373320" indent="-373320">
              <a:lnSpc>
                <a:spcPct val="100000"/>
              </a:lnSpc>
              <a:spcBef>
                <a:spcPts val="400"/>
              </a:spcBef>
              <a:tabLst>
                <a:tab algn="l" pos="0"/>
              </a:tabLst>
            </a:pPr>
            <a:endParaRPr b="0" lang="fr-FR" sz="2000" spc="-1" strike="noStrike">
              <a:latin typeface="Arial"/>
            </a:endParaRPr>
          </a:p>
          <a:p>
            <a:pPr marL="373320" indent="-373320">
              <a:lnSpc>
                <a:spcPct val="100000"/>
              </a:lnSpc>
              <a:spcBef>
                <a:spcPts val="400"/>
              </a:spcBef>
              <a:tabLst>
                <a:tab algn="l" pos="0"/>
              </a:tabLst>
            </a:pPr>
            <a:endParaRPr b="0" lang="fr-FR" sz="2000" spc="-1" strike="noStrike">
              <a:latin typeface="Arial"/>
            </a:endParaRPr>
          </a:p>
          <a:p>
            <a:pPr marL="373320" indent="-373320">
              <a:lnSpc>
                <a:spcPct val="100000"/>
              </a:lnSpc>
              <a:spcBef>
                <a:spcPts val="400"/>
              </a:spcBef>
              <a:tabLst>
                <a:tab algn="l" pos="0"/>
              </a:tabLst>
            </a:pPr>
            <a:endParaRPr b="0" lang="fr-FR" sz="2000" spc="-1" strike="noStrike">
              <a:latin typeface="Arial"/>
            </a:endParaRPr>
          </a:p>
          <a:p>
            <a:pPr marL="373320" indent="-373320">
              <a:lnSpc>
                <a:spcPct val="100000"/>
              </a:lnSpc>
              <a:spcBef>
                <a:spcPts val="400"/>
              </a:spcBef>
              <a:tabLst>
                <a:tab algn="l" pos="0"/>
              </a:tabLst>
            </a:pPr>
            <a:endParaRPr b="0" lang="fr-FR" sz="2000" spc="-1" strike="noStrike">
              <a:latin typeface="Arial"/>
            </a:endParaRPr>
          </a:p>
          <a:p>
            <a:pPr marL="373320" indent="-373320">
              <a:lnSpc>
                <a:spcPct val="100000"/>
              </a:lnSpc>
              <a:spcBef>
                <a:spcPts val="400"/>
              </a:spcBef>
              <a:tabLst>
                <a:tab algn="l" pos="0"/>
              </a:tabLst>
            </a:pPr>
            <a:endParaRPr b="0" lang="fr-FR" sz="2000" spc="-1" strike="noStrike">
              <a:latin typeface="Arial"/>
            </a:endParaRPr>
          </a:p>
        </p:txBody>
      </p:sp>
      <p:sp>
        <p:nvSpPr>
          <p:cNvPr id="159" name=""/>
          <p:cNvSpPr txBox="1"/>
          <p:nvPr/>
        </p:nvSpPr>
        <p:spPr>
          <a:xfrm>
            <a:off x="360000" y="2772000"/>
            <a:ext cx="11520000" cy="360000"/>
          </a:xfrm>
          <a:prstGeom prst="rect">
            <a:avLst/>
          </a:prstGeom>
          <a:noFill/>
          <a:ln w="0">
            <a:noFill/>
          </a:ln>
        </p:spPr>
        <p:txBody>
          <a:bodyPr lIns="90000" rIns="90000" tIns="45000" bIns="45000" anchor="t">
            <a:noAutofit/>
          </a:bodyPr>
          <a:p>
            <a:r>
              <a:rPr b="1" lang="en-US" sz="2000" spc="-1" strike="noStrike" u="sng">
                <a:solidFill>
                  <a:srgbClr val="0d0d0d"/>
                </a:solidFill>
                <a:uFillTx/>
                <a:latin typeface="Calibri"/>
                <a:ea typeface="맑은 고딕"/>
              </a:rPr>
              <a:t>Problème initial</a:t>
            </a:r>
            <a:r>
              <a:rPr b="0" lang="fr-FR" sz="1800" spc="-1" strike="noStrike">
                <a:latin typeface="Calibri"/>
              </a:rPr>
              <a:t> : Difficulté pour l’utilisateur à se projeter visuellement dans un vêtement → frein à l’achat</a:t>
            </a:r>
            <a:endParaRPr b="0" lang="fr-FR" sz="1800" spc="-1" strike="noStrike">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0" name="PlaceHolder 1"/>
          <p:cNvSpPr>
            <a:spLocks noGrp="1"/>
          </p:cNvSpPr>
          <p:nvPr>
            <p:ph type="title"/>
          </p:nvPr>
        </p:nvSpPr>
        <p:spPr>
          <a:xfrm>
            <a:off x="609480" y="189360"/>
            <a:ext cx="10970640" cy="798120"/>
          </a:xfrm>
          <a:prstGeom prst="rect">
            <a:avLst/>
          </a:prstGeom>
          <a:noFill/>
          <a:ln w="0">
            <a:noFill/>
          </a:ln>
        </p:spPr>
        <p:txBody>
          <a:bodyPr lIns="99720" rIns="99720" tIns="49680" bIns="49680" anchor="ctr">
            <a:noAutofit/>
          </a:bodyPr>
          <a:p>
            <a:pPr indent="0">
              <a:lnSpc>
                <a:spcPct val="100000"/>
              </a:lnSpc>
              <a:buNone/>
              <a:tabLst>
                <a:tab algn="l" pos="0"/>
              </a:tabLst>
            </a:pPr>
            <a:r>
              <a:rPr b="1" lang="en-US" sz="4000" spc="-1" strike="noStrike">
                <a:solidFill>
                  <a:srgbClr val="ffffff"/>
                </a:solidFill>
                <a:latin typeface="Calibri"/>
                <a:ea typeface="맑은 고딕"/>
              </a:rPr>
              <a:t>Principales user stories &amp; MVP</a:t>
            </a:r>
            <a:endParaRPr b="0" lang="fr-FR" sz="4000" spc="-1" strike="noStrike">
              <a:solidFill>
                <a:srgbClr val="000000"/>
              </a:solidFill>
              <a:latin typeface="Arial"/>
            </a:endParaRPr>
          </a:p>
        </p:txBody>
      </p:sp>
      <p:pic>
        <p:nvPicPr>
          <p:cNvPr id="161" name="Image 285" descr=""/>
          <p:cNvPicPr/>
          <p:nvPr/>
        </p:nvPicPr>
        <p:blipFill>
          <a:blip r:embed="rId1"/>
          <a:stretch/>
        </p:blipFill>
        <p:spPr>
          <a:xfrm>
            <a:off x="0" y="1023840"/>
            <a:ext cx="6948720" cy="5871240"/>
          </a:xfrm>
          <a:prstGeom prst="rect">
            <a:avLst/>
          </a:prstGeom>
          <a:ln w="0">
            <a:noFill/>
          </a:ln>
        </p:spPr>
      </p:pic>
      <p:sp>
        <p:nvSpPr>
          <p:cNvPr id="162" name="Rectangle 286"/>
          <p:cNvSpPr/>
          <p:nvPr/>
        </p:nvSpPr>
        <p:spPr>
          <a:xfrm>
            <a:off x="7920000" y="1440000"/>
            <a:ext cx="4269960" cy="2339640"/>
          </a:xfrm>
          <a:prstGeom prst="rect">
            <a:avLst/>
          </a:prstGeom>
          <a:solidFill>
            <a:srgbClr val="ffffff"/>
          </a:solidFill>
          <a:ln w="0">
            <a:solidFill>
              <a:srgbClr val="ffffff"/>
            </a:solidFill>
          </a:ln>
        </p:spPr>
        <p:style>
          <a:lnRef idx="0"/>
          <a:fillRef idx="0"/>
          <a:effectRef idx="0"/>
          <a:fontRef idx="minor"/>
        </p:style>
      </p:sp>
      <p:pic>
        <p:nvPicPr>
          <p:cNvPr id="163" name="Image 287" descr=""/>
          <p:cNvPicPr/>
          <p:nvPr/>
        </p:nvPicPr>
        <p:blipFill>
          <a:blip r:embed="rId2"/>
          <a:stretch/>
        </p:blipFill>
        <p:spPr>
          <a:xfrm>
            <a:off x="7380000" y="2160000"/>
            <a:ext cx="4647960" cy="847080"/>
          </a:xfrm>
          <a:prstGeom prst="rect">
            <a:avLst/>
          </a:prstGeom>
          <a:ln w="0">
            <a:solidFill>
              <a:srgbClr val="000000"/>
            </a:solidFill>
          </a:ln>
        </p:spPr>
      </p:pic>
      <p:sp>
        <p:nvSpPr>
          <p:cNvPr id="164" name="Flèche : droite 289"/>
          <p:cNvSpPr/>
          <p:nvPr/>
        </p:nvSpPr>
        <p:spPr>
          <a:xfrm flipV="1" rot="5390400">
            <a:off x="9360000" y="3491280"/>
            <a:ext cx="537480" cy="539280"/>
          </a:xfrm>
          <a:prstGeom prst="rightArrow">
            <a:avLst>
              <a:gd name="adj1" fmla="val 50000"/>
              <a:gd name="adj2" fmla="val 25000"/>
            </a:avLst>
          </a:prstGeom>
          <a:solidFill>
            <a:srgbClr val="ffb66c"/>
          </a:solidFill>
          <a:ln w="0">
            <a:solidFill>
              <a:srgbClr val="ff8000"/>
            </a:solidFill>
          </a:ln>
        </p:spPr>
        <p:style>
          <a:lnRef idx="0"/>
          <a:fillRef idx="0"/>
          <a:effectRef idx="0"/>
          <a:fontRef idx="minor"/>
        </p:style>
      </p:sp>
      <p:sp>
        <p:nvSpPr>
          <p:cNvPr id="165" name="ZoneTexte 290"/>
          <p:cNvSpPr/>
          <p:nvPr/>
        </p:nvSpPr>
        <p:spPr>
          <a:xfrm>
            <a:off x="7200000" y="4140000"/>
            <a:ext cx="4989960" cy="251964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1" lang="fr-FR" sz="1800" spc="-1" strike="noStrike" u="sng">
                <a:solidFill>
                  <a:srgbClr val="000000"/>
                </a:solidFill>
                <a:uFillTx/>
                <a:latin typeface="Arial"/>
                <a:ea typeface="DejaVu Sans"/>
              </a:rPr>
              <a:t>MVP </a:t>
            </a:r>
            <a:r>
              <a:rPr b="0" lang="fr-FR" sz="1800" spc="-1" strike="noStrike">
                <a:solidFill>
                  <a:srgbClr val="000000"/>
                </a:solidFill>
                <a:latin typeface="Arial"/>
                <a:ea typeface="DejaVu Sans"/>
              </a:rPr>
              <a:t>: </a:t>
            </a:r>
            <a:endParaRPr b="0" lang="fr-FR" sz="1800" spc="-1" strike="noStrike">
              <a:latin typeface="Arial"/>
            </a:endParaRPr>
          </a:p>
          <a:p>
            <a:pPr marL="216000" indent="-216000">
              <a:lnSpc>
                <a:spcPct val="100000"/>
              </a:lnSpc>
              <a:buClr>
                <a:srgbClr val="000000"/>
              </a:buClr>
              <a:buSzPct val="45000"/>
              <a:buFont typeface="Wingdings" charset="2"/>
              <a:buChar char=""/>
            </a:pPr>
            <a:r>
              <a:rPr b="0" lang="fr-FR" sz="1800" spc="-1" strike="noStrike">
                <a:solidFill>
                  <a:srgbClr val="000000"/>
                </a:solidFill>
                <a:latin typeface="Arial"/>
                <a:ea typeface="DejaVu Sans"/>
              </a:rPr>
              <a:t>9 fonctionnalités « Must Have »</a:t>
            </a:r>
            <a:endParaRPr b="0" lang="fr-FR" sz="1800" spc="-1" strike="noStrike">
              <a:latin typeface="Arial"/>
            </a:endParaRPr>
          </a:p>
          <a:p>
            <a:pPr marL="216000" indent="-216000">
              <a:lnSpc>
                <a:spcPct val="100000"/>
              </a:lnSpc>
              <a:buClr>
                <a:srgbClr val="000000"/>
              </a:buClr>
              <a:buSzPct val="45000"/>
              <a:buFont typeface="Wingdings" charset="2"/>
              <a:buChar char=""/>
            </a:pPr>
            <a:r>
              <a:rPr b="0" lang="fr-FR" sz="1800" spc="-1" strike="noStrike">
                <a:solidFill>
                  <a:srgbClr val="000000"/>
                </a:solidFill>
                <a:latin typeface="Arial"/>
                <a:ea typeface="DejaVu Sans"/>
              </a:rPr>
              <a:t>4 fonctionnalités « Could Have »</a:t>
            </a:r>
            <a:endParaRPr b="0" lang="fr-FR" sz="1800" spc="-1" strike="noStrike">
              <a:latin typeface="Arial"/>
            </a:endParaRPr>
          </a:p>
          <a:p>
            <a:pPr lvl="1" marL="432000" indent="-216000">
              <a:lnSpc>
                <a:spcPct val="100000"/>
              </a:lnSpc>
              <a:buClr>
                <a:srgbClr val="000000"/>
              </a:buClr>
              <a:buSzPct val="45000"/>
              <a:buFont typeface="Wingdings" charset="2"/>
              <a:buChar char=""/>
            </a:pPr>
            <a:r>
              <a:rPr b="0" i="1" lang="fr-FR" sz="1500" spc="-1" strike="noStrike">
                <a:solidFill>
                  <a:srgbClr val="000000"/>
                </a:solidFill>
                <a:latin typeface="Arial"/>
                <a:ea typeface="DejaVu Sans"/>
              </a:rPr>
              <a:t>Liste des styles</a:t>
            </a:r>
            <a:endParaRPr b="0" lang="fr-FR" sz="1500" spc="-1" strike="noStrike">
              <a:latin typeface="Arial"/>
            </a:endParaRPr>
          </a:p>
          <a:p>
            <a:pPr lvl="1" marL="432000" indent="-216000">
              <a:lnSpc>
                <a:spcPct val="100000"/>
              </a:lnSpc>
              <a:buClr>
                <a:srgbClr val="000000"/>
              </a:buClr>
              <a:buSzPct val="45000"/>
              <a:buFont typeface="Wingdings" charset="2"/>
              <a:buChar char=""/>
            </a:pPr>
            <a:r>
              <a:rPr b="0" i="1" lang="fr-FR" sz="1500" spc="-1" strike="noStrike">
                <a:solidFill>
                  <a:srgbClr val="000000"/>
                </a:solidFill>
                <a:latin typeface="Arial"/>
                <a:ea typeface="DejaVu Sans"/>
              </a:rPr>
              <a:t>Liste des sources d’influence</a:t>
            </a:r>
            <a:endParaRPr b="0" lang="fr-FR" sz="1500" spc="-1" strike="noStrike">
              <a:latin typeface="Arial"/>
            </a:endParaRPr>
          </a:p>
          <a:p>
            <a:pPr lvl="1" marL="432000" indent="-216000">
              <a:lnSpc>
                <a:spcPct val="100000"/>
              </a:lnSpc>
              <a:buClr>
                <a:srgbClr val="000000"/>
              </a:buClr>
              <a:buSzPct val="45000"/>
              <a:buFont typeface="Wingdings" charset="2"/>
              <a:buChar char=""/>
            </a:pPr>
            <a:r>
              <a:rPr b="0" i="1" lang="fr-FR" sz="1500" spc="-1" strike="noStrike">
                <a:solidFill>
                  <a:srgbClr val="000000"/>
                </a:solidFill>
                <a:latin typeface="Arial"/>
                <a:ea typeface="DejaVu Sans"/>
              </a:rPr>
              <a:t>Détection automatique de la catégorie du vêtement</a:t>
            </a:r>
            <a:endParaRPr b="0" lang="fr-FR" sz="1500" spc="-1" strike="noStrike">
              <a:latin typeface="Arial"/>
            </a:endParaRPr>
          </a:p>
          <a:p>
            <a:pPr lvl="1" marL="432000" indent="-216000">
              <a:lnSpc>
                <a:spcPct val="100000"/>
              </a:lnSpc>
              <a:buClr>
                <a:srgbClr val="000000"/>
              </a:buClr>
              <a:buSzPct val="45000"/>
              <a:buFont typeface="Wingdings" charset="2"/>
              <a:buChar char=""/>
            </a:pPr>
            <a:r>
              <a:rPr b="0" i="1" lang="fr-FR" sz="1500" spc="-1" strike="noStrike">
                <a:solidFill>
                  <a:srgbClr val="000000"/>
                </a:solidFill>
                <a:latin typeface="Arial"/>
                <a:ea typeface="DejaVu Sans"/>
              </a:rPr>
              <a:t>Recommandations personnalisées</a:t>
            </a:r>
            <a:endParaRPr b="0" lang="fr-FR" sz="1500" spc="-1" strike="noStrike">
              <a:latin typeface="Arial"/>
            </a:endParaRPr>
          </a:p>
          <a:p>
            <a:pPr>
              <a:lnSpc>
                <a:spcPct val="100000"/>
              </a:lnSpc>
            </a:pPr>
            <a:endParaRPr b="0" lang="fr-FR" sz="1500" spc="-1" strike="noStrike">
              <a:latin typeface="Arial"/>
            </a:endParaRPr>
          </a:p>
          <a:p>
            <a:pPr>
              <a:lnSpc>
                <a:spcPct val="100000"/>
              </a:lnSpc>
            </a:pPr>
            <a:r>
              <a:rPr b="0" lang="fr-FR" sz="1800" spc="-1" strike="noStrike">
                <a:solidFill>
                  <a:srgbClr val="000000"/>
                </a:solidFill>
                <a:latin typeface="Arial"/>
                <a:ea typeface="DejaVu Sans"/>
              </a:rPr>
              <a:t>→ </a:t>
            </a:r>
            <a:r>
              <a:rPr b="0" lang="fr-FR" sz="1800" spc="-1" strike="noStrike">
                <a:solidFill>
                  <a:srgbClr val="000000"/>
                </a:solidFill>
                <a:latin typeface="Arial"/>
                <a:ea typeface="DejaVu Sans"/>
              </a:rPr>
              <a:t>Nombre de jours estimés : 52 jours</a:t>
            </a:r>
            <a:endParaRPr b="0" lang="fr-FR" sz="1800" spc="-1" strike="noStrike">
              <a:latin typeface="Arial"/>
            </a:endParaRPr>
          </a:p>
        </p:txBody>
      </p:sp>
      <p:pic>
        <p:nvPicPr>
          <p:cNvPr id="166" name="Image 291" descr=""/>
          <p:cNvPicPr/>
          <p:nvPr/>
        </p:nvPicPr>
        <p:blipFill>
          <a:blip r:embed="rId3"/>
          <a:stretch/>
        </p:blipFill>
        <p:spPr>
          <a:xfrm>
            <a:off x="9000000" y="3043440"/>
            <a:ext cx="3027960" cy="246960"/>
          </a:xfrm>
          <a:prstGeom prst="rect">
            <a:avLst/>
          </a:prstGeom>
          <a:ln w="0">
            <a:solidFill>
              <a:srgbClr val="000000"/>
            </a:solidFill>
          </a:ln>
        </p:spPr>
      </p:pic>
      <p:sp>
        <p:nvSpPr>
          <p:cNvPr id="167" name="Flèche : courbe vers le bas 1"/>
          <p:cNvSpPr/>
          <p:nvPr/>
        </p:nvSpPr>
        <p:spPr>
          <a:xfrm rot="1892400">
            <a:off x="7079400" y="1439640"/>
            <a:ext cx="963360" cy="468000"/>
          </a:xfrm>
          <a:prstGeom prst="curvedDownArrow">
            <a:avLst>
              <a:gd name="adj1" fmla="val 25000"/>
              <a:gd name="adj2" fmla="val 50000"/>
              <a:gd name="adj3" fmla="val 25000"/>
            </a:avLst>
          </a:prstGeom>
          <a:solidFill>
            <a:schemeClr val="accent6">
              <a:lumMod val="60000"/>
              <a:lumOff val="40000"/>
            </a:schemeClr>
          </a:solidFill>
          <a:ln>
            <a:solidFill>
              <a:srgbClr val="f79646"/>
            </a:solidFill>
          </a:ln>
        </p:spPr>
        <p:style>
          <a:lnRef idx="2">
            <a:schemeClr val="accent6"/>
          </a:lnRef>
          <a:fillRef idx="1">
            <a:schemeClr val="lt1"/>
          </a:fillRef>
          <a:effectRef idx="0">
            <a:schemeClr val="accent6"/>
          </a:effectRef>
          <a:fontRef idx="minor"/>
        </p:style>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8" name="PlaceHolder 1"/>
          <p:cNvSpPr>
            <a:spLocks noGrp="1"/>
          </p:cNvSpPr>
          <p:nvPr>
            <p:ph type="title"/>
          </p:nvPr>
        </p:nvSpPr>
        <p:spPr>
          <a:xfrm>
            <a:off x="609480" y="189360"/>
            <a:ext cx="10970640" cy="798120"/>
          </a:xfrm>
          <a:prstGeom prst="rect">
            <a:avLst/>
          </a:prstGeom>
          <a:noFill/>
          <a:ln w="0">
            <a:noFill/>
          </a:ln>
        </p:spPr>
        <p:txBody>
          <a:bodyPr lIns="99720" rIns="99720" tIns="49680" bIns="49680" anchor="ctr">
            <a:noAutofit/>
          </a:bodyPr>
          <a:p>
            <a:pPr indent="0">
              <a:lnSpc>
                <a:spcPct val="100000"/>
              </a:lnSpc>
              <a:buNone/>
              <a:tabLst>
                <a:tab algn="l" pos="0"/>
              </a:tabLst>
            </a:pPr>
            <a:r>
              <a:rPr b="1" lang="en-US" sz="4000" spc="-1" strike="noStrike">
                <a:solidFill>
                  <a:srgbClr val="ffffff"/>
                </a:solidFill>
                <a:latin typeface="Calibri"/>
                <a:ea typeface="맑은 고딕"/>
              </a:rPr>
              <a:t>Gains financiers attendus</a:t>
            </a:r>
            <a:endParaRPr b="0" lang="fr-FR" sz="4000" spc="-1" strike="noStrike">
              <a:solidFill>
                <a:srgbClr val="000000"/>
              </a:solidFill>
              <a:latin typeface="Arial"/>
            </a:endParaRPr>
          </a:p>
        </p:txBody>
      </p:sp>
      <p:sp>
        <p:nvSpPr>
          <p:cNvPr id="169" name="PlaceHolder 2"/>
          <p:cNvSpPr>
            <a:spLocks noGrp="1"/>
          </p:cNvSpPr>
          <p:nvPr>
            <p:ph/>
          </p:nvPr>
        </p:nvSpPr>
        <p:spPr>
          <a:xfrm>
            <a:off x="180000" y="1485720"/>
            <a:ext cx="11879640" cy="5173920"/>
          </a:xfrm>
          <a:prstGeom prst="rect">
            <a:avLst/>
          </a:prstGeom>
          <a:noFill/>
          <a:ln w="0">
            <a:noFill/>
          </a:ln>
        </p:spPr>
        <p:txBody>
          <a:bodyPr lIns="99720" rIns="99720" tIns="49680" bIns="49680" anchor="t">
            <a:noAutofit/>
          </a:bodyPr>
          <a:p>
            <a:pPr marL="228600" indent="0">
              <a:lnSpc>
                <a:spcPct val="100000"/>
              </a:lnSpc>
              <a:spcBef>
                <a:spcPts val="400"/>
              </a:spcBef>
              <a:buNone/>
              <a:tabLst>
                <a:tab algn="l" pos="0"/>
              </a:tabLst>
            </a:pPr>
            <a:r>
              <a:rPr b="1" lang="en-US" sz="2000" spc="-1" strike="noStrike" u="sng">
                <a:solidFill>
                  <a:srgbClr val="0d0d0d"/>
                </a:solidFill>
                <a:uFillTx/>
                <a:latin typeface="Calibri"/>
                <a:ea typeface="맑은 고딕"/>
              </a:rPr>
              <a:t>Indicateurs financiers annuels actuels </a:t>
            </a:r>
            <a:r>
              <a:rPr b="0" lang="en-US" sz="2000" spc="-1" strike="noStrike">
                <a:solidFill>
                  <a:srgbClr val="0d0d0d"/>
                </a:solidFill>
                <a:latin typeface="Calibri"/>
                <a:ea typeface="맑은 고딕"/>
              </a:rPr>
              <a:t>: </a:t>
            </a:r>
            <a:endParaRPr b="0" lang="fr-FR" sz="2000" spc="-1" strike="noStrike">
              <a:solidFill>
                <a:srgbClr val="000000"/>
              </a:solidFill>
              <a:latin typeface="Arial"/>
            </a:endParaRPr>
          </a:p>
          <a:p>
            <a:pPr marL="216000" indent="-216000">
              <a:lnSpc>
                <a:spcPct val="100000"/>
              </a:lnSpc>
              <a:spcBef>
                <a:spcPts val="400"/>
              </a:spcBef>
              <a:buClr>
                <a:srgbClr val="000000"/>
              </a:buClr>
              <a:buSzPct val="45000"/>
              <a:buFont typeface="Wingdings" charset="2"/>
              <a:buChar char=""/>
              <a:tabLst>
                <a:tab algn="l" pos="0"/>
              </a:tabLst>
            </a:pPr>
            <a:r>
              <a:rPr b="0" lang="en-US" sz="2000" spc="-1" strike="noStrike">
                <a:solidFill>
                  <a:srgbClr val="0d0d0d"/>
                </a:solidFill>
                <a:latin typeface="Calibri"/>
                <a:ea typeface="맑은 고딕"/>
              </a:rPr>
              <a:t> </a:t>
            </a:r>
            <a:r>
              <a:rPr b="0" lang="en-US" sz="2000" spc="-1" strike="noStrike" u="sng">
                <a:solidFill>
                  <a:srgbClr val="0d0d0d"/>
                </a:solidFill>
                <a:uFillTx/>
                <a:latin typeface="Calibri"/>
                <a:ea typeface="맑은 고딕"/>
              </a:rPr>
              <a:t>Panier moyen </a:t>
            </a:r>
            <a:r>
              <a:rPr b="0" lang="en-US" sz="2000" spc="-1" strike="noStrike">
                <a:solidFill>
                  <a:srgbClr val="0d0d0d"/>
                </a:solidFill>
                <a:latin typeface="Calibri"/>
                <a:ea typeface="맑은 고딕"/>
              </a:rPr>
              <a:t>: 35 €</a:t>
            </a:r>
            <a:endParaRPr b="0" lang="fr-FR" sz="2000" spc="-1" strike="noStrike">
              <a:solidFill>
                <a:srgbClr val="000000"/>
              </a:solidFill>
              <a:latin typeface="Arial"/>
            </a:endParaRPr>
          </a:p>
          <a:p>
            <a:pPr marL="216000" indent="-216000">
              <a:lnSpc>
                <a:spcPct val="100000"/>
              </a:lnSpc>
              <a:spcBef>
                <a:spcPts val="400"/>
              </a:spcBef>
              <a:buClr>
                <a:srgbClr val="000000"/>
              </a:buClr>
              <a:buSzPct val="45000"/>
              <a:buFont typeface="Wingdings" charset="2"/>
              <a:buChar char=""/>
              <a:tabLst>
                <a:tab algn="l" pos="0"/>
              </a:tabLst>
            </a:pPr>
            <a:r>
              <a:rPr b="0" lang="en-US" sz="2000" spc="-1" strike="noStrike">
                <a:solidFill>
                  <a:srgbClr val="0d0d0d"/>
                </a:solidFill>
                <a:latin typeface="Calibri"/>
                <a:ea typeface="맑은 고딕"/>
              </a:rPr>
              <a:t> </a:t>
            </a:r>
            <a:r>
              <a:rPr b="0" lang="en-US" sz="2000" spc="-1" strike="noStrike" u="sng">
                <a:solidFill>
                  <a:srgbClr val="0d0d0d"/>
                </a:solidFill>
                <a:uFillTx/>
                <a:latin typeface="Calibri"/>
                <a:ea typeface="맑은 고딕"/>
              </a:rPr>
              <a:t>Nombre de commandes</a:t>
            </a:r>
            <a:r>
              <a:rPr b="0" lang="en-US" sz="2000" spc="-1" strike="noStrike">
                <a:solidFill>
                  <a:srgbClr val="0d0d0d"/>
                </a:solidFill>
                <a:latin typeface="Calibri"/>
                <a:ea typeface="맑은 고딕"/>
              </a:rPr>
              <a:t> : 25000</a:t>
            </a:r>
            <a:endParaRPr b="0" lang="fr-FR" sz="2000" spc="-1" strike="noStrike">
              <a:solidFill>
                <a:srgbClr val="000000"/>
              </a:solidFill>
              <a:latin typeface="Arial"/>
            </a:endParaRPr>
          </a:p>
          <a:p>
            <a:pPr marL="228600" indent="0">
              <a:lnSpc>
                <a:spcPct val="100000"/>
              </a:lnSpc>
              <a:spcBef>
                <a:spcPts val="400"/>
              </a:spcBef>
              <a:buNone/>
              <a:tabLst>
                <a:tab algn="l" pos="0"/>
              </a:tabLst>
            </a:pPr>
            <a:endParaRPr b="0" lang="fr-FR" sz="2000" spc="-1" strike="noStrike">
              <a:solidFill>
                <a:srgbClr val="000000"/>
              </a:solidFill>
              <a:latin typeface="Arial"/>
            </a:endParaRPr>
          </a:p>
          <a:p>
            <a:pPr marL="228600" indent="0">
              <a:lnSpc>
                <a:spcPct val="100000"/>
              </a:lnSpc>
              <a:spcBef>
                <a:spcPts val="400"/>
              </a:spcBef>
              <a:buNone/>
              <a:tabLst>
                <a:tab algn="l" pos="0"/>
              </a:tabLst>
            </a:pPr>
            <a:r>
              <a:rPr b="1" lang="en-US" sz="2000" spc="-1" strike="noStrike" u="sng">
                <a:solidFill>
                  <a:srgbClr val="0d0d0d"/>
                </a:solidFill>
                <a:uFillTx/>
                <a:latin typeface="Calibri"/>
                <a:ea typeface="맑은 고딕"/>
              </a:rPr>
              <a:t>Coûts du projet </a:t>
            </a:r>
            <a:r>
              <a:rPr b="0" lang="en-US" sz="2000" spc="-1" strike="noStrike">
                <a:solidFill>
                  <a:srgbClr val="0d0d0d"/>
                </a:solidFill>
                <a:latin typeface="Calibri"/>
                <a:ea typeface="맑은 고딕"/>
              </a:rPr>
              <a:t>: </a:t>
            </a:r>
            <a:endParaRPr b="0" lang="fr-FR" sz="2000" spc="-1" strike="noStrike">
              <a:solidFill>
                <a:srgbClr val="000000"/>
              </a:solidFill>
              <a:latin typeface="Arial"/>
            </a:endParaRPr>
          </a:p>
          <a:p>
            <a:pPr marL="216000" indent="-216000">
              <a:lnSpc>
                <a:spcPct val="100000"/>
              </a:lnSpc>
              <a:spcBef>
                <a:spcPts val="400"/>
              </a:spcBef>
              <a:buClr>
                <a:srgbClr val="000000"/>
              </a:buClr>
              <a:buSzPct val="45000"/>
              <a:buFont typeface="Wingdings" charset="2"/>
              <a:buChar char=""/>
              <a:tabLst>
                <a:tab algn="l" pos="0"/>
              </a:tabLst>
            </a:pPr>
            <a:r>
              <a:rPr b="0" lang="en-US" sz="2000" spc="-1" strike="noStrike">
                <a:solidFill>
                  <a:srgbClr val="0d0d0d"/>
                </a:solidFill>
                <a:latin typeface="Calibri"/>
                <a:ea typeface="맑은 고딕"/>
              </a:rPr>
              <a:t> </a:t>
            </a:r>
            <a:r>
              <a:rPr b="0" lang="en-US" sz="2000" spc="-1" strike="noStrike" u="sng">
                <a:solidFill>
                  <a:srgbClr val="0d0d0d"/>
                </a:solidFill>
                <a:uFillTx/>
                <a:latin typeface="Calibri"/>
                <a:ea typeface="맑은 고딕"/>
              </a:rPr>
              <a:t>Développement</a:t>
            </a:r>
            <a:r>
              <a:rPr b="0" lang="en-US" sz="2000" spc="-1" strike="noStrike">
                <a:solidFill>
                  <a:srgbClr val="0d0d0d"/>
                </a:solidFill>
                <a:latin typeface="Calibri"/>
                <a:ea typeface="맑은 고딕"/>
              </a:rPr>
              <a:t> : 70k€ </a:t>
            </a:r>
            <a:r>
              <a:rPr b="0" i="1" lang="en-US" sz="2000" spc="-1" strike="noStrike">
                <a:solidFill>
                  <a:srgbClr val="0d0d0d"/>
                </a:solidFill>
                <a:latin typeface="Calibri"/>
                <a:ea typeface="맑은 고딕"/>
              </a:rPr>
              <a:t>(sur le Trimestre 1 de l’Année 1)</a:t>
            </a:r>
            <a:endParaRPr b="0" lang="fr-FR" sz="2000" spc="-1" strike="noStrike">
              <a:solidFill>
                <a:srgbClr val="000000"/>
              </a:solidFill>
              <a:latin typeface="Arial"/>
            </a:endParaRPr>
          </a:p>
          <a:p>
            <a:pPr marL="216000" indent="-216000">
              <a:lnSpc>
                <a:spcPct val="100000"/>
              </a:lnSpc>
              <a:spcBef>
                <a:spcPts val="400"/>
              </a:spcBef>
              <a:buClr>
                <a:srgbClr val="000000"/>
              </a:buClr>
              <a:buSzPct val="45000"/>
              <a:buFont typeface="Wingdings" charset="2"/>
              <a:buChar char=""/>
              <a:tabLst>
                <a:tab algn="l" pos="0"/>
              </a:tabLst>
            </a:pPr>
            <a:r>
              <a:rPr b="0" lang="en-US" sz="2000" spc="-1" strike="noStrike">
                <a:solidFill>
                  <a:srgbClr val="0d0d0d"/>
                </a:solidFill>
                <a:latin typeface="Calibri"/>
                <a:ea typeface="맑은 고딕"/>
              </a:rPr>
              <a:t> </a:t>
            </a:r>
            <a:r>
              <a:rPr b="0" lang="en-US" sz="2000" spc="-1" strike="noStrike" u="sng">
                <a:solidFill>
                  <a:srgbClr val="0d0d0d"/>
                </a:solidFill>
                <a:uFillTx/>
                <a:latin typeface="Calibri"/>
                <a:ea typeface="맑은 고딕"/>
              </a:rPr>
              <a:t>Production</a:t>
            </a:r>
            <a:r>
              <a:rPr b="0" lang="en-US" sz="2000" spc="-1" strike="noStrike">
                <a:solidFill>
                  <a:srgbClr val="0d0d0d"/>
                </a:solidFill>
                <a:latin typeface="Calibri"/>
                <a:ea typeface="맑은 고딕"/>
              </a:rPr>
              <a:t> : 5 k€ / trimestre</a:t>
            </a:r>
            <a:endParaRPr b="0" lang="fr-FR" sz="2000" spc="-1" strike="noStrike">
              <a:solidFill>
                <a:srgbClr val="000000"/>
              </a:solidFill>
              <a:latin typeface="Arial"/>
            </a:endParaRPr>
          </a:p>
          <a:p>
            <a:pPr marL="216000" indent="0">
              <a:lnSpc>
                <a:spcPct val="100000"/>
              </a:lnSpc>
              <a:spcBef>
                <a:spcPts val="400"/>
              </a:spcBef>
              <a:buNone/>
              <a:tabLst>
                <a:tab algn="l" pos="0"/>
              </a:tabLst>
            </a:pPr>
            <a:endParaRPr b="0" lang="fr-FR" sz="2000" spc="-1" strike="noStrike">
              <a:solidFill>
                <a:srgbClr val="000000"/>
              </a:solidFill>
              <a:latin typeface="Arial"/>
            </a:endParaRPr>
          </a:p>
          <a:p>
            <a:pPr marL="228600" indent="0">
              <a:lnSpc>
                <a:spcPct val="100000"/>
              </a:lnSpc>
              <a:spcBef>
                <a:spcPts val="400"/>
              </a:spcBef>
              <a:buNone/>
              <a:tabLst>
                <a:tab algn="l" pos="0"/>
              </a:tabLst>
            </a:pPr>
            <a:r>
              <a:rPr b="1" lang="en-US" sz="2000" spc="-1" strike="noStrike" u="sng">
                <a:solidFill>
                  <a:srgbClr val="0d0d0d"/>
                </a:solidFill>
                <a:uFillTx/>
                <a:latin typeface="Calibri"/>
                <a:ea typeface="맑은 고딕"/>
              </a:rPr>
              <a:t>Hypothèses d’augmentation </a:t>
            </a:r>
            <a:r>
              <a:rPr b="0" lang="en-US" sz="2000" spc="-1" strike="noStrike">
                <a:solidFill>
                  <a:srgbClr val="0d0d0d"/>
                </a:solidFill>
                <a:latin typeface="Calibri"/>
                <a:ea typeface="맑은 고딕"/>
              </a:rPr>
              <a:t>: </a:t>
            </a:r>
            <a:endParaRPr b="0" lang="fr-FR" sz="2000" spc="-1" strike="noStrike">
              <a:solidFill>
                <a:srgbClr val="000000"/>
              </a:solidFill>
              <a:latin typeface="Arial"/>
            </a:endParaRPr>
          </a:p>
          <a:p>
            <a:pPr marL="216000" indent="-216000">
              <a:lnSpc>
                <a:spcPct val="100000"/>
              </a:lnSpc>
              <a:spcBef>
                <a:spcPts val="400"/>
              </a:spcBef>
              <a:buClr>
                <a:srgbClr val="000000"/>
              </a:buClr>
              <a:buSzPct val="45000"/>
              <a:buFont typeface="Wingdings" charset="2"/>
              <a:buChar char=""/>
              <a:tabLst>
                <a:tab algn="l" pos="0"/>
              </a:tabLst>
            </a:pPr>
            <a:r>
              <a:rPr b="0" lang="en-US" sz="2000" spc="-1" strike="noStrike">
                <a:solidFill>
                  <a:srgbClr val="0d0d0d"/>
                </a:solidFill>
                <a:latin typeface="Calibri"/>
                <a:ea typeface="맑은 고딕"/>
              </a:rPr>
              <a:t> </a:t>
            </a:r>
            <a:r>
              <a:rPr b="0" lang="en-US" sz="2000" spc="-1" strike="noStrike" u="sng">
                <a:solidFill>
                  <a:srgbClr val="0d0d0d"/>
                </a:solidFill>
                <a:uFillTx/>
                <a:latin typeface="Calibri"/>
                <a:ea typeface="맑은 고딕"/>
              </a:rPr>
              <a:t>Panier moyen </a:t>
            </a:r>
            <a:r>
              <a:rPr b="0" lang="en-US" sz="2000" spc="-1" strike="noStrike">
                <a:solidFill>
                  <a:srgbClr val="0d0d0d"/>
                </a:solidFill>
                <a:latin typeface="Calibri"/>
                <a:ea typeface="맑은 고딕"/>
              </a:rPr>
              <a:t>: +5%</a:t>
            </a:r>
            <a:endParaRPr b="0" lang="fr-FR" sz="2000" spc="-1" strike="noStrike">
              <a:solidFill>
                <a:srgbClr val="000000"/>
              </a:solidFill>
              <a:latin typeface="Arial"/>
            </a:endParaRPr>
          </a:p>
          <a:p>
            <a:pPr marL="216000" indent="-216000">
              <a:lnSpc>
                <a:spcPct val="100000"/>
              </a:lnSpc>
              <a:spcBef>
                <a:spcPts val="400"/>
              </a:spcBef>
              <a:buClr>
                <a:srgbClr val="000000"/>
              </a:buClr>
              <a:buSzPct val="45000"/>
              <a:buFont typeface="Wingdings" charset="2"/>
              <a:buChar char=""/>
              <a:tabLst>
                <a:tab algn="l" pos="0"/>
              </a:tabLst>
            </a:pPr>
            <a:r>
              <a:rPr b="0" lang="en-US" sz="2000" spc="-1" strike="noStrike">
                <a:solidFill>
                  <a:srgbClr val="0d0d0d"/>
                </a:solidFill>
                <a:latin typeface="Calibri"/>
                <a:ea typeface="맑은 고딕"/>
              </a:rPr>
              <a:t> </a:t>
            </a:r>
            <a:r>
              <a:rPr b="0" lang="en-US" sz="2000" spc="-1" strike="noStrike" u="sng">
                <a:solidFill>
                  <a:srgbClr val="0d0d0d"/>
                </a:solidFill>
                <a:uFillTx/>
                <a:latin typeface="Calibri"/>
                <a:ea typeface="맑은 고딕"/>
              </a:rPr>
              <a:t>Nombre de commandes</a:t>
            </a:r>
            <a:r>
              <a:rPr b="0" lang="en-US" sz="2000" spc="-1" strike="noStrike">
                <a:solidFill>
                  <a:srgbClr val="0d0d0d"/>
                </a:solidFill>
                <a:latin typeface="Calibri"/>
                <a:ea typeface="맑은 고딕"/>
              </a:rPr>
              <a:t> : +3%</a:t>
            </a:r>
            <a:endParaRPr b="0" lang="fr-FR" sz="2000" spc="-1" strike="noStrike">
              <a:solidFill>
                <a:srgbClr val="000000"/>
              </a:solidFill>
              <a:latin typeface="Arial"/>
            </a:endParaRPr>
          </a:p>
        </p:txBody>
      </p:sp>
      <p:sp>
        <p:nvSpPr>
          <p:cNvPr id="170" name="Flèche : droite 294"/>
          <p:cNvSpPr/>
          <p:nvPr/>
        </p:nvSpPr>
        <p:spPr>
          <a:xfrm>
            <a:off x="4140000" y="2052000"/>
            <a:ext cx="359640" cy="359640"/>
          </a:xfrm>
          <a:prstGeom prst="rightArrow">
            <a:avLst>
              <a:gd name="adj1" fmla="val 50000"/>
              <a:gd name="adj2" fmla="val 25000"/>
            </a:avLst>
          </a:prstGeom>
          <a:solidFill>
            <a:srgbClr val="ffb66c"/>
          </a:solidFill>
          <a:ln w="0">
            <a:solidFill>
              <a:srgbClr val="ff8000"/>
            </a:solidFill>
          </a:ln>
        </p:spPr>
        <p:style>
          <a:lnRef idx="0"/>
          <a:fillRef idx="0"/>
          <a:effectRef idx="0"/>
          <a:fontRef idx="minor"/>
        </p:style>
      </p:sp>
      <p:sp>
        <p:nvSpPr>
          <p:cNvPr id="171" name="ZoneTexte 295"/>
          <p:cNvSpPr/>
          <p:nvPr/>
        </p:nvSpPr>
        <p:spPr>
          <a:xfrm>
            <a:off x="4500000" y="1980000"/>
            <a:ext cx="3419640" cy="539640"/>
          </a:xfrm>
          <a:prstGeom prst="rect">
            <a:avLst/>
          </a:prstGeom>
          <a:noFill/>
          <a:ln w="0">
            <a:noFill/>
          </a:ln>
        </p:spPr>
        <p:style>
          <a:lnRef idx="0"/>
          <a:fillRef idx="0"/>
          <a:effectRef idx="0"/>
          <a:fontRef idx="minor"/>
        </p:style>
        <p:txBody>
          <a:bodyPr lIns="90000" rIns="90000" tIns="45000" bIns="45000" anchor="ctr">
            <a:noAutofit/>
          </a:bodyPr>
          <a:p>
            <a:pPr>
              <a:lnSpc>
                <a:spcPct val="100000"/>
              </a:lnSpc>
            </a:pPr>
            <a:r>
              <a:rPr b="1" lang="fr-FR" sz="1800" spc="-1" strike="noStrike">
                <a:solidFill>
                  <a:srgbClr val="000000"/>
                </a:solidFill>
                <a:latin typeface="Arial"/>
                <a:ea typeface="DejaVu Sans"/>
              </a:rPr>
              <a:t>CA actuel : 875 k€ / an </a:t>
            </a:r>
            <a:endParaRPr b="0" lang="fr-FR" sz="1800" spc="-1" strike="noStrike">
              <a:latin typeface="Arial"/>
            </a:endParaRPr>
          </a:p>
        </p:txBody>
      </p:sp>
      <p:pic>
        <p:nvPicPr>
          <p:cNvPr id="172" name="Image 296" descr=""/>
          <p:cNvPicPr/>
          <p:nvPr/>
        </p:nvPicPr>
        <p:blipFill>
          <a:blip r:embed="rId1"/>
          <a:stretch/>
        </p:blipFill>
        <p:spPr>
          <a:xfrm>
            <a:off x="4140000" y="4651560"/>
            <a:ext cx="7771680" cy="2008080"/>
          </a:xfrm>
          <a:prstGeom prst="rect">
            <a:avLst/>
          </a:prstGeom>
          <a:ln w="0">
            <a:solidFill>
              <a:srgbClr val="3465a4"/>
            </a:solidFill>
          </a:ln>
        </p:spPr>
      </p:pic>
      <p:sp>
        <p:nvSpPr>
          <p:cNvPr id="173" name="Flèche : courbe vers le bas 1"/>
          <p:cNvSpPr/>
          <p:nvPr/>
        </p:nvSpPr>
        <p:spPr>
          <a:xfrm flipV="1" rot="1892400">
            <a:off x="2817720" y="5852880"/>
            <a:ext cx="1224360" cy="524880"/>
          </a:xfrm>
          <a:prstGeom prst="curvedDownArrow">
            <a:avLst>
              <a:gd name="adj1" fmla="val 24276"/>
              <a:gd name="adj2" fmla="val 67863"/>
              <a:gd name="adj3" fmla="val 28577"/>
            </a:avLst>
          </a:prstGeom>
          <a:solidFill>
            <a:schemeClr val="accent6">
              <a:lumMod val="60000"/>
              <a:lumOff val="40000"/>
            </a:schemeClr>
          </a:solidFill>
          <a:ln>
            <a:solidFill>
              <a:srgbClr val="f79646"/>
            </a:solidFill>
          </a:ln>
        </p:spPr>
        <p:style>
          <a:lnRef idx="2">
            <a:schemeClr val="accent6"/>
          </a:lnRef>
          <a:fillRef idx="1">
            <a:schemeClr val="lt1"/>
          </a:fillRef>
          <a:effectRef idx="0">
            <a:schemeClr val="accent6"/>
          </a:effectRef>
          <a:fontRef idx="minor"/>
        </p:style>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4" name="PlaceHolder 1"/>
          <p:cNvSpPr>
            <a:spLocks noGrp="1"/>
          </p:cNvSpPr>
          <p:nvPr>
            <p:ph type="title"/>
          </p:nvPr>
        </p:nvSpPr>
        <p:spPr>
          <a:xfrm>
            <a:off x="609480" y="189360"/>
            <a:ext cx="10970640" cy="798120"/>
          </a:xfrm>
          <a:prstGeom prst="rect">
            <a:avLst/>
          </a:prstGeom>
          <a:noFill/>
          <a:ln w="0">
            <a:noFill/>
          </a:ln>
        </p:spPr>
        <p:txBody>
          <a:bodyPr lIns="99720" rIns="99720" tIns="49680" bIns="49680" anchor="ctr">
            <a:noAutofit/>
          </a:bodyPr>
          <a:p>
            <a:pPr indent="0">
              <a:lnSpc>
                <a:spcPct val="100000"/>
              </a:lnSpc>
              <a:buNone/>
              <a:tabLst>
                <a:tab algn="l" pos="0"/>
              </a:tabLst>
            </a:pPr>
            <a:r>
              <a:rPr b="1" lang="en-US" sz="4000" spc="-1" strike="noStrike">
                <a:solidFill>
                  <a:srgbClr val="ffffff"/>
                </a:solidFill>
                <a:latin typeface="Calibri"/>
                <a:ea typeface="맑은 고딕"/>
              </a:rPr>
              <a:t>Gains financiers attendus</a:t>
            </a:r>
            <a:endParaRPr b="0" lang="fr-FR" sz="4000" spc="-1" strike="noStrike">
              <a:solidFill>
                <a:srgbClr val="000000"/>
              </a:solidFill>
              <a:latin typeface="Arial"/>
            </a:endParaRPr>
          </a:p>
        </p:txBody>
      </p:sp>
      <p:pic>
        <p:nvPicPr>
          <p:cNvPr id="175" name="Image 299" descr=""/>
          <p:cNvPicPr/>
          <p:nvPr/>
        </p:nvPicPr>
        <p:blipFill>
          <a:blip r:embed="rId1"/>
          <a:stretch/>
        </p:blipFill>
        <p:spPr>
          <a:xfrm>
            <a:off x="720000" y="1264680"/>
            <a:ext cx="10073520" cy="5394960"/>
          </a:xfrm>
          <a:prstGeom prst="rect">
            <a:avLst/>
          </a:prstGeom>
          <a:ln w="0">
            <a:noFill/>
          </a:ln>
        </p:spPr>
      </p:pic>
      <p:sp>
        <p:nvSpPr>
          <p:cNvPr id="176" name="Ellipse 300"/>
          <p:cNvSpPr/>
          <p:nvPr/>
        </p:nvSpPr>
        <p:spPr>
          <a:xfrm>
            <a:off x="3168000" y="4536000"/>
            <a:ext cx="359640" cy="2159640"/>
          </a:xfrm>
          <a:prstGeom prst="ellipse">
            <a:avLst/>
          </a:prstGeom>
          <a:noFill/>
          <a:ln w="29160">
            <a:solidFill>
              <a:srgbClr val="c9211e"/>
            </a:solidFill>
            <a:round/>
          </a:ln>
        </p:spPr>
        <p:style>
          <a:lnRef idx="0"/>
          <a:fillRef idx="0"/>
          <a:effectRef idx="0"/>
          <a:fontRef idx="minor"/>
        </p:style>
      </p:sp>
      <p:sp>
        <p:nvSpPr>
          <p:cNvPr id="177" name="ZoneTexte 301"/>
          <p:cNvSpPr/>
          <p:nvPr/>
        </p:nvSpPr>
        <p:spPr>
          <a:xfrm>
            <a:off x="2772000" y="3897720"/>
            <a:ext cx="1259640" cy="601920"/>
          </a:xfrm>
          <a:prstGeom prst="rect">
            <a:avLst/>
          </a:prstGeom>
          <a:noFill/>
          <a:ln w="0">
            <a:noFill/>
          </a:ln>
        </p:spPr>
        <p:style>
          <a:lnRef idx="0"/>
          <a:fillRef idx="0"/>
          <a:effectRef idx="0"/>
          <a:fontRef idx="minor"/>
        </p:style>
        <p:txBody>
          <a:bodyPr lIns="90000" rIns="90000" tIns="45000" bIns="45000" anchor="t">
            <a:noAutofit/>
          </a:bodyPr>
          <a:p>
            <a:pPr algn="ctr">
              <a:lnSpc>
                <a:spcPct val="100000"/>
              </a:lnSpc>
            </a:pPr>
            <a:r>
              <a:rPr b="0" lang="fr-FR" sz="1800" spc="-1" strike="noStrike">
                <a:solidFill>
                  <a:srgbClr val="c9211e"/>
                </a:solidFill>
                <a:latin typeface="Arial"/>
                <a:ea typeface="DejaVu Sans"/>
              </a:rPr>
              <a:t>Rentabilité atteinte</a:t>
            </a:r>
            <a:endParaRPr b="0" lang="fr-FR" sz="1800" spc="-1" strike="noStrike">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8" name="PlaceHolder 1"/>
          <p:cNvSpPr>
            <a:spLocks noGrp="1"/>
          </p:cNvSpPr>
          <p:nvPr>
            <p:ph type="title"/>
          </p:nvPr>
        </p:nvSpPr>
        <p:spPr>
          <a:xfrm>
            <a:off x="609480" y="189360"/>
            <a:ext cx="10970640" cy="798120"/>
          </a:xfrm>
          <a:prstGeom prst="rect">
            <a:avLst/>
          </a:prstGeom>
          <a:noFill/>
          <a:ln w="0">
            <a:noFill/>
          </a:ln>
        </p:spPr>
        <p:txBody>
          <a:bodyPr lIns="99720" rIns="99720" tIns="49680" bIns="49680" anchor="ctr">
            <a:noAutofit/>
          </a:bodyPr>
          <a:p>
            <a:pPr indent="0">
              <a:lnSpc>
                <a:spcPct val="100000"/>
              </a:lnSpc>
              <a:buNone/>
              <a:tabLst>
                <a:tab algn="l" pos="0"/>
              </a:tabLst>
            </a:pPr>
            <a:r>
              <a:rPr b="1" lang="en-US" sz="4000" spc="-1" strike="noStrike">
                <a:solidFill>
                  <a:srgbClr val="ffffff"/>
                </a:solidFill>
                <a:latin typeface="Calibri"/>
                <a:ea typeface="맑은 고딕"/>
              </a:rPr>
              <a:t>Gains stratégiques &amp; opérationnels attendus</a:t>
            </a:r>
            <a:endParaRPr b="0" lang="fr-FR" sz="4000" spc="-1" strike="noStrike">
              <a:solidFill>
                <a:srgbClr val="000000"/>
              </a:solidFill>
              <a:latin typeface="Arial"/>
            </a:endParaRPr>
          </a:p>
        </p:txBody>
      </p:sp>
      <p:sp>
        <p:nvSpPr>
          <p:cNvPr id="179" name="PlaceHolder 2"/>
          <p:cNvSpPr>
            <a:spLocks noGrp="1"/>
          </p:cNvSpPr>
          <p:nvPr>
            <p:ph/>
          </p:nvPr>
        </p:nvSpPr>
        <p:spPr>
          <a:xfrm>
            <a:off x="180000" y="1485720"/>
            <a:ext cx="11879640" cy="5173920"/>
          </a:xfrm>
          <a:prstGeom prst="rect">
            <a:avLst/>
          </a:prstGeom>
          <a:noFill/>
          <a:ln w="0">
            <a:noFill/>
          </a:ln>
        </p:spPr>
        <p:txBody>
          <a:bodyPr lIns="99720" rIns="99720" tIns="49680" bIns="49680" anchor="t">
            <a:noAutofit/>
          </a:bodyPr>
          <a:p>
            <a:pPr marL="228600" indent="0">
              <a:lnSpc>
                <a:spcPct val="90000"/>
              </a:lnSpc>
              <a:spcBef>
                <a:spcPts val="400"/>
              </a:spcBef>
              <a:buNone/>
              <a:tabLst>
                <a:tab algn="l" pos="0"/>
              </a:tabLst>
            </a:pPr>
            <a:r>
              <a:rPr b="1" lang="en-US" sz="2000" spc="-1" strike="noStrike" u="sng">
                <a:solidFill>
                  <a:srgbClr val="0d0d0d"/>
                </a:solidFill>
                <a:uFillTx/>
                <a:latin typeface="Calibri"/>
                <a:ea typeface="DejaVu Sans"/>
              </a:rPr>
              <a:t>Gains stratégiques :</a:t>
            </a:r>
            <a:endParaRPr b="0" lang="fr-FR" sz="2000" spc="-1" strike="noStrike">
              <a:solidFill>
                <a:srgbClr val="000000"/>
              </a:solidFill>
              <a:latin typeface="Arial"/>
            </a:endParaRPr>
          </a:p>
          <a:p>
            <a:pPr marL="373320" indent="-373320">
              <a:lnSpc>
                <a:spcPct val="100000"/>
              </a:lnSpc>
              <a:spcBef>
                <a:spcPts val="400"/>
              </a:spcBef>
              <a:buClr>
                <a:srgbClr val="000000"/>
              </a:buClr>
              <a:buSzPct val="45000"/>
              <a:buFont typeface="Wingdings" charset="2"/>
              <a:buChar char=""/>
              <a:tabLst>
                <a:tab algn="l" pos="0"/>
              </a:tabLst>
            </a:pPr>
            <a:r>
              <a:rPr b="0" lang="en-US" sz="2000" spc="-1" strike="noStrike">
                <a:solidFill>
                  <a:srgbClr val="0d0d0d"/>
                </a:solidFill>
                <a:latin typeface="Calibri"/>
                <a:ea typeface="맑은 고딕"/>
              </a:rPr>
              <a:t>Différenciation concurrentielle</a:t>
            </a:r>
            <a:endParaRPr b="0" lang="fr-FR" sz="2000" spc="-1" strike="noStrike">
              <a:solidFill>
                <a:srgbClr val="000000"/>
              </a:solidFill>
              <a:latin typeface="Arial"/>
            </a:endParaRPr>
          </a:p>
          <a:p>
            <a:pPr marL="373320" indent="-373320">
              <a:lnSpc>
                <a:spcPct val="100000"/>
              </a:lnSpc>
              <a:spcBef>
                <a:spcPts val="400"/>
              </a:spcBef>
              <a:buClr>
                <a:srgbClr val="000000"/>
              </a:buClr>
              <a:buSzPct val="45000"/>
              <a:buFont typeface="Wingdings" charset="2"/>
              <a:buChar char=""/>
              <a:tabLst>
                <a:tab algn="l" pos="0"/>
              </a:tabLst>
            </a:pPr>
            <a:r>
              <a:rPr b="0" lang="en-US" sz="2000" spc="-1" strike="noStrike">
                <a:solidFill>
                  <a:srgbClr val="0d0d0d"/>
                </a:solidFill>
                <a:latin typeface="Calibri"/>
                <a:ea typeface="맑은 고딕"/>
              </a:rPr>
              <a:t>Image innovante</a:t>
            </a:r>
            <a:endParaRPr b="0" lang="fr-FR" sz="2000" spc="-1" strike="noStrike">
              <a:solidFill>
                <a:srgbClr val="000000"/>
              </a:solidFill>
              <a:latin typeface="Arial"/>
            </a:endParaRPr>
          </a:p>
          <a:p>
            <a:pPr marL="373320" indent="-373320">
              <a:lnSpc>
                <a:spcPct val="100000"/>
              </a:lnSpc>
              <a:spcBef>
                <a:spcPts val="400"/>
              </a:spcBef>
              <a:buClr>
                <a:srgbClr val="000000"/>
              </a:buClr>
              <a:buSzPct val="45000"/>
              <a:buFont typeface="Wingdings" charset="2"/>
              <a:buChar char=""/>
              <a:tabLst>
                <a:tab algn="l" pos="0"/>
              </a:tabLst>
            </a:pPr>
            <a:r>
              <a:rPr b="0" lang="en-US" sz="2000" spc="-1" strike="noStrike">
                <a:solidFill>
                  <a:srgbClr val="0d0d0d"/>
                </a:solidFill>
                <a:latin typeface="Calibri"/>
                <a:ea typeface="맑은 고딕"/>
              </a:rPr>
              <a:t>Meilleure connaissance client avec des données propriétaires</a:t>
            </a:r>
            <a:endParaRPr b="0" lang="fr-FR" sz="2000" spc="-1" strike="noStrike">
              <a:solidFill>
                <a:srgbClr val="000000"/>
              </a:solidFill>
              <a:latin typeface="Arial"/>
            </a:endParaRPr>
          </a:p>
          <a:p>
            <a:pPr marL="373320" indent="0">
              <a:lnSpc>
                <a:spcPct val="100000"/>
              </a:lnSpc>
              <a:spcBef>
                <a:spcPts val="400"/>
              </a:spcBef>
              <a:buNone/>
              <a:tabLst>
                <a:tab algn="l" pos="0"/>
              </a:tabLst>
            </a:pPr>
            <a:endParaRPr b="0" lang="fr-FR" sz="2000" spc="-1" strike="noStrike">
              <a:solidFill>
                <a:srgbClr val="000000"/>
              </a:solidFill>
              <a:latin typeface="Arial"/>
            </a:endParaRPr>
          </a:p>
          <a:p>
            <a:pPr marL="228600" indent="0">
              <a:lnSpc>
                <a:spcPct val="90000"/>
              </a:lnSpc>
              <a:spcBef>
                <a:spcPts val="400"/>
              </a:spcBef>
              <a:buNone/>
              <a:tabLst>
                <a:tab algn="l" pos="0"/>
              </a:tabLst>
            </a:pPr>
            <a:r>
              <a:rPr b="1" lang="en-US" sz="2000" spc="-1" strike="noStrike" u="sng">
                <a:solidFill>
                  <a:srgbClr val="0d0d0d"/>
                </a:solidFill>
                <a:uFillTx/>
                <a:latin typeface="Calibri"/>
                <a:ea typeface="DejaVu Sans"/>
              </a:rPr>
              <a:t>Gains opérationnels :</a:t>
            </a:r>
            <a:endParaRPr b="0" lang="fr-FR" sz="2000" spc="-1" strike="noStrike">
              <a:solidFill>
                <a:srgbClr val="000000"/>
              </a:solidFill>
              <a:latin typeface="Arial"/>
            </a:endParaRPr>
          </a:p>
          <a:p>
            <a:pPr marL="373320" indent="-373320">
              <a:lnSpc>
                <a:spcPct val="100000"/>
              </a:lnSpc>
              <a:spcBef>
                <a:spcPts val="400"/>
              </a:spcBef>
              <a:buClr>
                <a:srgbClr val="000000"/>
              </a:buClr>
              <a:buSzPct val="45000"/>
              <a:buFont typeface="Wingdings" charset="2"/>
              <a:buChar char=""/>
              <a:tabLst>
                <a:tab algn="l" pos="0"/>
              </a:tabLst>
            </a:pPr>
            <a:r>
              <a:rPr b="0" lang="en-US" sz="2000" spc="-1" strike="noStrike">
                <a:solidFill>
                  <a:srgbClr val="0d0d0d"/>
                </a:solidFill>
                <a:latin typeface="Calibri"/>
                <a:ea typeface="맑은 고딕"/>
              </a:rPr>
              <a:t>Réduction des retours produits </a:t>
            </a:r>
            <a:endParaRPr b="0" lang="fr-FR" sz="2000" spc="-1" strike="noStrike">
              <a:solidFill>
                <a:srgbClr val="000000"/>
              </a:solidFill>
              <a:latin typeface="Arial"/>
            </a:endParaRPr>
          </a:p>
          <a:p>
            <a:pPr marL="373320" indent="-373320">
              <a:lnSpc>
                <a:spcPct val="100000"/>
              </a:lnSpc>
              <a:spcBef>
                <a:spcPts val="400"/>
              </a:spcBef>
              <a:buClr>
                <a:srgbClr val="000000"/>
              </a:buClr>
              <a:buSzPct val="45000"/>
              <a:buFont typeface="Wingdings" charset="2"/>
              <a:buChar char=""/>
              <a:tabLst>
                <a:tab algn="l" pos="0"/>
              </a:tabLst>
            </a:pPr>
            <a:r>
              <a:rPr b="0" lang="en-US" sz="2000" spc="-1" strike="noStrike">
                <a:solidFill>
                  <a:srgbClr val="0d0d0d"/>
                </a:solidFill>
                <a:latin typeface="Calibri"/>
                <a:ea typeface="맑은 고딕"/>
              </a:rPr>
              <a:t>Ciblage marketing plus pertinent</a:t>
            </a:r>
            <a:endParaRPr b="0" lang="fr-FR" sz="2000" spc="-1" strike="noStrike">
              <a:solidFill>
                <a:srgbClr val="000000"/>
              </a:solidFill>
              <a:latin typeface="Arial"/>
            </a:endParaRPr>
          </a:p>
          <a:p>
            <a:pPr marL="373320" indent="-373320">
              <a:lnSpc>
                <a:spcPct val="100000"/>
              </a:lnSpc>
              <a:spcBef>
                <a:spcPts val="400"/>
              </a:spcBef>
              <a:buClr>
                <a:srgbClr val="000000"/>
              </a:buClr>
              <a:buSzPct val="45000"/>
              <a:buFont typeface="Wingdings" charset="2"/>
              <a:buChar char=""/>
              <a:tabLst>
                <a:tab algn="l" pos="0"/>
              </a:tabLst>
            </a:pPr>
            <a:r>
              <a:rPr b="0" lang="en-US" sz="2000" spc="-1" strike="noStrike">
                <a:solidFill>
                  <a:srgbClr val="0d0d0d"/>
                </a:solidFill>
                <a:latin typeface="Calibri"/>
                <a:ea typeface="맑은 고딕"/>
              </a:rPr>
              <a:t>Scalabilité via le cloud grâce à l’ajustement automatique des ressources</a:t>
            </a:r>
            <a:endParaRPr b="0" lang="fr-FR" sz="2000" spc="-1" strike="noStrike">
              <a:solidFill>
                <a:srgbClr val="000000"/>
              </a:solidFill>
              <a:latin typeface="Arial"/>
            </a:endParaRPr>
          </a:p>
          <a:p>
            <a:pPr marL="373320" indent="0">
              <a:lnSpc>
                <a:spcPct val="100000"/>
              </a:lnSpc>
              <a:spcBef>
                <a:spcPts val="400"/>
              </a:spcBef>
              <a:buNone/>
              <a:tabLst>
                <a:tab algn="l" pos="0"/>
              </a:tabLst>
            </a:pPr>
            <a:endParaRPr b="0" lang="fr-FR" sz="2000" spc="-1" strike="noStrike">
              <a:solidFill>
                <a:srgbClr val="000000"/>
              </a:solidFill>
              <a:latin typeface="Arial"/>
            </a:endParaRPr>
          </a:p>
          <a:p>
            <a:pPr marL="373320" indent="0">
              <a:lnSpc>
                <a:spcPct val="100000"/>
              </a:lnSpc>
              <a:spcBef>
                <a:spcPts val="400"/>
              </a:spcBef>
              <a:buNone/>
              <a:tabLst>
                <a:tab algn="l" pos="0"/>
              </a:tabLst>
            </a:pPr>
            <a:endParaRPr b="0" lang="fr-FR" sz="2000" spc="-1" strike="noStrike">
              <a:solidFill>
                <a:srgbClr val="000000"/>
              </a:solidFill>
              <a:latin typeface="Arial"/>
            </a:endParaRPr>
          </a:p>
          <a:p>
            <a:pPr marL="373320" indent="0">
              <a:lnSpc>
                <a:spcPct val="100000"/>
              </a:lnSpc>
              <a:spcBef>
                <a:spcPts val="400"/>
              </a:spcBef>
              <a:buNone/>
              <a:tabLst>
                <a:tab algn="l" pos="0"/>
              </a:tabLst>
            </a:pPr>
            <a:r>
              <a:rPr b="0" lang="en-US" sz="2000" spc="-1" strike="noStrike" u="sng">
                <a:solidFill>
                  <a:srgbClr val="0d0d0d"/>
                </a:solidFill>
                <a:uFillTx/>
                <a:latin typeface="Calibri"/>
                <a:ea typeface="맑은 고딕"/>
              </a:rPr>
              <a:t>Indicateurs de succès</a:t>
            </a:r>
            <a:r>
              <a:rPr b="0" lang="en-US" sz="2000" spc="-1" strike="noStrike">
                <a:solidFill>
                  <a:srgbClr val="0d0d0d"/>
                </a:solidFill>
                <a:latin typeface="Calibri"/>
                <a:ea typeface="맑은 고딕"/>
              </a:rPr>
              <a:t>  : - Taux d’utilisation des recommandations </a:t>
            </a:r>
            <a:endParaRPr b="0" lang="fr-FR" sz="2000" spc="-1" strike="noStrike">
              <a:solidFill>
                <a:srgbClr val="000000"/>
              </a:solidFill>
              <a:latin typeface="Arial"/>
            </a:endParaRPr>
          </a:p>
          <a:p>
            <a:pPr marL="373320" indent="0">
              <a:lnSpc>
                <a:spcPct val="100000"/>
              </a:lnSpc>
              <a:spcBef>
                <a:spcPts val="400"/>
              </a:spcBef>
              <a:buNone/>
              <a:tabLst>
                <a:tab algn="l" pos="0"/>
              </a:tabLst>
            </a:pPr>
            <a:r>
              <a:rPr b="0" lang="en-US" sz="2000" spc="-1" strike="noStrike">
                <a:solidFill>
                  <a:srgbClr val="0d0d0d"/>
                </a:solidFill>
                <a:latin typeface="Calibri"/>
                <a:ea typeface="맑은 고딕"/>
              </a:rPr>
              <a:t>                                          </a:t>
            </a:r>
            <a:r>
              <a:rPr b="0" lang="en-US" sz="2000" spc="-1" strike="noStrike">
                <a:solidFill>
                  <a:srgbClr val="0d0d0d"/>
                </a:solidFill>
                <a:latin typeface="Calibri"/>
                <a:ea typeface="맑은 고딕"/>
              </a:rPr>
              <a:t>- Satisfaction utilisateur</a:t>
            </a:r>
            <a:endParaRPr b="0" lang="fr-FR" sz="2000" spc="-1" strike="noStrike">
              <a:solidFill>
                <a:srgbClr val="000000"/>
              </a:solidFill>
              <a:latin typeface="Arial"/>
            </a:endParaRPr>
          </a:p>
          <a:p>
            <a:pPr marL="373320" indent="0">
              <a:lnSpc>
                <a:spcPct val="100000"/>
              </a:lnSpc>
              <a:spcBef>
                <a:spcPts val="400"/>
              </a:spcBef>
              <a:buNone/>
              <a:tabLst>
                <a:tab algn="l" pos="0"/>
              </a:tabLst>
            </a:pPr>
            <a:r>
              <a:rPr b="0" lang="en-US" sz="2000" spc="-1" strike="noStrike">
                <a:solidFill>
                  <a:srgbClr val="0d0d0d"/>
                </a:solidFill>
                <a:latin typeface="Calibri"/>
                <a:ea typeface="맑은 고딕"/>
              </a:rPr>
              <a:t>                                          </a:t>
            </a:r>
            <a:r>
              <a:rPr b="0" lang="en-US" sz="2000" spc="-1" strike="noStrike">
                <a:solidFill>
                  <a:srgbClr val="0d0d0d"/>
                </a:solidFill>
                <a:latin typeface="Calibri"/>
                <a:ea typeface="맑은 고딕"/>
              </a:rPr>
              <a:t>- Taux de retour produit</a:t>
            </a:r>
            <a:endParaRPr b="0" lang="fr-FR" sz="2000" spc="-1" strike="noStrike">
              <a:solidFill>
                <a:srgbClr val="000000"/>
              </a:solidFill>
              <a:latin typeface="Arial"/>
            </a:endParaRPr>
          </a:p>
          <a:p>
            <a:pPr marL="373320" indent="0">
              <a:lnSpc>
                <a:spcPct val="100000"/>
              </a:lnSpc>
              <a:spcBef>
                <a:spcPts val="400"/>
              </a:spcBef>
              <a:buNone/>
              <a:tabLst>
                <a:tab algn="l" pos="0"/>
              </a:tabLst>
            </a:pPr>
            <a:r>
              <a:rPr b="0" lang="en-US" sz="2000" spc="-1" strike="noStrike">
                <a:solidFill>
                  <a:srgbClr val="0d0d0d"/>
                </a:solidFill>
                <a:latin typeface="Calibri"/>
                <a:ea typeface="맑은 고딕"/>
              </a:rPr>
              <a:t>                                          </a:t>
            </a:r>
            <a:r>
              <a:rPr b="0" lang="en-US" sz="2000" spc="-1" strike="noStrike">
                <a:solidFill>
                  <a:srgbClr val="0d0d0d"/>
                </a:solidFill>
                <a:latin typeface="Calibri"/>
                <a:ea typeface="맑은 고딕"/>
              </a:rPr>
              <a:t>- Taux d’acceptation des fonctionnalités IA</a:t>
            </a:r>
            <a:endParaRPr b="0" lang="fr-FR" sz="2000" spc="-1" strike="noStrike">
              <a:solidFill>
                <a:srgbClr val="000000"/>
              </a:solidFill>
              <a:latin typeface="Arial"/>
            </a:endParaRPr>
          </a:p>
        </p:txBody>
      </p:sp>
      <p:pic>
        <p:nvPicPr>
          <p:cNvPr id="180" name="Image 304" descr=""/>
          <p:cNvPicPr/>
          <p:nvPr/>
        </p:nvPicPr>
        <p:blipFill>
          <a:blip r:embed="rId1"/>
          <a:stretch/>
        </p:blipFill>
        <p:spPr>
          <a:xfrm>
            <a:off x="7898040" y="4917240"/>
            <a:ext cx="2618640" cy="1742400"/>
          </a:xfrm>
          <a:prstGeom prst="rect">
            <a:avLst/>
          </a:prstGeom>
          <a:ln w="0">
            <a:noFill/>
          </a:ln>
        </p:spPr>
      </p:pic>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1" name="Rectangle 305"/>
          <p:cNvSpPr/>
          <p:nvPr/>
        </p:nvSpPr>
        <p:spPr>
          <a:xfrm>
            <a:off x="9180000" y="1620000"/>
            <a:ext cx="3009960" cy="2339640"/>
          </a:xfrm>
          <a:prstGeom prst="rect">
            <a:avLst/>
          </a:prstGeom>
          <a:solidFill>
            <a:srgbClr val="ffffff"/>
          </a:solidFill>
          <a:ln w="0">
            <a:solidFill>
              <a:srgbClr val="ffffff"/>
            </a:solidFill>
          </a:ln>
        </p:spPr>
        <p:style>
          <a:lnRef idx="0"/>
          <a:fillRef idx="0"/>
          <a:effectRef idx="0"/>
          <a:fontRef idx="minor"/>
        </p:style>
      </p:sp>
      <p:sp>
        <p:nvSpPr>
          <p:cNvPr id="182" name="PlaceHolder 1"/>
          <p:cNvSpPr>
            <a:spLocks noGrp="1"/>
          </p:cNvSpPr>
          <p:nvPr>
            <p:ph type="title"/>
          </p:nvPr>
        </p:nvSpPr>
        <p:spPr>
          <a:xfrm>
            <a:off x="609480" y="189360"/>
            <a:ext cx="10970640" cy="798120"/>
          </a:xfrm>
          <a:prstGeom prst="rect">
            <a:avLst/>
          </a:prstGeom>
          <a:noFill/>
          <a:ln w="0">
            <a:noFill/>
          </a:ln>
        </p:spPr>
        <p:txBody>
          <a:bodyPr lIns="99720" rIns="99720" tIns="49680" bIns="49680" anchor="ctr">
            <a:noAutofit/>
          </a:bodyPr>
          <a:p>
            <a:pPr indent="0">
              <a:lnSpc>
                <a:spcPct val="100000"/>
              </a:lnSpc>
              <a:buNone/>
              <a:tabLst>
                <a:tab algn="l" pos="0"/>
              </a:tabLst>
            </a:pPr>
            <a:r>
              <a:rPr b="1" lang="en-US" sz="4000" spc="-1" strike="noStrike">
                <a:solidFill>
                  <a:srgbClr val="ffffff"/>
                </a:solidFill>
                <a:latin typeface="Calibri"/>
                <a:ea typeface="맑은 고딕"/>
              </a:rPr>
              <a:t>Ressources humaines</a:t>
            </a:r>
            <a:endParaRPr b="0" lang="fr-FR" sz="4000" spc="-1" strike="noStrike">
              <a:solidFill>
                <a:srgbClr val="000000"/>
              </a:solidFill>
              <a:latin typeface="Arial"/>
            </a:endParaRPr>
          </a:p>
        </p:txBody>
      </p:sp>
      <p:graphicFrame>
        <p:nvGraphicFramePr>
          <p:cNvPr id="183" name="Tableau 307"/>
          <p:cNvGraphicFramePr/>
          <p:nvPr/>
        </p:nvGraphicFramePr>
        <p:xfrm>
          <a:off x="13320" y="1281240"/>
          <a:ext cx="8536320" cy="5331240"/>
        </p:xfrm>
        <a:graphic>
          <a:graphicData uri="http://schemas.openxmlformats.org/drawingml/2006/table">
            <a:tbl>
              <a:tblPr/>
              <a:tblGrid>
                <a:gridCol w="1837800"/>
                <a:gridCol w="1837800"/>
                <a:gridCol w="1689840"/>
                <a:gridCol w="1759320"/>
                <a:gridCol w="1411920"/>
              </a:tblGrid>
              <a:tr h="605880">
                <a:tc>
                  <a:txBody>
                    <a:bodyPr lIns="90000" rIns="90000" anchor="ctr">
                      <a:noAutofit/>
                    </a:bodyPr>
                    <a:p>
                      <a:pPr algn="ctr">
                        <a:lnSpc>
                          <a:spcPct val="100000"/>
                        </a:lnSpc>
                      </a:pPr>
                      <a:r>
                        <a:rPr b="0" lang="fr-FR" sz="1800" spc="-1" strike="noStrike">
                          <a:solidFill>
                            <a:srgbClr val="ffffff"/>
                          </a:solidFill>
                          <a:latin typeface="Arial"/>
                          <a:ea typeface="DejaVu Sans"/>
                        </a:rPr>
                        <a:t>Profil</a:t>
                      </a:r>
                      <a:endParaRPr b="0" lang="fr-FR" sz="1800" spc="-1" strike="noStrike">
                        <a:latin typeface="Arial"/>
                      </a:endParaRPr>
                    </a:p>
                  </a:txBody>
                  <a:tcPr anchor="ctr" marL="90000" marR="90000">
                    <a:lnL w="720">
                      <a:solidFill>
                        <a:srgbClr val="ffffff"/>
                      </a:solidFill>
                    </a:lnL>
                    <a:lnR w="720">
                      <a:solidFill>
                        <a:srgbClr val="ffffff"/>
                      </a:solidFill>
                    </a:lnR>
                    <a:lnT w="720">
                      <a:solidFill>
                        <a:srgbClr val="ffffff"/>
                      </a:solidFill>
                    </a:lnT>
                    <a:lnB w="720">
                      <a:solidFill>
                        <a:srgbClr val="ffffff"/>
                      </a:solidFill>
                    </a:lnB>
                    <a:solidFill>
                      <a:srgbClr val="000000"/>
                    </a:solidFill>
                  </a:tcPr>
                </a:tc>
                <a:tc>
                  <a:txBody>
                    <a:bodyPr lIns="90000" rIns="90000" anchor="ctr">
                      <a:noAutofit/>
                    </a:bodyPr>
                    <a:p>
                      <a:pPr algn="ctr">
                        <a:lnSpc>
                          <a:spcPct val="100000"/>
                        </a:lnSpc>
                      </a:pPr>
                      <a:r>
                        <a:rPr b="0" lang="fr-FR" sz="1800" spc="-1" strike="noStrike">
                          <a:solidFill>
                            <a:srgbClr val="ffffff"/>
                          </a:solidFill>
                          <a:latin typeface="Arial"/>
                          <a:ea typeface="DejaVu Sans"/>
                        </a:rPr>
                        <a:t>Rôle</a:t>
                      </a:r>
                      <a:endParaRPr b="0" lang="fr-FR" sz="1800" spc="-1" strike="noStrike">
                        <a:latin typeface="Arial"/>
                      </a:endParaRPr>
                    </a:p>
                  </a:txBody>
                  <a:tcPr anchor="ctr" marL="90000" marR="90000">
                    <a:lnL w="720">
                      <a:solidFill>
                        <a:srgbClr val="ffffff"/>
                      </a:solidFill>
                    </a:lnL>
                    <a:lnR w="720">
                      <a:solidFill>
                        <a:srgbClr val="ffffff"/>
                      </a:solidFill>
                    </a:lnR>
                    <a:lnT w="720">
                      <a:solidFill>
                        <a:srgbClr val="ffffff"/>
                      </a:solidFill>
                    </a:lnT>
                    <a:lnB w="720">
                      <a:solidFill>
                        <a:srgbClr val="ffffff"/>
                      </a:solidFill>
                    </a:lnB>
                    <a:solidFill>
                      <a:srgbClr val="000000"/>
                    </a:solidFill>
                  </a:tcPr>
                </a:tc>
                <a:tc>
                  <a:txBody>
                    <a:bodyPr lIns="90000" rIns="90000" anchor="ctr">
                      <a:noAutofit/>
                    </a:bodyPr>
                    <a:p>
                      <a:pPr algn="ctr">
                        <a:lnSpc>
                          <a:spcPct val="100000"/>
                        </a:lnSpc>
                      </a:pPr>
                      <a:r>
                        <a:rPr b="0" lang="fr-FR" sz="1800" spc="-1" strike="noStrike">
                          <a:solidFill>
                            <a:srgbClr val="ffffff"/>
                          </a:solidFill>
                          <a:latin typeface="Arial"/>
                          <a:ea typeface="DejaVu Sans"/>
                        </a:rPr>
                        <a:t>Coût journalier</a:t>
                      </a:r>
                      <a:endParaRPr b="0" lang="fr-FR" sz="1800" spc="-1" strike="noStrike">
                        <a:latin typeface="Arial"/>
                      </a:endParaRPr>
                    </a:p>
                  </a:txBody>
                  <a:tcPr anchor="ctr" marL="90000" marR="90000">
                    <a:lnL w="720">
                      <a:solidFill>
                        <a:srgbClr val="ffffff"/>
                      </a:solidFill>
                    </a:lnL>
                    <a:lnR w="720">
                      <a:solidFill>
                        <a:srgbClr val="ffffff"/>
                      </a:solidFill>
                    </a:lnR>
                    <a:lnT w="720">
                      <a:solidFill>
                        <a:srgbClr val="ffffff"/>
                      </a:solidFill>
                    </a:lnT>
                    <a:lnB w="720">
                      <a:solidFill>
                        <a:srgbClr val="ffffff"/>
                      </a:solidFill>
                    </a:lnB>
                    <a:solidFill>
                      <a:srgbClr val="000000"/>
                    </a:solidFill>
                  </a:tcPr>
                </a:tc>
                <a:tc>
                  <a:txBody>
                    <a:bodyPr lIns="90000" rIns="90000" anchor="ctr">
                      <a:noAutofit/>
                    </a:bodyPr>
                    <a:p>
                      <a:pPr algn="ctr">
                        <a:lnSpc>
                          <a:spcPct val="100000"/>
                        </a:lnSpc>
                      </a:pPr>
                      <a:r>
                        <a:rPr b="0" lang="fr-FR" sz="1800" spc="-1" strike="noStrike">
                          <a:solidFill>
                            <a:srgbClr val="ffffff"/>
                          </a:solidFill>
                          <a:latin typeface="Arial"/>
                          <a:ea typeface="DejaVu Sans"/>
                        </a:rPr>
                        <a:t>Nb de jours de travail par profil</a:t>
                      </a:r>
                      <a:endParaRPr b="0" lang="fr-FR" sz="1800" spc="-1" strike="noStrike">
                        <a:latin typeface="Arial"/>
                      </a:endParaRPr>
                    </a:p>
                  </a:txBody>
                  <a:tcPr anchor="ctr" marL="90000" marR="90000">
                    <a:lnL w="720">
                      <a:solidFill>
                        <a:srgbClr val="ffffff"/>
                      </a:solidFill>
                    </a:lnL>
                    <a:lnR w="720">
                      <a:solidFill>
                        <a:srgbClr val="ffffff"/>
                      </a:solidFill>
                    </a:lnR>
                    <a:lnT w="720">
                      <a:solidFill>
                        <a:srgbClr val="ffffff"/>
                      </a:solidFill>
                    </a:lnT>
                    <a:lnB w="720">
                      <a:solidFill>
                        <a:srgbClr val="ffffff"/>
                      </a:solidFill>
                    </a:lnB>
                    <a:solidFill>
                      <a:srgbClr val="000000"/>
                    </a:solidFill>
                  </a:tcPr>
                </a:tc>
                <a:tc>
                  <a:txBody>
                    <a:bodyPr lIns="90000" rIns="90000" anchor="ctr">
                      <a:noAutofit/>
                    </a:bodyPr>
                    <a:p>
                      <a:pPr algn="ctr">
                        <a:lnSpc>
                          <a:spcPct val="100000"/>
                        </a:lnSpc>
                      </a:pPr>
                      <a:r>
                        <a:rPr b="0" lang="fr-FR" sz="1800" spc="-1" strike="noStrike">
                          <a:solidFill>
                            <a:srgbClr val="ffffff"/>
                          </a:solidFill>
                          <a:latin typeface="Arial"/>
                          <a:ea typeface="DejaVu Sans"/>
                        </a:rPr>
                        <a:t>Coût salaire estimé</a:t>
                      </a:r>
                      <a:endParaRPr b="0" lang="fr-FR" sz="1800" spc="-1" strike="noStrike">
                        <a:latin typeface="Arial"/>
                      </a:endParaRPr>
                    </a:p>
                  </a:txBody>
                  <a:tcPr anchor="ctr" marL="90000" marR="90000">
                    <a:lnL w="720">
                      <a:solidFill>
                        <a:srgbClr val="ffffff"/>
                      </a:solidFill>
                    </a:lnL>
                    <a:lnR w="720">
                      <a:solidFill>
                        <a:srgbClr val="ffffff"/>
                      </a:solidFill>
                    </a:lnR>
                    <a:lnT w="720">
                      <a:solidFill>
                        <a:srgbClr val="ffffff"/>
                      </a:solidFill>
                    </a:lnT>
                    <a:lnB w="720">
                      <a:solidFill>
                        <a:srgbClr val="ffffff"/>
                      </a:solidFill>
                    </a:lnB>
                    <a:solidFill>
                      <a:srgbClr val="000000"/>
                    </a:solidFill>
                  </a:tcPr>
                </a:tc>
              </a:tr>
              <a:tr h="525240">
                <a:tc>
                  <a:txBody>
                    <a:bodyPr lIns="90000" rIns="90000" anchor="ctr">
                      <a:noAutofit/>
                    </a:bodyPr>
                    <a:p>
                      <a:pPr algn="ctr">
                        <a:lnSpc>
                          <a:spcPct val="100000"/>
                        </a:lnSpc>
                      </a:pPr>
                      <a:r>
                        <a:rPr b="0" lang="fr-FR" sz="1400" spc="-1" strike="noStrike">
                          <a:solidFill>
                            <a:srgbClr val="000000"/>
                          </a:solidFill>
                          <a:latin typeface="Calibri"/>
                          <a:ea typeface="DejaVu Sans"/>
                        </a:rPr>
                        <a:t>Product Owner</a:t>
                      </a:r>
                      <a:endParaRPr b="0" lang="fr-FR" sz="1400" spc="-1" strike="noStrike">
                        <a:latin typeface="Arial"/>
                      </a:endParaRPr>
                    </a:p>
                  </a:txBody>
                  <a:tcPr anchor="ctr" marL="90000" marR="90000">
                    <a:lnL w="720">
                      <a:solidFill>
                        <a:srgbClr val="ffffff"/>
                      </a:solidFill>
                    </a:lnL>
                    <a:lnR w="720">
                      <a:solidFill>
                        <a:srgbClr val="ffffff"/>
                      </a:solidFill>
                    </a:lnR>
                    <a:lnT w="720">
                      <a:solidFill>
                        <a:srgbClr val="ffffff"/>
                      </a:solidFill>
                    </a:lnT>
                    <a:lnB w="720">
                      <a:solidFill>
                        <a:srgbClr val="ffffff"/>
                      </a:solidFill>
                    </a:lnB>
                    <a:solidFill>
                      <a:srgbClr val="e6e6e6"/>
                    </a:solidFill>
                  </a:tcPr>
                </a:tc>
                <a:tc>
                  <a:txBody>
                    <a:bodyPr lIns="90000" rIns="90000" anchor="ctr">
                      <a:noAutofit/>
                    </a:bodyPr>
                    <a:p>
                      <a:pPr algn="ctr">
                        <a:lnSpc>
                          <a:spcPct val="100000"/>
                        </a:lnSpc>
                        <a:spcBef>
                          <a:spcPts val="1417"/>
                        </a:spcBef>
                      </a:pPr>
                      <a:r>
                        <a:rPr b="0" lang="fr-FR" sz="1400" spc="-1" strike="noStrike">
                          <a:solidFill>
                            <a:srgbClr val="000000"/>
                          </a:solidFill>
                          <a:latin typeface="Calibri"/>
                          <a:ea typeface="DejaVu Sans"/>
                        </a:rPr>
                        <a:t> </a:t>
                      </a:r>
                      <a:r>
                        <a:rPr b="0" lang="fr-FR" sz="1400" spc="-1" strike="noStrike">
                          <a:solidFill>
                            <a:srgbClr val="000000"/>
                          </a:solidFill>
                          <a:latin typeface="Calibri"/>
                          <a:ea typeface="DejaVu Sans"/>
                        </a:rPr>
                        <a:t>Interface métier  / Vision produit</a:t>
                      </a:r>
                      <a:endParaRPr b="0" lang="fr-FR" sz="1400" spc="-1" strike="noStrike">
                        <a:latin typeface="Arial"/>
                      </a:endParaRPr>
                    </a:p>
                  </a:txBody>
                  <a:tcPr anchor="ctr" marL="90000" marR="90000">
                    <a:lnL w="720">
                      <a:solidFill>
                        <a:srgbClr val="ffffff"/>
                      </a:solidFill>
                    </a:lnL>
                    <a:lnR w="720">
                      <a:solidFill>
                        <a:srgbClr val="ffffff"/>
                      </a:solidFill>
                    </a:lnR>
                    <a:lnT w="720">
                      <a:solidFill>
                        <a:srgbClr val="ffffff"/>
                      </a:solidFill>
                    </a:lnT>
                    <a:lnB w="720">
                      <a:solidFill>
                        <a:srgbClr val="ffffff"/>
                      </a:solidFill>
                    </a:lnB>
                    <a:solidFill>
                      <a:srgbClr val="e6e6e6"/>
                    </a:solidFill>
                  </a:tcPr>
                </a:tc>
                <a:tc>
                  <a:txBody>
                    <a:bodyPr lIns="90000" rIns="90000" anchor="ctr">
                      <a:noAutofit/>
                    </a:bodyPr>
                    <a:p>
                      <a:pPr algn="ctr">
                        <a:lnSpc>
                          <a:spcPct val="100000"/>
                        </a:lnSpc>
                      </a:pPr>
                      <a:r>
                        <a:rPr b="0" lang="fr-FR" sz="1400" spc="-1" strike="noStrike">
                          <a:solidFill>
                            <a:srgbClr val="000000"/>
                          </a:solidFill>
                          <a:latin typeface="Calibri"/>
                          <a:ea typeface="DejaVu Sans"/>
                        </a:rPr>
                        <a:t>600 €</a:t>
                      </a:r>
                      <a:endParaRPr b="0" lang="fr-FR" sz="1400" spc="-1" strike="noStrike">
                        <a:latin typeface="Arial"/>
                      </a:endParaRPr>
                    </a:p>
                  </a:txBody>
                  <a:tcPr anchor="ctr" marL="90000" marR="90000">
                    <a:lnL w="720">
                      <a:solidFill>
                        <a:srgbClr val="ffffff"/>
                      </a:solidFill>
                    </a:lnL>
                    <a:lnR w="720">
                      <a:solidFill>
                        <a:srgbClr val="ffffff"/>
                      </a:solidFill>
                    </a:lnR>
                    <a:lnT w="720">
                      <a:solidFill>
                        <a:srgbClr val="ffffff"/>
                      </a:solidFill>
                    </a:lnT>
                    <a:lnB w="720">
                      <a:solidFill>
                        <a:srgbClr val="ffffff"/>
                      </a:solidFill>
                    </a:lnB>
                    <a:solidFill>
                      <a:srgbClr val="e6e6e6"/>
                    </a:solidFill>
                  </a:tcPr>
                </a:tc>
                <a:tc>
                  <a:txBody>
                    <a:bodyPr lIns="90000" rIns="90000" anchor="ctr">
                      <a:noAutofit/>
                    </a:bodyPr>
                    <a:p>
                      <a:pPr algn="ctr">
                        <a:lnSpc>
                          <a:spcPct val="100000"/>
                        </a:lnSpc>
                      </a:pPr>
                      <a:r>
                        <a:rPr b="0" lang="fr-FR" sz="1400" spc="-1" strike="noStrike">
                          <a:solidFill>
                            <a:srgbClr val="000000"/>
                          </a:solidFill>
                          <a:latin typeface="Calibri"/>
                          <a:ea typeface="DejaVu Sans"/>
                        </a:rPr>
                        <a:t>4,91</a:t>
                      </a:r>
                      <a:endParaRPr b="0" lang="fr-FR" sz="1400" spc="-1" strike="noStrike">
                        <a:latin typeface="Arial"/>
                      </a:endParaRPr>
                    </a:p>
                  </a:txBody>
                  <a:tcPr anchor="ctr" marL="90000" marR="90000">
                    <a:lnL w="720">
                      <a:solidFill>
                        <a:srgbClr val="ffffff"/>
                      </a:solidFill>
                    </a:lnL>
                    <a:lnR w="720">
                      <a:solidFill>
                        <a:srgbClr val="ffffff"/>
                      </a:solidFill>
                    </a:lnR>
                    <a:lnT w="720">
                      <a:solidFill>
                        <a:srgbClr val="ffffff"/>
                      </a:solidFill>
                    </a:lnT>
                    <a:lnB w="720">
                      <a:solidFill>
                        <a:srgbClr val="ffffff"/>
                      </a:solidFill>
                    </a:lnB>
                    <a:solidFill>
                      <a:srgbClr val="e6e6e6"/>
                    </a:solidFill>
                  </a:tcPr>
                </a:tc>
                <a:tc>
                  <a:txBody>
                    <a:bodyPr lIns="90000" rIns="90000" anchor="ctr">
                      <a:noAutofit/>
                    </a:bodyPr>
                    <a:p>
                      <a:pPr algn="ctr">
                        <a:lnSpc>
                          <a:spcPct val="100000"/>
                        </a:lnSpc>
                      </a:pPr>
                      <a:r>
                        <a:rPr b="0" lang="fr-FR" sz="1400" spc="-1" strike="noStrike">
                          <a:solidFill>
                            <a:srgbClr val="000000"/>
                          </a:solidFill>
                          <a:latin typeface="Calibri"/>
                          <a:ea typeface="DejaVu Sans"/>
                        </a:rPr>
                        <a:t>2946 €</a:t>
                      </a:r>
                      <a:endParaRPr b="0" lang="fr-FR" sz="1400" spc="-1" strike="noStrike">
                        <a:latin typeface="Arial"/>
                      </a:endParaRPr>
                    </a:p>
                  </a:txBody>
                  <a:tcPr anchor="ctr" marL="90000" marR="90000">
                    <a:lnL w="720">
                      <a:solidFill>
                        <a:srgbClr val="ffffff"/>
                      </a:solidFill>
                    </a:lnL>
                    <a:lnR w="720">
                      <a:solidFill>
                        <a:srgbClr val="ffffff"/>
                      </a:solidFill>
                    </a:lnR>
                    <a:lnT w="720">
                      <a:solidFill>
                        <a:srgbClr val="ffffff"/>
                      </a:solidFill>
                    </a:lnT>
                    <a:lnB w="720">
                      <a:solidFill>
                        <a:srgbClr val="ffffff"/>
                      </a:solidFill>
                    </a:lnB>
                    <a:solidFill>
                      <a:srgbClr val="e6e6e6"/>
                    </a:solidFill>
                  </a:tcPr>
                </a:tc>
              </a:tr>
              <a:tr h="525240">
                <a:tc>
                  <a:txBody>
                    <a:bodyPr lIns="90000" rIns="90000" anchor="ctr">
                      <a:noAutofit/>
                    </a:bodyPr>
                    <a:p>
                      <a:pPr algn="ctr">
                        <a:lnSpc>
                          <a:spcPct val="100000"/>
                        </a:lnSpc>
                      </a:pPr>
                      <a:r>
                        <a:rPr b="0" lang="fr-FR" sz="1400" spc="-1" strike="noStrike">
                          <a:solidFill>
                            <a:srgbClr val="000000"/>
                          </a:solidFill>
                          <a:latin typeface="Calibri"/>
                          <a:ea typeface="DejaVu Sans"/>
                        </a:rPr>
                        <a:t>IA Project Manager</a:t>
                      </a:r>
                      <a:endParaRPr b="0" lang="fr-FR" sz="1400" spc="-1" strike="noStrike">
                        <a:latin typeface="Arial"/>
                      </a:endParaRPr>
                    </a:p>
                  </a:txBody>
                  <a:tcPr anchor="ctr" marL="90000" marR="90000">
                    <a:lnL w="720">
                      <a:solidFill>
                        <a:srgbClr val="ffffff"/>
                      </a:solidFill>
                    </a:lnL>
                    <a:lnR w="720">
                      <a:solidFill>
                        <a:srgbClr val="ffffff"/>
                      </a:solidFill>
                    </a:lnR>
                    <a:lnT w="720">
                      <a:solidFill>
                        <a:srgbClr val="ffffff"/>
                      </a:solidFill>
                    </a:lnT>
                    <a:lnB w="720">
                      <a:solidFill>
                        <a:srgbClr val="ffffff"/>
                      </a:solidFill>
                    </a:lnB>
                    <a:solidFill>
                      <a:srgbClr val="ffffff"/>
                    </a:solidFill>
                  </a:tcPr>
                </a:tc>
                <a:tc>
                  <a:txBody>
                    <a:bodyPr lIns="90000" rIns="90000" anchor="ctr">
                      <a:noAutofit/>
                    </a:bodyPr>
                    <a:p>
                      <a:pPr algn="ctr">
                        <a:lnSpc>
                          <a:spcPct val="100000"/>
                        </a:lnSpc>
                      </a:pPr>
                      <a:r>
                        <a:rPr b="0" lang="fr-FR" sz="1400" spc="-1" strike="noStrike">
                          <a:solidFill>
                            <a:srgbClr val="000000"/>
                          </a:solidFill>
                          <a:latin typeface="Calibri"/>
                          <a:ea typeface="DejaVu Sans"/>
                        </a:rPr>
                        <a:t> </a:t>
                      </a:r>
                      <a:r>
                        <a:rPr b="0" lang="fr-FR" sz="1400" spc="-1" strike="noStrike">
                          <a:solidFill>
                            <a:srgbClr val="000000"/>
                          </a:solidFill>
                          <a:latin typeface="Calibri"/>
                          <a:ea typeface="DejaVu Sans"/>
                        </a:rPr>
                        <a:t>Interface IA / Traduction des besoins métiers en modèle IA</a:t>
                      </a:r>
                      <a:endParaRPr b="0" lang="fr-FR" sz="1400" spc="-1" strike="noStrike">
                        <a:latin typeface="Arial"/>
                      </a:endParaRPr>
                    </a:p>
                  </a:txBody>
                  <a:tcPr anchor="ctr" marL="90000" marR="90000">
                    <a:lnL w="720">
                      <a:solidFill>
                        <a:srgbClr val="ffffff"/>
                      </a:solidFill>
                    </a:lnL>
                    <a:lnR w="720">
                      <a:solidFill>
                        <a:srgbClr val="ffffff"/>
                      </a:solidFill>
                    </a:lnR>
                    <a:lnT w="720">
                      <a:solidFill>
                        <a:srgbClr val="ffffff"/>
                      </a:solidFill>
                    </a:lnT>
                    <a:lnB w="720">
                      <a:solidFill>
                        <a:srgbClr val="ffffff"/>
                      </a:solidFill>
                    </a:lnB>
                    <a:solidFill>
                      <a:srgbClr val="ffffff"/>
                    </a:solidFill>
                  </a:tcPr>
                </a:tc>
                <a:tc>
                  <a:txBody>
                    <a:bodyPr lIns="90000" rIns="90000" anchor="ctr">
                      <a:noAutofit/>
                    </a:bodyPr>
                    <a:p>
                      <a:pPr algn="ctr">
                        <a:lnSpc>
                          <a:spcPct val="100000"/>
                        </a:lnSpc>
                      </a:pPr>
                      <a:r>
                        <a:rPr b="0" lang="fr-FR" sz="1400" spc="-1" strike="noStrike">
                          <a:solidFill>
                            <a:srgbClr val="000000"/>
                          </a:solidFill>
                          <a:latin typeface="Calibri"/>
                          <a:ea typeface="DejaVu Sans"/>
                        </a:rPr>
                        <a:t>700 €</a:t>
                      </a:r>
                      <a:endParaRPr b="0" lang="fr-FR" sz="1400" spc="-1" strike="noStrike">
                        <a:latin typeface="Arial"/>
                      </a:endParaRPr>
                    </a:p>
                  </a:txBody>
                  <a:tcPr anchor="ctr" marL="90000" marR="90000">
                    <a:lnL w="720">
                      <a:solidFill>
                        <a:srgbClr val="ffffff"/>
                      </a:solidFill>
                    </a:lnL>
                    <a:lnR w="720">
                      <a:solidFill>
                        <a:srgbClr val="ffffff"/>
                      </a:solidFill>
                    </a:lnR>
                    <a:lnT w="720">
                      <a:solidFill>
                        <a:srgbClr val="ffffff"/>
                      </a:solidFill>
                    </a:lnT>
                    <a:lnB w="720">
                      <a:solidFill>
                        <a:srgbClr val="ffffff"/>
                      </a:solidFill>
                    </a:lnB>
                    <a:solidFill>
                      <a:srgbClr val="ffffff"/>
                    </a:solidFill>
                  </a:tcPr>
                </a:tc>
                <a:tc>
                  <a:txBody>
                    <a:bodyPr lIns="90000" rIns="90000" anchor="ctr">
                      <a:noAutofit/>
                    </a:bodyPr>
                    <a:p>
                      <a:pPr algn="ctr">
                        <a:lnSpc>
                          <a:spcPct val="100000"/>
                        </a:lnSpc>
                      </a:pPr>
                      <a:r>
                        <a:rPr b="0" lang="fr-FR" sz="1400" spc="-1" strike="noStrike">
                          <a:solidFill>
                            <a:srgbClr val="000000"/>
                          </a:solidFill>
                          <a:latin typeface="Calibri"/>
                          <a:ea typeface="DejaVu Sans"/>
                        </a:rPr>
                        <a:t>7,70</a:t>
                      </a:r>
                      <a:endParaRPr b="0" lang="fr-FR" sz="1400" spc="-1" strike="noStrike">
                        <a:latin typeface="Arial"/>
                      </a:endParaRPr>
                    </a:p>
                  </a:txBody>
                  <a:tcPr anchor="ctr" marL="90000" marR="90000">
                    <a:lnL w="720">
                      <a:solidFill>
                        <a:srgbClr val="ffffff"/>
                      </a:solidFill>
                    </a:lnL>
                    <a:lnR w="720">
                      <a:solidFill>
                        <a:srgbClr val="ffffff"/>
                      </a:solidFill>
                    </a:lnR>
                    <a:lnT w="720">
                      <a:solidFill>
                        <a:srgbClr val="ffffff"/>
                      </a:solidFill>
                    </a:lnT>
                    <a:lnB w="720">
                      <a:solidFill>
                        <a:srgbClr val="ffffff"/>
                      </a:solidFill>
                    </a:lnB>
                    <a:solidFill>
                      <a:srgbClr val="ffffff"/>
                    </a:solidFill>
                  </a:tcPr>
                </a:tc>
                <a:tc>
                  <a:txBody>
                    <a:bodyPr lIns="90000" rIns="90000" anchor="ctr">
                      <a:noAutofit/>
                    </a:bodyPr>
                    <a:p>
                      <a:pPr algn="ctr">
                        <a:lnSpc>
                          <a:spcPct val="100000"/>
                        </a:lnSpc>
                      </a:pPr>
                      <a:r>
                        <a:rPr b="0" lang="fr-FR" sz="1400" spc="-1" strike="noStrike">
                          <a:solidFill>
                            <a:srgbClr val="000000"/>
                          </a:solidFill>
                          <a:latin typeface="Calibri"/>
                          <a:ea typeface="DejaVu Sans"/>
                        </a:rPr>
                        <a:t>5390 €</a:t>
                      </a:r>
                      <a:endParaRPr b="0" lang="fr-FR" sz="1400" spc="-1" strike="noStrike">
                        <a:latin typeface="Arial"/>
                      </a:endParaRPr>
                    </a:p>
                  </a:txBody>
                  <a:tcPr anchor="ctr" marL="90000" marR="90000">
                    <a:lnL w="720">
                      <a:solidFill>
                        <a:srgbClr val="ffffff"/>
                      </a:solidFill>
                    </a:lnL>
                    <a:lnR w="720">
                      <a:solidFill>
                        <a:srgbClr val="ffffff"/>
                      </a:solidFill>
                    </a:lnR>
                    <a:lnT w="720">
                      <a:solidFill>
                        <a:srgbClr val="ffffff"/>
                      </a:solidFill>
                    </a:lnT>
                    <a:lnB w="720">
                      <a:solidFill>
                        <a:srgbClr val="ffffff"/>
                      </a:solidFill>
                    </a:lnB>
                    <a:solidFill>
                      <a:srgbClr val="ffffff"/>
                    </a:solidFill>
                  </a:tcPr>
                </a:tc>
              </a:tr>
              <a:tr h="525240">
                <a:tc>
                  <a:txBody>
                    <a:bodyPr lIns="90000" rIns="90000" anchor="ctr">
                      <a:noAutofit/>
                    </a:bodyPr>
                    <a:p>
                      <a:pPr algn="ctr">
                        <a:lnSpc>
                          <a:spcPct val="100000"/>
                        </a:lnSpc>
                      </a:pPr>
                      <a:r>
                        <a:rPr b="0" lang="fr-FR" sz="1400" spc="-1" strike="noStrike">
                          <a:solidFill>
                            <a:srgbClr val="000000"/>
                          </a:solidFill>
                          <a:latin typeface="Calibri"/>
                          <a:ea typeface="DejaVu Sans"/>
                        </a:rPr>
                        <a:t>SCRUM Master</a:t>
                      </a:r>
                      <a:endParaRPr b="0" lang="fr-FR" sz="1400" spc="-1" strike="noStrike">
                        <a:latin typeface="Arial"/>
                      </a:endParaRPr>
                    </a:p>
                  </a:txBody>
                  <a:tcPr anchor="ctr" marL="90000" marR="90000">
                    <a:lnL w="720">
                      <a:solidFill>
                        <a:srgbClr val="ffffff"/>
                      </a:solidFill>
                    </a:lnL>
                    <a:lnR w="720">
                      <a:solidFill>
                        <a:srgbClr val="ffffff"/>
                      </a:solidFill>
                    </a:lnR>
                    <a:lnT w="720">
                      <a:solidFill>
                        <a:srgbClr val="ffffff"/>
                      </a:solidFill>
                    </a:lnT>
                    <a:lnB w="720">
                      <a:solidFill>
                        <a:srgbClr val="ffffff"/>
                      </a:solidFill>
                    </a:lnB>
                    <a:solidFill>
                      <a:srgbClr val="e6e6e6"/>
                    </a:solidFill>
                  </a:tcPr>
                </a:tc>
                <a:tc>
                  <a:txBody>
                    <a:bodyPr lIns="90000" rIns="90000" anchor="ctr">
                      <a:noAutofit/>
                    </a:bodyPr>
                    <a:p>
                      <a:pPr algn="ctr">
                        <a:lnSpc>
                          <a:spcPct val="100000"/>
                        </a:lnSpc>
                      </a:pPr>
                      <a:r>
                        <a:rPr b="0" lang="fr-FR" sz="1400" spc="-1" strike="noStrike">
                          <a:solidFill>
                            <a:srgbClr val="000000"/>
                          </a:solidFill>
                          <a:latin typeface="Calibri"/>
                          <a:ea typeface="DejaVu Sans"/>
                        </a:rPr>
                        <a:t>Facilitateur Agile</a:t>
                      </a:r>
                      <a:endParaRPr b="0" lang="fr-FR" sz="1400" spc="-1" strike="noStrike">
                        <a:latin typeface="Arial"/>
                      </a:endParaRPr>
                    </a:p>
                  </a:txBody>
                  <a:tcPr anchor="ctr" marL="90000" marR="90000">
                    <a:lnL w="720">
                      <a:solidFill>
                        <a:srgbClr val="ffffff"/>
                      </a:solidFill>
                    </a:lnL>
                    <a:lnR w="720">
                      <a:solidFill>
                        <a:srgbClr val="ffffff"/>
                      </a:solidFill>
                    </a:lnR>
                    <a:lnT w="720">
                      <a:solidFill>
                        <a:srgbClr val="ffffff"/>
                      </a:solidFill>
                    </a:lnT>
                    <a:lnB w="720">
                      <a:solidFill>
                        <a:srgbClr val="ffffff"/>
                      </a:solidFill>
                    </a:lnB>
                    <a:solidFill>
                      <a:srgbClr val="e6e6e6"/>
                    </a:solidFill>
                  </a:tcPr>
                </a:tc>
                <a:tc>
                  <a:txBody>
                    <a:bodyPr lIns="90000" rIns="90000" anchor="ctr">
                      <a:noAutofit/>
                    </a:bodyPr>
                    <a:p>
                      <a:pPr algn="ctr">
                        <a:lnSpc>
                          <a:spcPct val="100000"/>
                        </a:lnSpc>
                      </a:pPr>
                      <a:r>
                        <a:rPr b="0" lang="fr-FR" sz="1400" spc="-1" strike="noStrike">
                          <a:solidFill>
                            <a:srgbClr val="000000"/>
                          </a:solidFill>
                          <a:latin typeface="Calibri"/>
                          <a:ea typeface="DejaVu Sans"/>
                        </a:rPr>
                        <a:t>500 €</a:t>
                      </a:r>
                      <a:endParaRPr b="0" lang="fr-FR" sz="1400" spc="-1" strike="noStrike">
                        <a:latin typeface="Arial"/>
                      </a:endParaRPr>
                    </a:p>
                  </a:txBody>
                  <a:tcPr anchor="ctr" marL="90000" marR="90000">
                    <a:lnL w="720">
                      <a:solidFill>
                        <a:srgbClr val="ffffff"/>
                      </a:solidFill>
                    </a:lnL>
                    <a:lnR w="720">
                      <a:solidFill>
                        <a:srgbClr val="ffffff"/>
                      </a:solidFill>
                    </a:lnR>
                    <a:lnT w="720">
                      <a:solidFill>
                        <a:srgbClr val="ffffff"/>
                      </a:solidFill>
                    </a:lnT>
                    <a:lnB w="720">
                      <a:solidFill>
                        <a:srgbClr val="ffffff"/>
                      </a:solidFill>
                    </a:lnB>
                    <a:solidFill>
                      <a:srgbClr val="e6e6e6"/>
                    </a:solidFill>
                  </a:tcPr>
                </a:tc>
                <a:tc>
                  <a:txBody>
                    <a:bodyPr lIns="90000" rIns="90000" anchor="ctr">
                      <a:noAutofit/>
                    </a:bodyPr>
                    <a:p>
                      <a:pPr algn="ctr">
                        <a:lnSpc>
                          <a:spcPct val="100000"/>
                        </a:lnSpc>
                      </a:pPr>
                      <a:r>
                        <a:rPr b="0" lang="fr-FR" sz="1400" spc="-1" strike="noStrike">
                          <a:solidFill>
                            <a:srgbClr val="000000"/>
                          </a:solidFill>
                          <a:latin typeface="Calibri"/>
                          <a:ea typeface="DejaVu Sans"/>
                        </a:rPr>
                        <a:t>4,30</a:t>
                      </a:r>
                      <a:endParaRPr b="0" lang="fr-FR" sz="1400" spc="-1" strike="noStrike">
                        <a:latin typeface="Arial"/>
                      </a:endParaRPr>
                    </a:p>
                  </a:txBody>
                  <a:tcPr anchor="ctr" marL="90000" marR="90000">
                    <a:lnL w="720">
                      <a:solidFill>
                        <a:srgbClr val="ffffff"/>
                      </a:solidFill>
                    </a:lnL>
                    <a:lnR w="720">
                      <a:solidFill>
                        <a:srgbClr val="ffffff"/>
                      </a:solidFill>
                    </a:lnR>
                    <a:lnT w="720">
                      <a:solidFill>
                        <a:srgbClr val="ffffff"/>
                      </a:solidFill>
                    </a:lnT>
                    <a:lnB w="720">
                      <a:solidFill>
                        <a:srgbClr val="ffffff"/>
                      </a:solidFill>
                    </a:lnB>
                    <a:solidFill>
                      <a:srgbClr val="e6e6e6"/>
                    </a:solidFill>
                  </a:tcPr>
                </a:tc>
                <a:tc>
                  <a:txBody>
                    <a:bodyPr lIns="90000" rIns="90000" anchor="ctr">
                      <a:noAutofit/>
                    </a:bodyPr>
                    <a:p>
                      <a:pPr algn="ctr">
                        <a:lnSpc>
                          <a:spcPct val="100000"/>
                        </a:lnSpc>
                      </a:pPr>
                      <a:r>
                        <a:rPr b="0" lang="fr-FR" sz="1400" spc="-1" strike="noStrike">
                          <a:solidFill>
                            <a:srgbClr val="000000"/>
                          </a:solidFill>
                          <a:latin typeface="Calibri"/>
                          <a:ea typeface="DejaVu Sans"/>
                        </a:rPr>
                        <a:t>2150 €</a:t>
                      </a:r>
                      <a:endParaRPr b="0" lang="fr-FR" sz="1400" spc="-1" strike="noStrike">
                        <a:latin typeface="Arial"/>
                      </a:endParaRPr>
                    </a:p>
                  </a:txBody>
                  <a:tcPr anchor="ctr" marL="90000" marR="90000">
                    <a:lnL w="720">
                      <a:solidFill>
                        <a:srgbClr val="ffffff"/>
                      </a:solidFill>
                    </a:lnL>
                    <a:lnR w="720">
                      <a:solidFill>
                        <a:srgbClr val="ffffff"/>
                      </a:solidFill>
                    </a:lnR>
                    <a:lnT w="720">
                      <a:solidFill>
                        <a:srgbClr val="ffffff"/>
                      </a:solidFill>
                    </a:lnT>
                    <a:lnB w="720">
                      <a:solidFill>
                        <a:srgbClr val="ffffff"/>
                      </a:solidFill>
                    </a:lnB>
                    <a:solidFill>
                      <a:srgbClr val="e6e6e6"/>
                    </a:solidFill>
                  </a:tcPr>
                </a:tc>
              </a:tr>
              <a:tr h="525240">
                <a:tc>
                  <a:txBody>
                    <a:bodyPr lIns="90000" rIns="90000" anchor="ctr">
                      <a:noAutofit/>
                    </a:bodyPr>
                    <a:p>
                      <a:pPr algn="ctr">
                        <a:lnSpc>
                          <a:spcPct val="100000"/>
                        </a:lnSpc>
                      </a:pPr>
                      <a:r>
                        <a:rPr b="0" lang="fr-FR" sz="1400" spc="-1" strike="noStrike">
                          <a:solidFill>
                            <a:srgbClr val="000000"/>
                          </a:solidFill>
                          <a:latin typeface="Calibri"/>
                          <a:ea typeface="DejaVu Sans"/>
                        </a:rPr>
                        <a:t>Data Scientist</a:t>
                      </a:r>
                      <a:endParaRPr b="0" lang="fr-FR" sz="1400" spc="-1" strike="noStrike">
                        <a:latin typeface="Arial"/>
                      </a:endParaRPr>
                    </a:p>
                  </a:txBody>
                  <a:tcPr anchor="ctr" marL="90000" marR="90000">
                    <a:lnL w="720">
                      <a:solidFill>
                        <a:srgbClr val="ffffff"/>
                      </a:solidFill>
                    </a:lnL>
                    <a:lnR w="720">
                      <a:solidFill>
                        <a:srgbClr val="ffffff"/>
                      </a:solidFill>
                    </a:lnR>
                    <a:lnT w="720">
                      <a:solidFill>
                        <a:srgbClr val="ffffff"/>
                      </a:solidFill>
                    </a:lnT>
                    <a:lnB w="720">
                      <a:solidFill>
                        <a:srgbClr val="ffffff"/>
                      </a:solidFill>
                    </a:lnB>
                    <a:solidFill>
                      <a:srgbClr val="ffffff"/>
                    </a:solidFill>
                  </a:tcPr>
                </a:tc>
                <a:tc>
                  <a:txBody>
                    <a:bodyPr lIns="90000" rIns="90000" anchor="ctr">
                      <a:noAutofit/>
                    </a:bodyPr>
                    <a:p>
                      <a:pPr algn="ctr">
                        <a:lnSpc>
                          <a:spcPct val="100000"/>
                        </a:lnSpc>
                      </a:pPr>
                      <a:r>
                        <a:rPr b="0" lang="fr-FR" sz="1400" spc="-1" strike="noStrike">
                          <a:solidFill>
                            <a:srgbClr val="000000"/>
                          </a:solidFill>
                          <a:latin typeface="Calibri"/>
                          <a:ea typeface="DejaVu Sans"/>
                        </a:rPr>
                        <a:t>Responsable des modèles IA et de leur industrialisation</a:t>
                      </a:r>
                      <a:endParaRPr b="0" lang="fr-FR" sz="1400" spc="-1" strike="noStrike">
                        <a:latin typeface="Arial"/>
                      </a:endParaRPr>
                    </a:p>
                  </a:txBody>
                  <a:tcPr anchor="ctr" marL="90000" marR="90000">
                    <a:lnL w="720">
                      <a:solidFill>
                        <a:srgbClr val="ffffff"/>
                      </a:solidFill>
                    </a:lnL>
                    <a:lnR w="720">
                      <a:solidFill>
                        <a:srgbClr val="ffffff"/>
                      </a:solidFill>
                    </a:lnR>
                    <a:lnT w="720">
                      <a:solidFill>
                        <a:srgbClr val="ffffff"/>
                      </a:solidFill>
                    </a:lnT>
                    <a:lnB w="720">
                      <a:solidFill>
                        <a:srgbClr val="ffffff"/>
                      </a:solidFill>
                    </a:lnB>
                    <a:solidFill>
                      <a:srgbClr val="ffffff"/>
                    </a:solidFill>
                  </a:tcPr>
                </a:tc>
                <a:tc>
                  <a:txBody>
                    <a:bodyPr lIns="90000" rIns="90000" anchor="ctr">
                      <a:noAutofit/>
                    </a:bodyPr>
                    <a:p>
                      <a:pPr algn="ctr">
                        <a:lnSpc>
                          <a:spcPct val="100000"/>
                        </a:lnSpc>
                      </a:pPr>
                      <a:r>
                        <a:rPr b="0" lang="fr-FR" sz="1400" spc="-1" strike="noStrike">
                          <a:solidFill>
                            <a:srgbClr val="000000"/>
                          </a:solidFill>
                          <a:latin typeface="Calibri"/>
                          <a:ea typeface="DejaVu Sans"/>
                        </a:rPr>
                        <a:t>500 €</a:t>
                      </a:r>
                      <a:endParaRPr b="0" lang="fr-FR" sz="1400" spc="-1" strike="noStrike">
                        <a:latin typeface="Arial"/>
                      </a:endParaRPr>
                    </a:p>
                  </a:txBody>
                  <a:tcPr anchor="ctr" marL="90000" marR="90000">
                    <a:lnL w="720">
                      <a:solidFill>
                        <a:srgbClr val="ffffff"/>
                      </a:solidFill>
                    </a:lnL>
                    <a:lnR w="720">
                      <a:solidFill>
                        <a:srgbClr val="ffffff"/>
                      </a:solidFill>
                    </a:lnR>
                    <a:lnT w="720">
                      <a:solidFill>
                        <a:srgbClr val="ffffff"/>
                      </a:solidFill>
                    </a:lnT>
                    <a:lnB w="720">
                      <a:solidFill>
                        <a:srgbClr val="ffffff"/>
                      </a:solidFill>
                    </a:lnB>
                    <a:solidFill>
                      <a:srgbClr val="ffffff"/>
                    </a:solidFill>
                  </a:tcPr>
                </a:tc>
                <a:tc>
                  <a:txBody>
                    <a:bodyPr lIns="90000" rIns="90000" anchor="ctr">
                      <a:noAutofit/>
                    </a:bodyPr>
                    <a:p>
                      <a:pPr algn="ctr">
                        <a:lnSpc>
                          <a:spcPct val="100000"/>
                        </a:lnSpc>
                      </a:pPr>
                      <a:r>
                        <a:rPr b="0" lang="fr-FR" sz="1400" spc="-1" strike="noStrike">
                          <a:solidFill>
                            <a:srgbClr val="000000"/>
                          </a:solidFill>
                          <a:latin typeface="Calibri"/>
                          <a:ea typeface="DejaVu Sans"/>
                        </a:rPr>
                        <a:t>38,50</a:t>
                      </a:r>
                      <a:endParaRPr b="0" lang="fr-FR" sz="1400" spc="-1" strike="noStrike">
                        <a:latin typeface="Arial"/>
                      </a:endParaRPr>
                    </a:p>
                  </a:txBody>
                  <a:tcPr anchor="ctr" marL="90000" marR="90000">
                    <a:lnL w="720">
                      <a:solidFill>
                        <a:srgbClr val="ffffff"/>
                      </a:solidFill>
                    </a:lnL>
                    <a:lnR w="720">
                      <a:solidFill>
                        <a:srgbClr val="ffffff"/>
                      </a:solidFill>
                    </a:lnR>
                    <a:lnT w="720">
                      <a:solidFill>
                        <a:srgbClr val="ffffff"/>
                      </a:solidFill>
                    </a:lnT>
                    <a:lnB w="720">
                      <a:solidFill>
                        <a:srgbClr val="ffffff"/>
                      </a:solidFill>
                    </a:lnB>
                    <a:solidFill>
                      <a:srgbClr val="ffffff"/>
                    </a:solidFill>
                  </a:tcPr>
                </a:tc>
                <a:tc>
                  <a:txBody>
                    <a:bodyPr lIns="90000" rIns="90000" anchor="ctr">
                      <a:noAutofit/>
                    </a:bodyPr>
                    <a:p>
                      <a:pPr algn="ctr">
                        <a:lnSpc>
                          <a:spcPct val="100000"/>
                        </a:lnSpc>
                      </a:pPr>
                      <a:r>
                        <a:rPr b="0" lang="fr-FR" sz="1400" spc="-1" strike="noStrike">
                          <a:solidFill>
                            <a:srgbClr val="000000"/>
                          </a:solidFill>
                          <a:latin typeface="Calibri"/>
                          <a:ea typeface="DejaVu Sans"/>
                        </a:rPr>
                        <a:t>19250 €</a:t>
                      </a:r>
                      <a:endParaRPr b="0" lang="fr-FR" sz="1400" spc="-1" strike="noStrike">
                        <a:latin typeface="Arial"/>
                      </a:endParaRPr>
                    </a:p>
                  </a:txBody>
                  <a:tcPr anchor="ctr" marL="90000" marR="90000">
                    <a:lnL w="720">
                      <a:solidFill>
                        <a:srgbClr val="ffffff"/>
                      </a:solidFill>
                    </a:lnL>
                    <a:lnR w="720">
                      <a:solidFill>
                        <a:srgbClr val="ffffff"/>
                      </a:solidFill>
                    </a:lnR>
                    <a:lnT w="720">
                      <a:solidFill>
                        <a:srgbClr val="ffffff"/>
                      </a:solidFill>
                    </a:lnT>
                    <a:lnB w="720">
                      <a:solidFill>
                        <a:srgbClr val="ffffff"/>
                      </a:solidFill>
                    </a:lnB>
                    <a:solidFill>
                      <a:srgbClr val="ffffff"/>
                    </a:solidFill>
                  </a:tcPr>
                </a:tc>
              </a:tr>
              <a:tr h="525240">
                <a:tc>
                  <a:txBody>
                    <a:bodyPr lIns="90000" rIns="90000" anchor="ctr">
                      <a:noAutofit/>
                    </a:bodyPr>
                    <a:p>
                      <a:pPr algn="ctr">
                        <a:lnSpc>
                          <a:spcPct val="100000"/>
                        </a:lnSpc>
                      </a:pPr>
                      <a:r>
                        <a:rPr b="0" lang="fr-FR" sz="1400" spc="-1" strike="noStrike">
                          <a:solidFill>
                            <a:srgbClr val="000000"/>
                          </a:solidFill>
                          <a:latin typeface="Calibri"/>
                          <a:ea typeface="DejaVu Sans"/>
                        </a:rPr>
                        <a:t>Data Engineer</a:t>
                      </a:r>
                      <a:endParaRPr b="0" lang="fr-FR" sz="1400" spc="-1" strike="noStrike">
                        <a:latin typeface="Arial"/>
                      </a:endParaRPr>
                    </a:p>
                  </a:txBody>
                  <a:tcPr anchor="ctr" marL="90000" marR="90000">
                    <a:lnL w="720">
                      <a:solidFill>
                        <a:srgbClr val="ffffff"/>
                      </a:solidFill>
                    </a:lnL>
                    <a:lnR w="720">
                      <a:solidFill>
                        <a:srgbClr val="ffffff"/>
                      </a:solidFill>
                    </a:lnR>
                    <a:lnT w="720">
                      <a:solidFill>
                        <a:srgbClr val="ffffff"/>
                      </a:solidFill>
                    </a:lnT>
                    <a:lnB w="720">
                      <a:solidFill>
                        <a:srgbClr val="ffffff"/>
                      </a:solidFill>
                    </a:lnB>
                    <a:solidFill>
                      <a:srgbClr val="e6e6e6"/>
                    </a:solidFill>
                  </a:tcPr>
                </a:tc>
                <a:tc>
                  <a:txBody>
                    <a:bodyPr lIns="90000" rIns="90000" anchor="ctr">
                      <a:noAutofit/>
                    </a:bodyPr>
                    <a:p>
                      <a:pPr algn="ctr">
                        <a:lnSpc>
                          <a:spcPct val="100000"/>
                        </a:lnSpc>
                      </a:pPr>
                      <a:r>
                        <a:rPr b="0" lang="fr-FR" sz="1400" spc="-1" strike="noStrike">
                          <a:solidFill>
                            <a:srgbClr val="000000"/>
                          </a:solidFill>
                          <a:latin typeface="Calibri"/>
                          <a:ea typeface="DejaVu Sans"/>
                        </a:rPr>
                        <a:t>Responsable des flux de données</a:t>
                      </a:r>
                      <a:endParaRPr b="0" lang="fr-FR" sz="1400" spc="-1" strike="noStrike">
                        <a:latin typeface="Arial"/>
                      </a:endParaRPr>
                    </a:p>
                  </a:txBody>
                  <a:tcPr anchor="ctr" marL="90000" marR="90000">
                    <a:lnL w="720">
                      <a:solidFill>
                        <a:srgbClr val="ffffff"/>
                      </a:solidFill>
                    </a:lnL>
                    <a:lnR w="720">
                      <a:solidFill>
                        <a:srgbClr val="ffffff"/>
                      </a:solidFill>
                    </a:lnR>
                    <a:lnT w="720">
                      <a:solidFill>
                        <a:srgbClr val="ffffff"/>
                      </a:solidFill>
                    </a:lnT>
                    <a:lnB w="720">
                      <a:solidFill>
                        <a:srgbClr val="ffffff"/>
                      </a:solidFill>
                    </a:lnB>
                    <a:solidFill>
                      <a:srgbClr val="e6e6e6"/>
                    </a:solidFill>
                  </a:tcPr>
                </a:tc>
                <a:tc>
                  <a:txBody>
                    <a:bodyPr lIns="90000" rIns="90000" anchor="ctr">
                      <a:noAutofit/>
                    </a:bodyPr>
                    <a:p>
                      <a:pPr algn="ctr">
                        <a:lnSpc>
                          <a:spcPct val="100000"/>
                        </a:lnSpc>
                      </a:pPr>
                      <a:r>
                        <a:rPr b="0" lang="fr-FR" sz="1400" spc="-1" strike="noStrike">
                          <a:solidFill>
                            <a:srgbClr val="000000"/>
                          </a:solidFill>
                          <a:latin typeface="Calibri"/>
                          <a:ea typeface="DejaVu Sans"/>
                        </a:rPr>
                        <a:t>650 €</a:t>
                      </a:r>
                      <a:endParaRPr b="0" lang="fr-FR" sz="1400" spc="-1" strike="noStrike">
                        <a:latin typeface="Arial"/>
                      </a:endParaRPr>
                    </a:p>
                  </a:txBody>
                  <a:tcPr anchor="ctr" marL="90000" marR="90000">
                    <a:lnL w="720">
                      <a:solidFill>
                        <a:srgbClr val="ffffff"/>
                      </a:solidFill>
                    </a:lnL>
                    <a:lnR w="720">
                      <a:solidFill>
                        <a:srgbClr val="ffffff"/>
                      </a:solidFill>
                    </a:lnR>
                    <a:lnT w="720">
                      <a:solidFill>
                        <a:srgbClr val="ffffff"/>
                      </a:solidFill>
                    </a:lnT>
                    <a:lnB w="720">
                      <a:solidFill>
                        <a:srgbClr val="ffffff"/>
                      </a:solidFill>
                    </a:lnB>
                    <a:solidFill>
                      <a:srgbClr val="e6e6e6"/>
                    </a:solidFill>
                  </a:tcPr>
                </a:tc>
                <a:tc>
                  <a:txBody>
                    <a:bodyPr lIns="90000" rIns="90000" anchor="ctr">
                      <a:noAutofit/>
                    </a:bodyPr>
                    <a:p>
                      <a:pPr algn="ctr">
                        <a:lnSpc>
                          <a:spcPct val="100000"/>
                        </a:lnSpc>
                      </a:pPr>
                      <a:r>
                        <a:rPr b="0" lang="fr-FR" sz="1400" spc="-1" strike="noStrike">
                          <a:solidFill>
                            <a:srgbClr val="000000"/>
                          </a:solidFill>
                          <a:latin typeface="Calibri"/>
                          <a:ea typeface="DejaVu Sans"/>
                        </a:rPr>
                        <a:t>20,45</a:t>
                      </a:r>
                      <a:endParaRPr b="0" lang="fr-FR" sz="1400" spc="-1" strike="noStrike">
                        <a:latin typeface="Arial"/>
                      </a:endParaRPr>
                    </a:p>
                  </a:txBody>
                  <a:tcPr anchor="ctr" marL="90000" marR="90000">
                    <a:lnL w="720">
                      <a:solidFill>
                        <a:srgbClr val="ffffff"/>
                      </a:solidFill>
                    </a:lnL>
                    <a:lnR w="720">
                      <a:solidFill>
                        <a:srgbClr val="ffffff"/>
                      </a:solidFill>
                    </a:lnR>
                    <a:lnT w="720">
                      <a:solidFill>
                        <a:srgbClr val="ffffff"/>
                      </a:solidFill>
                    </a:lnT>
                    <a:lnB w="720">
                      <a:solidFill>
                        <a:srgbClr val="ffffff"/>
                      </a:solidFill>
                    </a:lnB>
                    <a:solidFill>
                      <a:srgbClr val="e6e6e6"/>
                    </a:solidFill>
                  </a:tcPr>
                </a:tc>
                <a:tc>
                  <a:txBody>
                    <a:bodyPr lIns="90000" rIns="90000" anchor="ctr">
                      <a:noAutofit/>
                    </a:bodyPr>
                    <a:p>
                      <a:pPr algn="ctr">
                        <a:lnSpc>
                          <a:spcPct val="100000"/>
                        </a:lnSpc>
                      </a:pPr>
                      <a:r>
                        <a:rPr b="0" lang="fr-FR" sz="1400" spc="-1" strike="noStrike">
                          <a:solidFill>
                            <a:srgbClr val="000000"/>
                          </a:solidFill>
                          <a:latin typeface="Calibri"/>
                          <a:ea typeface="DejaVu Sans"/>
                        </a:rPr>
                        <a:t>13292 €</a:t>
                      </a:r>
                      <a:endParaRPr b="0" lang="fr-FR" sz="1400" spc="-1" strike="noStrike">
                        <a:latin typeface="Arial"/>
                      </a:endParaRPr>
                    </a:p>
                  </a:txBody>
                  <a:tcPr anchor="ctr" marL="90000" marR="90000">
                    <a:lnL w="720">
                      <a:solidFill>
                        <a:srgbClr val="ffffff"/>
                      </a:solidFill>
                    </a:lnL>
                    <a:lnR w="720">
                      <a:solidFill>
                        <a:srgbClr val="ffffff"/>
                      </a:solidFill>
                    </a:lnR>
                    <a:lnT w="720">
                      <a:solidFill>
                        <a:srgbClr val="ffffff"/>
                      </a:solidFill>
                    </a:lnT>
                    <a:lnB w="720">
                      <a:solidFill>
                        <a:srgbClr val="ffffff"/>
                      </a:solidFill>
                    </a:lnB>
                    <a:solidFill>
                      <a:srgbClr val="e6e6e6"/>
                    </a:solidFill>
                  </a:tcPr>
                </a:tc>
              </a:tr>
              <a:tr h="525240">
                <a:tc>
                  <a:txBody>
                    <a:bodyPr lIns="90000" rIns="90000" anchor="ctr">
                      <a:noAutofit/>
                    </a:bodyPr>
                    <a:p>
                      <a:pPr algn="ctr">
                        <a:lnSpc>
                          <a:spcPct val="100000"/>
                        </a:lnSpc>
                      </a:pPr>
                      <a:r>
                        <a:rPr b="0" lang="fr-FR" sz="1400" spc="-1" strike="noStrike">
                          <a:solidFill>
                            <a:srgbClr val="000000"/>
                          </a:solidFill>
                          <a:latin typeface="Calibri"/>
                          <a:ea typeface="DejaVu Sans"/>
                        </a:rPr>
                        <a:t>UX/UI designer</a:t>
                      </a:r>
                      <a:endParaRPr b="0" lang="fr-FR" sz="1400" spc="-1" strike="noStrike">
                        <a:latin typeface="Arial"/>
                      </a:endParaRPr>
                    </a:p>
                  </a:txBody>
                  <a:tcPr anchor="ctr" marL="90000" marR="90000">
                    <a:lnL w="720">
                      <a:solidFill>
                        <a:srgbClr val="ffffff"/>
                      </a:solidFill>
                    </a:lnL>
                    <a:lnR w="720">
                      <a:solidFill>
                        <a:srgbClr val="ffffff"/>
                      </a:solidFill>
                    </a:lnR>
                    <a:lnT w="720">
                      <a:solidFill>
                        <a:srgbClr val="ffffff"/>
                      </a:solidFill>
                    </a:lnT>
                    <a:lnB w="720">
                      <a:solidFill>
                        <a:srgbClr val="ffffff"/>
                      </a:solidFill>
                    </a:lnB>
                    <a:solidFill>
                      <a:srgbClr val="ffffff"/>
                    </a:solidFill>
                  </a:tcPr>
                </a:tc>
                <a:tc>
                  <a:txBody>
                    <a:bodyPr lIns="90000" rIns="90000" anchor="ctr">
                      <a:noAutofit/>
                    </a:bodyPr>
                    <a:p>
                      <a:pPr algn="ctr">
                        <a:lnSpc>
                          <a:spcPct val="100000"/>
                        </a:lnSpc>
                      </a:pPr>
                      <a:r>
                        <a:rPr b="0" lang="fr-FR" sz="1400" spc="-1" strike="noStrike">
                          <a:solidFill>
                            <a:srgbClr val="000000"/>
                          </a:solidFill>
                          <a:latin typeface="Calibri"/>
                          <a:ea typeface="DejaVu Sans"/>
                        </a:rPr>
                        <a:t>Parcours utilisateur et ergonomie</a:t>
                      </a:r>
                      <a:endParaRPr b="0" lang="fr-FR" sz="1400" spc="-1" strike="noStrike">
                        <a:latin typeface="Arial"/>
                      </a:endParaRPr>
                    </a:p>
                  </a:txBody>
                  <a:tcPr anchor="ctr" marL="90000" marR="90000">
                    <a:lnL w="720">
                      <a:solidFill>
                        <a:srgbClr val="ffffff"/>
                      </a:solidFill>
                    </a:lnL>
                    <a:lnR w="720">
                      <a:solidFill>
                        <a:srgbClr val="ffffff"/>
                      </a:solidFill>
                    </a:lnR>
                    <a:lnT w="720">
                      <a:solidFill>
                        <a:srgbClr val="ffffff"/>
                      </a:solidFill>
                    </a:lnT>
                    <a:lnB w="720">
                      <a:solidFill>
                        <a:srgbClr val="ffffff"/>
                      </a:solidFill>
                    </a:lnB>
                    <a:solidFill>
                      <a:srgbClr val="ffffff"/>
                    </a:solidFill>
                  </a:tcPr>
                </a:tc>
                <a:tc>
                  <a:txBody>
                    <a:bodyPr lIns="90000" rIns="90000" anchor="ctr">
                      <a:noAutofit/>
                    </a:bodyPr>
                    <a:p>
                      <a:pPr algn="ctr">
                        <a:lnSpc>
                          <a:spcPct val="100000"/>
                        </a:lnSpc>
                      </a:pPr>
                      <a:r>
                        <a:rPr b="0" lang="fr-FR" sz="1400" spc="-1" strike="noStrike">
                          <a:solidFill>
                            <a:srgbClr val="000000"/>
                          </a:solidFill>
                          <a:latin typeface="Calibri"/>
                          <a:ea typeface="DejaVu Sans"/>
                        </a:rPr>
                        <a:t>500 €</a:t>
                      </a:r>
                      <a:endParaRPr b="0" lang="fr-FR" sz="1400" spc="-1" strike="noStrike">
                        <a:latin typeface="Arial"/>
                      </a:endParaRPr>
                    </a:p>
                  </a:txBody>
                  <a:tcPr anchor="ctr" marL="90000" marR="90000">
                    <a:lnL w="720">
                      <a:solidFill>
                        <a:srgbClr val="ffffff"/>
                      </a:solidFill>
                    </a:lnL>
                    <a:lnR w="720">
                      <a:solidFill>
                        <a:srgbClr val="ffffff"/>
                      </a:solidFill>
                    </a:lnR>
                    <a:lnT w="720">
                      <a:solidFill>
                        <a:srgbClr val="ffffff"/>
                      </a:solidFill>
                    </a:lnT>
                    <a:lnB w="720">
                      <a:solidFill>
                        <a:srgbClr val="ffffff"/>
                      </a:solidFill>
                    </a:lnB>
                    <a:solidFill>
                      <a:srgbClr val="ffffff"/>
                    </a:solidFill>
                  </a:tcPr>
                </a:tc>
                <a:tc>
                  <a:txBody>
                    <a:bodyPr lIns="90000" rIns="90000" anchor="ctr">
                      <a:noAutofit/>
                    </a:bodyPr>
                    <a:p>
                      <a:pPr algn="ctr">
                        <a:lnSpc>
                          <a:spcPct val="100000"/>
                        </a:lnSpc>
                      </a:pPr>
                      <a:r>
                        <a:rPr b="0" lang="fr-FR" sz="1400" spc="-1" strike="noStrike">
                          <a:solidFill>
                            <a:srgbClr val="000000"/>
                          </a:solidFill>
                          <a:latin typeface="Calibri"/>
                          <a:ea typeface="DejaVu Sans"/>
                        </a:rPr>
                        <a:t>7,10</a:t>
                      </a:r>
                      <a:endParaRPr b="0" lang="fr-FR" sz="1400" spc="-1" strike="noStrike">
                        <a:latin typeface="Arial"/>
                      </a:endParaRPr>
                    </a:p>
                  </a:txBody>
                  <a:tcPr anchor="ctr" marL="90000" marR="90000">
                    <a:lnL w="720">
                      <a:solidFill>
                        <a:srgbClr val="ffffff"/>
                      </a:solidFill>
                    </a:lnL>
                    <a:lnR w="720">
                      <a:solidFill>
                        <a:srgbClr val="ffffff"/>
                      </a:solidFill>
                    </a:lnR>
                    <a:lnT w="720">
                      <a:solidFill>
                        <a:srgbClr val="ffffff"/>
                      </a:solidFill>
                    </a:lnT>
                    <a:lnB w="720">
                      <a:solidFill>
                        <a:srgbClr val="ffffff"/>
                      </a:solidFill>
                    </a:lnB>
                    <a:solidFill>
                      <a:srgbClr val="ffffff"/>
                    </a:solidFill>
                  </a:tcPr>
                </a:tc>
                <a:tc>
                  <a:txBody>
                    <a:bodyPr lIns="90000" rIns="90000" anchor="ctr">
                      <a:noAutofit/>
                    </a:bodyPr>
                    <a:p>
                      <a:pPr algn="ctr">
                        <a:lnSpc>
                          <a:spcPct val="100000"/>
                        </a:lnSpc>
                      </a:pPr>
                      <a:r>
                        <a:rPr b="0" lang="fr-FR" sz="1400" spc="-1" strike="noStrike">
                          <a:solidFill>
                            <a:srgbClr val="000000"/>
                          </a:solidFill>
                          <a:latin typeface="Calibri"/>
                          <a:ea typeface="DejaVu Sans"/>
                        </a:rPr>
                        <a:t>3550 €</a:t>
                      </a:r>
                      <a:endParaRPr b="0" lang="fr-FR" sz="1400" spc="-1" strike="noStrike">
                        <a:latin typeface="Arial"/>
                      </a:endParaRPr>
                    </a:p>
                  </a:txBody>
                  <a:tcPr anchor="ctr" marL="90000" marR="90000">
                    <a:lnL w="720">
                      <a:solidFill>
                        <a:srgbClr val="ffffff"/>
                      </a:solidFill>
                    </a:lnL>
                    <a:lnR w="720">
                      <a:solidFill>
                        <a:srgbClr val="ffffff"/>
                      </a:solidFill>
                    </a:lnR>
                    <a:lnT w="720">
                      <a:solidFill>
                        <a:srgbClr val="ffffff"/>
                      </a:solidFill>
                    </a:lnT>
                    <a:lnB w="720">
                      <a:solidFill>
                        <a:srgbClr val="ffffff"/>
                      </a:solidFill>
                    </a:lnB>
                    <a:solidFill>
                      <a:srgbClr val="ffffff"/>
                    </a:solidFill>
                  </a:tcPr>
                </a:tc>
              </a:tr>
              <a:tr h="525240">
                <a:tc>
                  <a:txBody>
                    <a:bodyPr lIns="90000" rIns="90000" anchor="ctr">
                      <a:noAutofit/>
                    </a:bodyPr>
                    <a:p>
                      <a:pPr algn="ctr">
                        <a:lnSpc>
                          <a:spcPct val="100000"/>
                        </a:lnSpc>
                      </a:pPr>
                      <a:r>
                        <a:rPr b="0" lang="fr-FR" sz="1400" spc="-1" strike="noStrike">
                          <a:solidFill>
                            <a:srgbClr val="000000"/>
                          </a:solidFill>
                          <a:latin typeface="Calibri"/>
                          <a:ea typeface="DejaVu Sans"/>
                        </a:rPr>
                        <a:t>Développeur Backend</a:t>
                      </a:r>
                      <a:endParaRPr b="0" lang="fr-FR" sz="1400" spc="-1" strike="noStrike">
                        <a:latin typeface="Arial"/>
                      </a:endParaRPr>
                    </a:p>
                  </a:txBody>
                  <a:tcPr anchor="ctr" marL="90000" marR="90000">
                    <a:lnL w="720">
                      <a:solidFill>
                        <a:srgbClr val="ffffff"/>
                      </a:solidFill>
                    </a:lnL>
                    <a:lnR w="720">
                      <a:solidFill>
                        <a:srgbClr val="ffffff"/>
                      </a:solidFill>
                    </a:lnR>
                    <a:lnT w="720">
                      <a:solidFill>
                        <a:srgbClr val="ffffff"/>
                      </a:solidFill>
                    </a:lnT>
                    <a:lnB w="720">
                      <a:solidFill>
                        <a:srgbClr val="ffffff"/>
                      </a:solidFill>
                    </a:lnB>
                    <a:solidFill>
                      <a:srgbClr val="e6e6e6"/>
                    </a:solidFill>
                  </a:tcPr>
                </a:tc>
                <a:tc>
                  <a:txBody>
                    <a:bodyPr lIns="90000" rIns="90000" anchor="ctr">
                      <a:noAutofit/>
                    </a:bodyPr>
                    <a:p>
                      <a:pPr algn="ctr">
                        <a:lnSpc>
                          <a:spcPct val="100000"/>
                        </a:lnSpc>
                      </a:pPr>
                      <a:r>
                        <a:rPr b="0" lang="fr-FR" sz="1400" spc="-1" strike="noStrike">
                          <a:solidFill>
                            <a:srgbClr val="000000"/>
                          </a:solidFill>
                          <a:latin typeface="Calibri"/>
                          <a:ea typeface="DejaVu Sans"/>
                        </a:rPr>
                        <a:t>Coeur de l’application (API et sécurité)</a:t>
                      </a:r>
                      <a:endParaRPr b="0" lang="fr-FR" sz="1400" spc="-1" strike="noStrike">
                        <a:latin typeface="Arial"/>
                      </a:endParaRPr>
                    </a:p>
                  </a:txBody>
                  <a:tcPr anchor="ctr" marL="90000" marR="90000">
                    <a:lnL w="720">
                      <a:solidFill>
                        <a:srgbClr val="ffffff"/>
                      </a:solidFill>
                    </a:lnL>
                    <a:lnR w="720">
                      <a:solidFill>
                        <a:srgbClr val="ffffff"/>
                      </a:solidFill>
                    </a:lnR>
                    <a:lnT w="720">
                      <a:solidFill>
                        <a:srgbClr val="ffffff"/>
                      </a:solidFill>
                    </a:lnT>
                    <a:lnB w="720">
                      <a:solidFill>
                        <a:srgbClr val="ffffff"/>
                      </a:solidFill>
                    </a:lnB>
                    <a:solidFill>
                      <a:srgbClr val="e6e6e6"/>
                    </a:solidFill>
                  </a:tcPr>
                </a:tc>
                <a:tc>
                  <a:txBody>
                    <a:bodyPr lIns="90000" rIns="90000" anchor="ctr">
                      <a:noAutofit/>
                    </a:bodyPr>
                    <a:p>
                      <a:pPr algn="ctr">
                        <a:lnSpc>
                          <a:spcPct val="100000"/>
                        </a:lnSpc>
                      </a:pPr>
                      <a:r>
                        <a:rPr b="0" lang="fr-FR" sz="1400" spc="-1" strike="noStrike">
                          <a:solidFill>
                            <a:srgbClr val="000000"/>
                          </a:solidFill>
                          <a:latin typeface="Calibri"/>
                          <a:ea typeface="DejaVu Sans"/>
                        </a:rPr>
                        <a:t>550 €</a:t>
                      </a:r>
                      <a:endParaRPr b="0" lang="fr-FR" sz="1400" spc="-1" strike="noStrike">
                        <a:latin typeface="Arial"/>
                      </a:endParaRPr>
                    </a:p>
                  </a:txBody>
                  <a:tcPr anchor="ctr" marL="90000" marR="90000">
                    <a:lnL w="720">
                      <a:solidFill>
                        <a:srgbClr val="ffffff"/>
                      </a:solidFill>
                    </a:lnL>
                    <a:lnR w="720">
                      <a:solidFill>
                        <a:srgbClr val="ffffff"/>
                      </a:solidFill>
                    </a:lnR>
                    <a:lnT w="720">
                      <a:solidFill>
                        <a:srgbClr val="ffffff"/>
                      </a:solidFill>
                    </a:lnT>
                    <a:lnB w="720">
                      <a:solidFill>
                        <a:srgbClr val="ffffff"/>
                      </a:solidFill>
                    </a:lnB>
                    <a:solidFill>
                      <a:srgbClr val="e6e6e6"/>
                    </a:solidFill>
                  </a:tcPr>
                </a:tc>
                <a:tc>
                  <a:txBody>
                    <a:bodyPr lIns="90000" rIns="90000" anchor="ctr">
                      <a:noAutofit/>
                    </a:bodyPr>
                    <a:p>
                      <a:pPr algn="ctr">
                        <a:lnSpc>
                          <a:spcPct val="100000"/>
                        </a:lnSpc>
                      </a:pPr>
                      <a:r>
                        <a:rPr b="0" lang="fr-FR" sz="1400" spc="-1" strike="noStrike">
                          <a:solidFill>
                            <a:srgbClr val="000000"/>
                          </a:solidFill>
                          <a:latin typeface="Calibri"/>
                          <a:ea typeface="DejaVu Sans"/>
                        </a:rPr>
                        <a:t>19,15</a:t>
                      </a:r>
                      <a:endParaRPr b="0" lang="fr-FR" sz="1400" spc="-1" strike="noStrike">
                        <a:latin typeface="Arial"/>
                      </a:endParaRPr>
                    </a:p>
                  </a:txBody>
                  <a:tcPr anchor="ctr" marL="90000" marR="90000">
                    <a:lnL w="720">
                      <a:solidFill>
                        <a:srgbClr val="ffffff"/>
                      </a:solidFill>
                    </a:lnL>
                    <a:lnR w="720">
                      <a:solidFill>
                        <a:srgbClr val="ffffff"/>
                      </a:solidFill>
                    </a:lnR>
                    <a:lnT w="720">
                      <a:solidFill>
                        <a:srgbClr val="ffffff"/>
                      </a:solidFill>
                    </a:lnT>
                    <a:lnB w="720">
                      <a:solidFill>
                        <a:srgbClr val="ffffff"/>
                      </a:solidFill>
                    </a:lnB>
                    <a:solidFill>
                      <a:srgbClr val="e6e6e6"/>
                    </a:solidFill>
                  </a:tcPr>
                </a:tc>
                <a:tc>
                  <a:txBody>
                    <a:bodyPr lIns="90000" rIns="90000" anchor="ctr">
                      <a:noAutofit/>
                    </a:bodyPr>
                    <a:p>
                      <a:pPr algn="ctr">
                        <a:lnSpc>
                          <a:spcPct val="100000"/>
                        </a:lnSpc>
                      </a:pPr>
                      <a:r>
                        <a:rPr b="0" lang="fr-FR" sz="1400" spc="-1" strike="noStrike">
                          <a:solidFill>
                            <a:srgbClr val="000000"/>
                          </a:solidFill>
                          <a:latin typeface="Calibri"/>
                          <a:ea typeface="DejaVu Sans"/>
                        </a:rPr>
                        <a:t>10532 €</a:t>
                      </a:r>
                      <a:endParaRPr b="0" lang="fr-FR" sz="1400" spc="-1" strike="noStrike">
                        <a:latin typeface="Arial"/>
                      </a:endParaRPr>
                    </a:p>
                  </a:txBody>
                  <a:tcPr anchor="ctr" marL="90000" marR="90000">
                    <a:lnL w="720">
                      <a:solidFill>
                        <a:srgbClr val="ffffff"/>
                      </a:solidFill>
                    </a:lnL>
                    <a:lnR w="720">
                      <a:solidFill>
                        <a:srgbClr val="ffffff"/>
                      </a:solidFill>
                    </a:lnR>
                    <a:lnT w="720">
                      <a:solidFill>
                        <a:srgbClr val="ffffff"/>
                      </a:solidFill>
                    </a:lnT>
                    <a:lnB w="720">
                      <a:solidFill>
                        <a:srgbClr val="ffffff"/>
                      </a:solidFill>
                    </a:lnB>
                    <a:solidFill>
                      <a:srgbClr val="e6e6e6"/>
                    </a:solidFill>
                  </a:tcPr>
                </a:tc>
              </a:tr>
              <a:tr h="525240">
                <a:tc>
                  <a:txBody>
                    <a:bodyPr lIns="90000" rIns="90000" anchor="ctr">
                      <a:noAutofit/>
                    </a:bodyPr>
                    <a:p>
                      <a:pPr algn="ctr">
                        <a:lnSpc>
                          <a:spcPct val="100000"/>
                        </a:lnSpc>
                      </a:pPr>
                      <a:r>
                        <a:rPr b="0" lang="fr-FR" sz="1400" spc="-1" strike="noStrike">
                          <a:solidFill>
                            <a:srgbClr val="000000"/>
                          </a:solidFill>
                          <a:latin typeface="Calibri"/>
                          <a:ea typeface="DejaVu Sans"/>
                        </a:rPr>
                        <a:t>Développeur Frontend</a:t>
                      </a:r>
                      <a:endParaRPr b="0" lang="fr-FR" sz="1400" spc="-1" strike="noStrike">
                        <a:latin typeface="Arial"/>
                      </a:endParaRPr>
                    </a:p>
                  </a:txBody>
                  <a:tcPr anchor="ctr" marL="90000" marR="90000">
                    <a:lnL w="720">
                      <a:solidFill>
                        <a:srgbClr val="ffffff"/>
                      </a:solidFill>
                    </a:lnL>
                    <a:lnR w="720">
                      <a:solidFill>
                        <a:srgbClr val="ffffff"/>
                      </a:solidFill>
                    </a:lnR>
                    <a:lnT w="720">
                      <a:solidFill>
                        <a:srgbClr val="ffffff"/>
                      </a:solidFill>
                    </a:lnT>
                    <a:lnB w="720">
                      <a:solidFill>
                        <a:srgbClr val="ffffff"/>
                      </a:solidFill>
                    </a:lnB>
                    <a:solidFill>
                      <a:srgbClr val="ffffff"/>
                    </a:solidFill>
                  </a:tcPr>
                </a:tc>
                <a:tc>
                  <a:txBody>
                    <a:bodyPr lIns="90000" rIns="90000" anchor="ctr">
                      <a:noAutofit/>
                    </a:bodyPr>
                    <a:p>
                      <a:pPr algn="ctr">
                        <a:lnSpc>
                          <a:spcPct val="100000"/>
                        </a:lnSpc>
                      </a:pPr>
                      <a:r>
                        <a:rPr b="0" lang="fr-FR" sz="1400" spc="-1" strike="noStrike">
                          <a:solidFill>
                            <a:srgbClr val="000000"/>
                          </a:solidFill>
                          <a:latin typeface="Calibri"/>
                          <a:ea typeface="DejaVu Sans"/>
                        </a:rPr>
                        <a:t>Interface utilisateur de l’application</a:t>
                      </a:r>
                      <a:endParaRPr b="0" lang="fr-FR" sz="1400" spc="-1" strike="noStrike">
                        <a:latin typeface="Arial"/>
                      </a:endParaRPr>
                    </a:p>
                  </a:txBody>
                  <a:tcPr anchor="ctr" marL="90000" marR="90000">
                    <a:lnL w="720">
                      <a:solidFill>
                        <a:srgbClr val="ffffff"/>
                      </a:solidFill>
                    </a:lnL>
                    <a:lnR w="720">
                      <a:solidFill>
                        <a:srgbClr val="ffffff"/>
                      </a:solidFill>
                    </a:lnR>
                    <a:lnT w="720">
                      <a:solidFill>
                        <a:srgbClr val="ffffff"/>
                      </a:solidFill>
                    </a:lnT>
                    <a:lnB w="720">
                      <a:solidFill>
                        <a:srgbClr val="ffffff"/>
                      </a:solidFill>
                    </a:lnB>
                    <a:solidFill>
                      <a:srgbClr val="ffffff"/>
                    </a:solidFill>
                  </a:tcPr>
                </a:tc>
                <a:tc>
                  <a:txBody>
                    <a:bodyPr lIns="90000" rIns="90000" anchor="ctr">
                      <a:noAutofit/>
                    </a:bodyPr>
                    <a:p>
                      <a:pPr algn="ctr">
                        <a:lnSpc>
                          <a:spcPct val="100000"/>
                        </a:lnSpc>
                      </a:pPr>
                      <a:r>
                        <a:rPr b="0" lang="fr-FR" sz="1400" spc="-1" strike="noStrike">
                          <a:solidFill>
                            <a:srgbClr val="000000"/>
                          </a:solidFill>
                          <a:latin typeface="Calibri"/>
                          <a:ea typeface="DejaVu Sans"/>
                        </a:rPr>
                        <a:t>550 €</a:t>
                      </a:r>
                      <a:endParaRPr b="0" lang="fr-FR" sz="1400" spc="-1" strike="noStrike">
                        <a:latin typeface="Arial"/>
                      </a:endParaRPr>
                    </a:p>
                  </a:txBody>
                  <a:tcPr anchor="ctr" marL="90000" marR="90000">
                    <a:lnL w="720">
                      <a:solidFill>
                        <a:srgbClr val="ffffff"/>
                      </a:solidFill>
                    </a:lnL>
                    <a:lnR w="720">
                      <a:solidFill>
                        <a:srgbClr val="ffffff"/>
                      </a:solidFill>
                    </a:lnR>
                    <a:lnT w="720">
                      <a:solidFill>
                        <a:srgbClr val="ffffff"/>
                      </a:solidFill>
                    </a:lnT>
                    <a:lnB w="720">
                      <a:solidFill>
                        <a:srgbClr val="ffffff"/>
                      </a:solidFill>
                    </a:lnB>
                    <a:solidFill>
                      <a:srgbClr val="ffffff"/>
                    </a:solidFill>
                  </a:tcPr>
                </a:tc>
                <a:tc>
                  <a:txBody>
                    <a:bodyPr lIns="90000" rIns="90000" anchor="ctr">
                      <a:noAutofit/>
                    </a:bodyPr>
                    <a:p>
                      <a:pPr algn="ctr">
                        <a:lnSpc>
                          <a:spcPct val="100000"/>
                        </a:lnSpc>
                      </a:pPr>
                      <a:r>
                        <a:rPr b="0" lang="fr-FR" sz="1400" spc="-1" strike="noStrike">
                          <a:solidFill>
                            <a:srgbClr val="000000"/>
                          </a:solidFill>
                          <a:latin typeface="Calibri"/>
                          <a:ea typeface="DejaVu Sans"/>
                        </a:rPr>
                        <a:t>19,20</a:t>
                      </a:r>
                      <a:endParaRPr b="0" lang="fr-FR" sz="1400" spc="-1" strike="noStrike">
                        <a:latin typeface="Arial"/>
                      </a:endParaRPr>
                    </a:p>
                  </a:txBody>
                  <a:tcPr anchor="ctr" marL="90000" marR="90000">
                    <a:lnL w="720">
                      <a:solidFill>
                        <a:srgbClr val="ffffff"/>
                      </a:solidFill>
                    </a:lnL>
                    <a:lnR w="720">
                      <a:solidFill>
                        <a:srgbClr val="ffffff"/>
                      </a:solidFill>
                    </a:lnR>
                    <a:lnT w="720">
                      <a:solidFill>
                        <a:srgbClr val="ffffff"/>
                      </a:solidFill>
                    </a:lnT>
                    <a:lnB w="720">
                      <a:solidFill>
                        <a:srgbClr val="ffffff"/>
                      </a:solidFill>
                    </a:lnB>
                    <a:solidFill>
                      <a:srgbClr val="ffffff"/>
                    </a:solidFill>
                  </a:tcPr>
                </a:tc>
                <a:tc>
                  <a:txBody>
                    <a:bodyPr lIns="90000" rIns="90000" anchor="ctr">
                      <a:noAutofit/>
                    </a:bodyPr>
                    <a:p>
                      <a:pPr algn="ctr">
                        <a:lnSpc>
                          <a:spcPct val="100000"/>
                        </a:lnSpc>
                      </a:pPr>
                      <a:r>
                        <a:rPr b="0" lang="fr-FR" sz="1400" spc="-1" strike="noStrike">
                          <a:solidFill>
                            <a:srgbClr val="000000"/>
                          </a:solidFill>
                          <a:latin typeface="Calibri"/>
                          <a:ea typeface="DejaVu Sans"/>
                        </a:rPr>
                        <a:t>10560€</a:t>
                      </a:r>
                      <a:endParaRPr b="0" lang="fr-FR" sz="1400" spc="-1" strike="noStrike">
                        <a:latin typeface="Arial"/>
                      </a:endParaRPr>
                    </a:p>
                  </a:txBody>
                  <a:tcPr anchor="ctr" marL="90000" marR="90000">
                    <a:lnL w="720">
                      <a:solidFill>
                        <a:srgbClr val="ffffff"/>
                      </a:solidFill>
                    </a:lnL>
                    <a:lnR w="720">
                      <a:solidFill>
                        <a:srgbClr val="ffffff"/>
                      </a:solidFill>
                    </a:lnR>
                    <a:lnT w="720">
                      <a:solidFill>
                        <a:srgbClr val="ffffff"/>
                      </a:solidFill>
                    </a:lnT>
                    <a:lnB w="720">
                      <a:solidFill>
                        <a:srgbClr val="ffffff"/>
                      </a:solidFill>
                    </a:lnB>
                    <a:solidFill>
                      <a:srgbClr val="ffffff"/>
                    </a:solidFill>
                  </a:tcPr>
                </a:tc>
              </a:tr>
              <a:tr h="523800">
                <a:tc>
                  <a:txBody>
                    <a:bodyPr lIns="90000" rIns="90000" anchor="ctr">
                      <a:noAutofit/>
                    </a:bodyPr>
                    <a:p>
                      <a:pPr algn="ctr">
                        <a:lnSpc>
                          <a:spcPct val="100000"/>
                        </a:lnSpc>
                      </a:pPr>
                      <a:r>
                        <a:rPr b="0" lang="fr-FR" sz="1400" spc="-1" strike="noStrike">
                          <a:solidFill>
                            <a:srgbClr val="000000"/>
                          </a:solidFill>
                          <a:latin typeface="Calibri"/>
                          <a:ea typeface="DejaVu Sans"/>
                        </a:rPr>
                        <a:t>DPO</a:t>
                      </a:r>
                      <a:endParaRPr b="0" lang="fr-FR" sz="1400" spc="-1" strike="noStrike">
                        <a:latin typeface="Arial"/>
                      </a:endParaRPr>
                    </a:p>
                  </a:txBody>
                  <a:tcPr anchor="ctr" marL="90000" marR="90000">
                    <a:lnL w="720">
                      <a:solidFill>
                        <a:srgbClr val="ffffff"/>
                      </a:solidFill>
                    </a:lnL>
                    <a:lnR w="720">
                      <a:solidFill>
                        <a:srgbClr val="ffffff"/>
                      </a:solidFill>
                    </a:lnR>
                    <a:lnT w="720">
                      <a:solidFill>
                        <a:srgbClr val="ffffff"/>
                      </a:solidFill>
                    </a:lnT>
                    <a:lnB w="720">
                      <a:solidFill>
                        <a:srgbClr val="ffffff"/>
                      </a:solidFill>
                    </a:lnB>
                    <a:solidFill>
                      <a:srgbClr val="e6e6e6"/>
                    </a:solidFill>
                  </a:tcPr>
                </a:tc>
                <a:tc>
                  <a:txBody>
                    <a:bodyPr lIns="90000" rIns="90000" anchor="ctr">
                      <a:noAutofit/>
                    </a:bodyPr>
                    <a:p>
                      <a:pPr algn="ctr">
                        <a:lnSpc>
                          <a:spcPct val="100000"/>
                        </a:lnSpc>
                      </a:pPr>
                      <a:r>
                        <a:rPr b="0" lang="fr-FR" sz="1400" spc="-1" strike="noStrike">
                          <a:solidFill>
                            <a:srgbClr val="000000"/>
                          </a:solidFill>
                          <a:latin typeface="Calibri"/>
                          <a:ea typeface="DejaVu Sans"/>
                        </a:rPr>
                        <a:t>Conformité RGPD</a:t>
                      </a:r>
                      <a:endParaRPr b="0" lang="fr-FR" sz="1400" spc="-1" strike="noStrike">
                        <a:latin typeface="Arial"/>
                      </a:endParaRPr>
                    </a:p>
                  </a:txBody>
                  <a:tcPr anchor="ctr" marL="90000" marR="90000">
                    <a:lnL w="720">
                      <a:solidFill>
                        <a:srgbClr val="ffffff"/>
                      </a:solidFill>
                    </a:lnL>
                    <a:lnR w="720">
                      <a:solidFill>
                        <a:srgbClr val="ffffff"/>
                      </a:solidFill>
                    </a:lnR>
                    <a:lnT w="720">
                      <a:solidFill>
                        <a:srgbClr val="ffffff"/>
                      </a:solidFill>
                    </a:lnT>
                    <a:lnB w="720">
                      <a:solidFill>
                        <a:srgbClr val="ffffff"/>
                      </a:solidFill>
                    </a:lnB>
                    <a:solidFill>
                      <a:srgbClr val="e6e6e6"/>
                    </a:solidFill>
                  </a:tcPr>
                </a:tc>
                <a:tc>
                  <a:txBody>
                    <a:bodyPr lIns="90000" rIns="90000" anchor="ctr">
                      <a:noAutofit/>
                    </a:bodyPr>
                    <a:p>
                      <a:pPr algn="ctr">
                        <a:lnSpc>
                          <a:spcPct val="100000"/>
                        </a:lnSpc>
                      </a:pPr>
                      <a:r>
                        <a:rPr b="0" lang="fr-FR" sz="1400" spc="-1" strike="noStrike">
                          <a:solidFill>
                            <a:srgbClr val="000000"/>
                          </a:solidFill>
                          <a:latin typeface="Calibri"/>
                          <a:ea typeface="DejaVu Sans"/>
                        </a:rPr>
                        <a:t>700 €</a:t>
                      </a:r>
                      <a:endParaRPr b="0" lang="fr-FR" sz="1400" spc="-1" strike="noStrike">
                        <a:latin typeface="Arial"/>
                      </a:endParaRPr>
                    </a:p>
                  </a:txBody>
                  <a:tcPr anchor="ctr" marL="90000" marR="90000">
                    <a:lnL w="720">
                      <a:solidFill>
                        <a:srgbClr val="ffffff"/>
                      </a:solidFill>
                    </a:lnL>
                    <a:lnR w="720">
                      <a:solidFill>
                        <a:srgbClr val="ffffff"/>
                      </a:solidFill>
                    </a:lnR>
                    <a:lnT w="720">
                      <a:solidFill>
                        <a:srgbClr val="ffffff"/>
                      </a:solidFill>
                    </a:lnT>
                    <a:lnB w="720">
                      <a:solidFill>
                        <a:srgbClr val="ffffff"/>
                      </a:solidFill>
                    </a:lnB>
                    <a:solidFill>
                      <a:srgbClr val="e6e6e6"/>
                    </a:solidFill>
                  </a:tcPr>
                </a:tc>
                <a:tc>
                  <a:txBody>
                    <a:bodyPr lIns="90000" rIns="90000" anchor="ctr">
                      <a:noAutofit/>
                    </a:bodyPr>
                    <a:p>
                      <a:pPr algn="ctr">
                        <a:lnSpc>
                          <a:spcPct val="100000"/>
                        </a:lnSpc>
                      </a:pPr>
                      <a:r>
                        <a:rPr b="0" lang="fr-FR" sz="1400" spc="-1" strike="noStrike">
                          <a:solidFill>
                            <a:srgbClr val="000000"/>
                          </a:solidFill>
                          <a:latin typeface="Calibri"/>
                          <a:ea typeface="DejaVu Sans"/>
                        </a:rPr>
                        <a:t>1,20</a:t>
                      </a:r>
                      <a:endParaRPr b="0" lang="fr-FR" sz="1400" spc="-1" strike="noStrike">
                        <a:latin typeface="Arial"/>
                      </a:endParaRPr>
                    </a:p>
                  </a:txBody>
                  <a:tcPr anchor="ctr" marL="90000" marR="90000">
                    <a:lnL w="720">
                      <a:solidFill>
                        <a:srgbClr val="ffffff"/>
                      </a:solidFill>
                    </a:lnL>
                    <a:lnR w="720">
                      <a:solidFill>
                        <a:srgbClr val="ffffff"/>
                      </a:solidFill>
                    </a:lnR>
                    <a:lnT w="720">
                      <a:solidFill>
                        <a:srgbClr val="ffffff"/>
                      </a:solidFill>
                    </a:lnT>
                    <a:lnB w="720">
                      <a:solidFill>
                        <a:srgbClr val="ffffff"/>
                      </a:solidFill>
                    </a:lnB>
                    <a:solidFill>
                      <a:srgbClr val="e6e6e6"/>
                    </a:solidFill>
                  </a:tcPr>
                </a:tc>
                <a:tc>
                  <a:txBody>
                    <a:bodyPr lIns="90000" rIns="90000" anchor="ctr">
                      <a:noAutofit/>
                    </a:bodyPr>
                    <a:p>
                      <a:pPr algn="ctr">
                        <a:lnSpc>
                          <a:spcPct val="100000"/>
                        </a:lnSpc>
                      </a:pPr>
                      <a:r>
                        <a:rPr b="0" lang="fr-FR" sz="1400" spc="-1" strike="noStrike">
                          <a:solidFill>
                            <a:srgbClr val="000000"/>
                          </a:solidFill>
                          <a:latin typeface="Calibri"/>
                          <a:ea typeface="DejaVu Sans"/>
                        </a:rPr>
                        <a:t>840 €</a:t>
                      </a:r>
                      <a:endParaRPr b="0" lang="fr-FR" sz="1400" spc="-1" strike="noStrike">
                        <a:latin typeface="Arial"/>
                      </a:endParaRPr>
                    </a:p>
                  </a:txBody>
                  <a:tcPr anchor="ctr" marL="90000" marR="90000">
                    <a:lnL w="720">
                      <a:solidFill>
                        <a:srgbClr val="ffffff"/>
                      </a:solidFill>
                    </a:lnL>
                    <a:lnR w="720">
                      <a:solidFill>
                        <a:srgbClr val="ffffff"/>
                      </a:solidFill>
                    </a:lnR>
                    <a:lnT w="720">
                      <a:solidFill>
                        <a:srgbClr val="ffffff"/>
                      </a:solidFill>
                    </a:lnT>
                    <a:lnB w="720">
                      <a:solidFill>
                        <a:srgbClr val="ffffff"/>
                      </a:solidFill>
                    </a:lnB>
                    <a:solidFill>
                      <a:srgbClr val="e6e6e6"/>
                    </a:solidFill>
                  </a:tcPr>
                </a:tc>
              </a:tr>
            </a:tbl>
          </a:graphicData>
        </a:graphic>
      </p:graphicFrame>
      <p:sp>
        <p:nvSpPr>
          <p:cNvPr id="184" name="Flèche : droite 308"/>
          <p:cNvSpPr/>
          <p:nvPr/>
        </p:nvSpPr>
        <p:spPr>
          <a:xfrm>
            <a:off x="9000000" y="1620000"/>
            <a:ext cx="359640" cy="359640"/>
          </a:xfrm>
          <a:prstGeom prst="rightArrow">
            <a:avLst>
              <a:gd name="adj1" fmla="val 50000"/>
              <a:gd name="adj2" fmla="val 25000"/>
            </a:avLst>
          </a:prstGeom>
          <a:solidFill>
            <a:srgbClr val="ffb66c"/>
          </a:solidFill>
          <a:ln w="0">
            <a:solidFill>
              <a:srgbClr val="ff8000"/>
            </a:solidFill>
          </a:ln>
        </p:spPr>
        <p:style>
          <a:lnRef idx="0"/>
          <a:fillRef idx="0"/>
          <a:effectRef idx="0"/>
          <a:fontRef idx="minor"/>
        </p:style>
      </p:sp>
      <p:sp>
        <p:nvSpPr>
          <p:cNvPr id="185" name="ZoneTexte 309"/>
          <p:cNvSpPr/>
          <p:nvPr/>
        </p:nvSpPr>
        <p:spPr>
          <a:xfrm>
            <a:off x="9468000" y="1389240"/>
            <a:ext cx="2339640" cy="857880"/>
          </a:xfrm>
          <a:prstGeom prst="rect">
            <a:avLst/>
          </a:prstGeom>
          <a:noFill/>
          <a:ln w="0">
            <a:solidFill>
              <a:srgbClr val="000000"/>
            </a:solidFill>
          </a:ln>
        </p:spPr>
        <p:style>
          <a:lnRef idx="0"/>
          <a:fillRef idx="0"/>
          <a:effectRef idx="0"/>
          <a:fontRef idx="minor"/>
        </p:style>
        <p:txBody>
          <a:bodyPr lIns="90000" rIns="90000" tIns="45000" bIns="45000" anchor="ctr">
            <a:noAutofit/>
          </a:bodyPr>
          <a:p>
            <a:pPr algn="ctr">
              <a:lnSpc>
                <a:spcPct val="100000"/>
              </a:lnSpc>
            </a:pPr>
            <a:r>
              <a:rPr b="0" lang="fr-FR" sz="1800" spc="-1" strike="noStrike">
                <a:solidFill>
                  <a:srgbClr val="000000"/>
                </a:solidFill>
                <a:latin typeface="Arial"/>
                <a:ea typeface="DejaVu Sans"/>
              </a:rPr>
              <a:t>Coût humain pour le développement :</a:t>
            </a:r>
            <a:endParaRPr b="0" lang="fr-FR" sz="1800" spc="-1" strike="noStrike">
              <a:latin typeface="Arial"/>
            </a:endParaRPr>
          </a:p>
          <a:p>
            <a:pPr algn="ctr">
              <a:lnSpc>
                <a:spcPct val="100000"/>
              </a:lnSpc>
            </a:pPr>
            <a:r>
              <a:rPr b="1" lang="fr-FR" sz="1800" spc="-1" strike="noStrike">
                <a:solidFill>
                  <a:srgbClr val="000000"/>
                </a:solidFill>
                <a:latin typeface="Arial"/>
                <a:ea typeface="DejaVu Sans"/>
              </a:rPr>
              <a:t>68511 €</a:t>
            </a:r>
            <a:endParaRPr b="0" lang="fr-FR" sz="1800" spc="-1" strike="noStrike">
              <a:latin typeface="Arial"/>
            </a:endParaRPr>
          </a:p>
        </p:txBody>
      </p:sp>
      <p:sp>
        <p:nvSpPr>
          <p:cNvPr id="186" name="ZoneTexte 310"/>
          <p:cNvSpPr/>
          <p:nvPr/>
        </p:nvSpPr>
        <p:spPr>
          <a:xfrm>
            <a:off x="9000000" y="4500000"/>
            <a:ext cx="2879640" cy="1113840"/>
          </a:xfrm>
          <a:prstGeom prst="rect">
            <a:avLst/>
          </a:prstGeom>
          <a:noFill/>
          <a:ln w="0">
            <a:solidFill>
              <a:srgbClr val="000000"/>
            </a:solidFill>
          </a:ln>
        </p:spPr>
        <p:style>
          <a:lnRef idx="0"/>
          <a:fillRef idx="0"/>
          <a:effectRef idx="0"/>
          <a:fontRef idx="minor"/>
        </p:style>
        <p:txBody>
          <a:bodyPr lIns="90000" rIns="90000" tIns="45000" bIns="45000" anchor="ctr">
            <a:noAutofit/>
          </a:bodyPr>
          <a:p>
            <a:pPr algn="ctr">
              <a:lnSpc>
                <a:spcPct val="100000"/>
              </a:lnSpc>
            </a:pPr>
            <a:r>
              <a:rPr b="0" lang="fr-FR" sz="1800" spc="-1" strike="noStrike">
                <a:solidFill>
                  <a:srgbClr val="000000"/>
                </a:solidFill>
                <a:latin typeface="Arial"/>
                <a:ea typeface="DejaVu Sans"/>
              </a:rPr>
              <a:t>Coût humain pour la maintenance :</a:t>
            </a:r>
            <a:endParaRPr b="0" lang="fr-FR" sz="1800" spc="-1" strike="noStrike">
              <a:latin typeface="Arial"/>
            </a:endParaRPr>
          </a:p>
          <a:p>
            <a:pPr algn="ctr">
              <a:lnSpc>
                <a:spcPct val="100000"/>
              </a:lnSpc>
            </a:pPr>
            <a:r>
              <a:rPr b="1" lang="fr-FR" sz="1800" spc="-1" strike="noStrike">
                <a:solidFill>
                  <a:srgbClr val="000000"/>
                </a:solidFill>
                <a:latin typeface="Arial"/>
                <a:ea typeface="DejaVu Sans"/>
              </a:rPr>
              <a:t>2596,16 € / trimestre</a:t>
            </a:r>
            <a:endParaRPr b="0" lang="fr-FR" sz="1800" spc="-1" strike="noStrike">
              <a:latin typeface="Arial"/>
            </a:endParaRPr>
          </a:p>
        </p:txBody>
      </p:sp>
      <p:sp>
        <p:nvSpPr>
          <p:cNvPr id="187" name="Flèche : droite 311"/>
          <p:cNvSpPr/>
          <p:nvPr/>
        </p:nvSpPr>
        <p:spPr>
          <a:xfrm rot="5400000">
            <a:off x="9719280" y="3150360"/>
            <a:ext cx="1170000" cy="808200"/>
          </a:xfrm>
          <a:prstGeom prst="rightArrow">
            <a:avLst>
              <a:gd name="adj1" fmla="val 50000"/>
              <a:gd name="adj2" fmla="val 36187"/>
            </a:avLst>
          </a:prstGeom>
          <a:solidFill>
            <a:srgbClr val="ffb66c"/>
          </a:solidFill>
          <a:ln w="0">
            <a:solidFill>
              <a:srgbClr val="ff8000"/>
            </a:solidFill>
          </a:ln>
        </p:spPr>
        <p:style>
          <a:lnRef idx="0"/>
          <a:fillRef idx="0"/>
          <a:effectRef idx="0"/>
          <a:fontRef idx="minor"/>
        </p:style>
      </p:sp>
      <p:sp>
        <p:nvSpPr>
          <p:cNvPr id="188" name="ZoneTexte 312"/>
          <p:cNvSpPr/>
          <p:nvPr/>
        </p:nvSpPr>
        <p:spPr>
          <a:xfrm>
            <a:off x="8679960" y="3240000"/>
            <a:ext cx="3510000" cy="899640"/>
          </a:xfrm>
          <a:prstGeom prst="rect">
            <a:avLst/>
          </a:prstGeom>
          <a:noFill/>
          <a:ln w="0">
            <a:noFill/>
          </a:ln>
        </p:spPr>
        <p:style>
          <a:lnRef idx="0"/>
          <a:fillRef idx="0"/>
          <a:effectRef idx="0"/>
          <a:fontRef idx="minor"/>
        </p:style>
        <p:txBody>
          <a:bodyPr lIns="90000" rIns="90000" tIns="45000" bIns="45000" anchor="t">
            <a:noAutofit/>
          </a:bodyPr>
          <a:p>
            <a:pPr algn="ctr">
              <a:lnSpc>
                <a:spcPct val="100000"/>
              </a:lnSpc>
            </a:pPr>
            <a:r>
              <a:rPr b="0" lang="fr-FR" sz="1800" spc="-1" strike="noStrike">
                <a:solidFill>
                  <a:srgbClr val="000000"/>
                </a:solidFill>
                <a:latin typeface="Arial"/>
                <a:ea typeface="DejaVu Sans"/>
              </a:rPr>
              <a:t>Maintenance = </a:t>
            </a:r>
            <a:endParaRPr b="0" lang="fr-FR" sz="1800" spc="-1" strike="noStrike">
              <a:latin typeface="Arial"/>
            </a:endParaRPr>
          </a:p>
          <a:p>
            <a:pPr algn="ctr">
              <a:lnSpc>
                <a:spcPct val="100000"/>
              </a:lnSpc>
            </a:pPr>
            <a:r>
              <a:rPr b="0" lang="fr-FR" sz="1800" spc="-1" strike="noStrike">
                <a:solidFill>
                  <a:srgbClr val="000000"/>
                </a:solidFill>
                <a:latin typeface="Arial"/>
                <a:ea typeface="DejaVu Sans"/>
              </a:rPr>
              <a:t>15 % du coût de développement</a:t>
            </a:r>
            <a:endParaRPr b="0" lang="fr-FR" sz="1800" spc="-1" strike="noStrike">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9" name="PlaceHolder 1"/>
          <p:cNvSpPr>
            <a:spLocks noGrp="1"/>
          </p:cNvSpPr>
          <p:nvPr>
            <p:ph type="title"/>
          </p:nvPr>
        </p:nvSpPr>
        <p:spPr>
          <a:xfrm>
            <a:off x="609480" y="189360"/>
            <a:ext cx="10970640" cy="798120"/>
          </a:xfrm>
          <a:prstGeom prst="rect">
            <a:avLst/>
          </a:prstGeom>
          <a:noFill/>
          <a:ln w="0">
            <a:noFill/>
          </a:ln>
        </p:spPr>
        <p:txBody>
          <a:bodyPr lIns="99720" rIns="99720" tIns="49680" bIns="49680" anchor="ctr">
            <a:noAutofit/>
          </a:bodyPr>
          <a:p>
            <a:pPr indent="0">
              <a:lnSpc>
                <a:spcPct val="100000"/>
              </a:lnSpc>
              <a:buNone/>
              <a:tabLst>
                <a:tab algn="l" pos="0"/>
              </a:tabLst>
            </a:pPr>
            <a:r>
              <a:rPr b="1" lang="en-US" sz="4000" spc="-1" strike="noStrike">
                <a:solidFill>
                  <a:srgbClr val="ffffff"/>
                </a:solidFill>
                <a:latin typeface="Calibri"/>
                <a:ea typeface="맑은 고딕"/>
              </a:rPr>
              <a:t>Infastructure technique – Cloud AZURE</a:t>
            </a:r>
            <a:endParaRPr b="0" lang="fr-FR" sz="4000" spc="-1" strike="noStrike">
              <a:solidFill>
                <a:srgbClr val="000000"/>
              </a:solidFill>
              <a:latin typeface="Arial"/>
            </a:endParaRPr>
          </a:p>
        </p:txBody>
      </p:sp>
      <p:sp>
        <p:nvSpPr>
          <p:cNvPr id="190" name="PlaceHolder 2"/>
          <p:cNvSpPr>
            <a:spLocks noGrp="1"/>
          </p:cNvSpPr>
          <p:nvPr>
            <p:ph/>
          </p:nvPr>
        </p:nvSpPr>
        <p:spPr>
          <a:xfrm>
            <a:off x="189000" y="1440000"/>
            <a:ext cx="6290640" cy="5219640"/>
          </a:xfrm>
          <a:prstGeom prst="rect">
            <a:avLst/>
          </a:prstGeom>
          <a:noFill/>
          <a:ln w="0">
            <a:noFill/>
          </a:ln>
        </p:spPr>
        <p:txBody>
          <a:bodyPr lIns="99720" rIns="99720" tIns="49680" bIns="49680" anchor="t">
            <a:noAutofit/>
          </a:bodyPr>
          <a:p>
            <a:pPr marL="228600" indent="0">
              <a:lnSpc>
                <a:spcPct val="90000"/>
              </a:lnSpc>
              <a:spcBef>
                <a:spcPts val="400"/>
              </a:spcBef>
              <a:buNone/>
              <a:tabLst>
                <a:tab algn="l" pos="0"/>
              </a:tabLst>
            </a:pPr>
            <a:r>
              <a:rPr b="1" lang="en-US" sz="2000" spc="-1" strike="noStrike" u="sng">
                <a:solidFill>
                  <a:srgbClr val="0d0d0d"/>
                </a:solidFill>
                <a:uFillTx/>
                <a:latin typeface="Calibri"/>
                <a:ea typeface="DejaVu Sans"/>
              </a:rPr>
              <a:t>Développement (3 mois) :</a:t>
            </a:r>
            <a:endParaRPr b="0" lang="fr-FR" sz="2000" spc="-1" strike="noStrike">
              <a:solidFill>
                <a:srgbClr val="000000"/>
              </a:solidFill>
              <a:latin typeface="Arial"/>
            </a:endParaRPr>
          </a:p>
          <a:p>
            <a:pPr marL="373320" indent="-373320">
              <a:lnSpc>
                <a:spcPct val="100000"/>
              </a:lnSpc>
              <a:spcBef>
                <a:spcPts val="400"/>
              </a:spcBef>
              <a:buClr>
                <a:srgbClr val="000000"/>
              </a:buClr>
              <a:buSzPct val="45000"/>
              <a:buFont typeface="Wingdings" charset="2"/>
              <a:buChar char=""/>
              <a:tabLst>
                <a:tab algn="l" pos="0"/>
              </a:tabLst>
            </a:pPr>
            <a:r>
              <a:rPr b="0" i="1" lang="en-US" sz="2000" spc="-1" strike="noStrike">
                <a:solidFill>
                  <a:srgbClr val="0d0d0d"/>
                </a:solidFill>
                <a:latin typeface="Calibri"/>
                <a:ea typeface="맑은 고딕"/>
              </a:rPr>
              <a:t>Azure Machine Learning</a:t>
            </a:r>
            <a:endParaRPr b="0" lang="fr-FR" sz="2000" spc="-1" strike="noStrike">
              <a:solidFill>
                <a:srgbClr val="000000"/>
              </a:solidFill>
              <a:latin typeface="Arial"/>
            </a:endParaRPr>
          </a:p>
          <a:p>
            <a:pPr marL="373320" indent="-373320">
              <a:lnSpc>
                <a:spcPct val="100000"/>
              </a:lnSpc>
              <a:spcBef>
                <a:spcPts val="400"/>
              </a:spcBef>
              <a:buClr>
                <a:srgbClr val="000000"/>
              </a:buClr>
              <a:buSzPct val="45000"/>
              <a:buFont typeface="Wingdings" charset="2"/>
              <a:buChar char=""/>
              <a:tabLst>
                <a:tab algn="l" pos="0"/>
              </a:tabLst>
            </a:pPr>
            <a:r>
              <a:rPr b="0" i="1" lang="en-US" sz="2000" spc="-1" strike="noStrike">
                <a:solidFill>
                  <a:srgbClr val="0d0d0d"/>
                </a:solidFill>
                <a:latin typeface="Calibri"/>
                <a:ea typeface="맑은 고딕"/>
              </a:rPr>
              <a:t>Azure Web App Service niveau B1</a:t>
            </a:r>
            <a:endParaRPr b="0" lang="fr-FR" sz="2000" spc="-1" strike="noStrike">
              <a:solidFill>
                <a:srgbClr val="000000"/>
              </a:solidFill>
              <a:latin typeface="Arial"/>
            </a:endParaRPr>
          </a:p>
          <a:p>
            <a:pPr marL="373320" indent="-373320">
              <a:lnSpc>
                <a:spcPct val="100000"/>
              </a:lnSpc>
              <a:spcBef>
                <a:spcPts val="400"/>
              </a:spcBef>
              <a:buClr>
                <a:srgbClr val="000000"/>
              </a:buClr>
              <a:buSzPct val="45000"/>
              <a:buFont typeface="Wingdings" charset="2"/>
              <a:buChar char=""/>
              <a:tabLst>
                <a:tab algn="l" pos="0"/>
              </a:tabLst>
            </a:pPr>
            <a:r>
              <a:rPr b="0" i="1" lang="en-US" sz="2000" spc="-1" strike="noStrike">
                <a:solidFill>
                  <a:srgbClr val="0d0d0d"/>
                </a:solidFill>
                <a:latin typeface="Calibri"/>
                <a:ea typeface="맑은 고딕"/>
              </a:rPr>
              <a:t>Azure Blob Storage 100 Go</a:t>
            </a:r>
            <a:endParaRPr b="0" lang="fr-FR" sz="2000" spc="-1" strike="noStrike">
              <a:solidFill>
                <a:srgbClr val="000000"/>
              </a:solidFill>
              <a:latin typeface="Arial"/>
            </a:endParaRPr>
          </a:p>
          <a:p>
            <a:pPr marL="373320" indent="-373320">
              <a:lnSpc>
                <a:spcPct val="100000"/>
              </a:lnSpc>
              <a:spcBef>
                <a:spcPts val="400"/>
              </a:spcBef>
              <a:buClr>
                <a:srgbClr val="000000"/>
              </a:buClr>
              <a:buSzPct val="45000"/>
              <a:buFont typeface="Wingdings" charset="2"/>
              <a:buChar char=""/>
              <a:tabLst>
                <a:tab algn="l" pos="0"/>
              </a:tabLst>
            </a:pPr>
            <a:r>
              <a:rPr b="0" i="1" lang="en-US" sz="2000" spc="-1" strike="noStrike">
                <a:solidFill>
                  <a:srgbClr val="0d0d0d"/>
                </a:solidFill>
                <a:latin typeface="Calibri"/>
                <a:ea typeface="맑은 고딕"/>
              </a:rPr>
              <a:t>Azure Cosmos DB</a:t>
            </a:r>
            <a:endParaRPr b="0" lang="fr-FR" sz="2000" spc="-1" strike="noStrike">
              <a:solidFill>
                <a:srgbClr val="000000"/>
              </a:solidFill>
              <a:latin typeface="Arial"/>
            </a:endParaRPr>
          </a:p>
          <a:p>
            <a:pPr marL="373320" indent="-373320">
              <a:lnSpc>
                <a:spcPct val="100000"/>
              </a:lnSpc>
              <a:spcBef>
                <a:spcPts val="400"/>
              </a:spcBef>
              <a:buClr>
                <a:srgbClr val="000000"/>
              </a:buClr>
              <a:buSzPct val="45000"/>
              <a:buFont typeface="Wingdings" charset="2"/>
              <a:buChar char=""/>
              <a:tabLst>
                <a:tab algn="l" pos="0"/>
              </a:tabLst>
            </a:pPr>
            <a:r>
              <a:rPr b="0" i="1" lang="en-US" sz="2000" spc="-1" strike="noStrike">
                <a:solidFill>
                  <a:srgbClr val="0d0d0d"/>
                </a:solidFill>
                <a:latin typeface="Calibri"/>
                <a:ea typeface="맑은 고딕"/>
              </a:rPr>
              <a:t>Azure Key Vault</a:t>
            </a:r>
            <a:endParaRPr b="0" lang="fr-FR" sz="2000" spc="-1" strike="noStrike">
              <a:solidFill>
                <a:srgbClr val="000000"/>
              </a:solidFill>
              <a:latin typeface="Arial"/>
            </a:endParaRPr>
          </a:p>
          <a:p>
            <a:pPr marL="373320" indent="-373320">
              <a:lnSpc>
                <a:spcPct val="100000"/>
              </a:lnSpc>
              <a:spcBef>
                <a:spcPts val="400"/>
              </a:spcBef>
              <a:buClr>
                <a:srgbClr val="000000"/>
              </a:buClr>
              <a:buSzPct val="45000"/>
              <a:buFont typeface="Wingdings" charset="2"/>
              <a:buChar char=""/>
              <a:tabLst>
                <a:tab algn="l" pos="0"/>
              </a:tabLst>
            </a:pPr>
            <a:r>
              <a:rPr b="0" i="1" lang="en-US" sz="2000" spc="-1" strike="noStrike">
                <a:solidFill>
                  <a:srgbClr val="0d0d0d"/>
                </a:solidFill>
                <a:latin typeface="Calibri"/>
                <a:ea typeface="맑은 고딕"/>
              </a:rPr>
              <a:t>Azure DevOps</a:t>
            </a:r>
            <a:endParaRPr b="0" lang="fr-FR" sz="2000" spc="-1" strike="noStrike">
              <a:solidFill>
                <a:srgbClr val="000000"/>
              </a:solidFill>
              <a:latin typeface="Arial"/>
            </a:endParaRPr>
          </a:p>
          <a:p>
            <a:pPr marL="373320" indent="0">
              <a:lnSpc>
                <a:spcPct val="100000"/>
              </a:lnSpc>
              <a:spcBef>
                <a:spcPts val="400"/>
              </a:spcBef>
              <a:buNone/>
              <a:tabLst>
                <a:tab algn="l" pos="0"/>
              </a:tabLst>
            </a:pPr>
            <a:endParaRPr b="0" lang="fr-FR" sz="2000" spc="-1" strike="noStrike">
              <a:solidFill>
                <a:srgbClr val="000000"/>
              </a:solidFill>
              <a:latin typeface="Arial"/>
            </a:endParaRPr>
          </a:p>
          <a:p>
            <a:pPr marL="228600" indent="0">
              <a:lnSpc>
                <a:spcPct val="90000"/>
              </a:lnSpc>
              <a:spcBef>
                <a:spcPts val="400"/>
              </a:spcBef>
              <a:buNone/>
              <a:tabLst>
                <a:tab algn="l" pos="0"/>
              </a:tabLst>
            </a:pPr>
            <a:r>
              <a:rPr b="1" lang="en-US" sz="2000" spc="-1" strike="noStrike" u="sng">
                <a:solidFill>
                  <a:srgbClr val="0d0d0d"/>
                </a:solidFill>
                <a:uFillTx/>
                <a:latin typeface="Calibri"/>
                <a:ea typeface="DejaVu Sans"/>
              </a:rPr>
              <a:t>Production :</a:t>
            </a:r>
            <a:endParaRPr b="0" lang="fr-FR" sz="2000" spc="-1" strike="noStrike">
              <a:solidFill>
                <a:srgbClr val="000000"/>
              </a:solidFill>
              <a:latin typeface="Arial"/>
            </a:endParaRPr>
          </a:p>
          <a:p>
            <a:pPr marL="373320" indent="-373320">
              <a:lnSpc>
                <a:spcPct val="100000"/>
              </a:lnSpc>
              <a:spcBef>
                <a:spcPts val="400"/>
              </a:spcBef>
              <a:buClr>
                <a:srgbClr val="000000"/>
              </a:buClr>
              <a:buSzPct val="45000"/>
              <a:buFont typeface="Wingdings" charset="2"/>
              <a:buChar char=""/>
              <a:tabLst>
                <a:tab algn="l" pos="0"/>
              </a:tabLst>
            </a:pPr>
            <a:r>
              <a:rPr b="0" i="1" lang="en-US" sz="2000" spc="-1" strike="noStrike">
                <a:solidFill>
                  <a:srgbClr val="0d0d0d"/>
                </a:solidFill>
                <a:latin typeface="Calibri"/>
                <a:ea typeface="맑은 고딕"/>
              </a:rPr>
              <a:t>Azure Web App Service niveau S1</a:t>
            </a:r>
            <a:endParaRPr b="0" lang="fr-FR" sz="2000" spc="-1" strike="noStrike">
              <a:solidFill>
                <a:srgbClr val="000000"/>
              </a:solidFill>
              <a:latin typeface="Arial"/>
            </a:endParaRPr>
          </a:p>
          <a:p>
            <a:pPr marL="373320" indent="-373320">
              <a:lnSpc>
                <a:spcPct val="100000"/>
              </a:lnSpc>
              <a:spcBef>
                <a:spcPts val="400"/>
              </a:spcBef>
              <a:buClr>
                <a:srgbClr val="000000"/>
              </a:buClr>
              <a:buSzPct val="45000"/>
              <a:buFont typeface="Wingdings" charset="2"/>
              <a:buChar char=""/>
              <a:tabLst>
                <a:tab algn="l" pos="0"/>
              </a:tabLst>
            </a:pPr>
            <a:r>
              <a:rPr b="0" i="1" lang="en-US" sz="2000" spc="-1" strike="noStrike">
                <a:solidFill>
                  <a:srgbClr val="0d0d0d"/>
                </a:solidFill>
                <a:latin typeface="Calibri"/>
                <a:ea typeface="맑은 고딕"/>
              </a:rPr>
              <a:t>Azure Blob Storage 200 Go</a:t>
            </a:r>
            <a:endParaRPr b="0" lang="fr-FR" sz="2000" spc="-1" strike="noStrike">
              <a:solidFill>
                <a:srgbClr val="000000"/>
              </a:solidFill>
              <a:latin typeface="Arial"/>
            </a:endParaRPr>
          </a:p>
          <a:p>
            <a:pPr marL="373320" indent="-373320">
              <a:lnSpc>
                <a:spcPct val="100000"/>
              </a:lnSpc>
              <a:spcBef>
                <a:spcPts val="400"/>
              </a:spcBef>
              <a:buClr>
                <a:srgbClr val="000000"/>
              </a:buClr>
              <a:buSzPct val="45000"/>
              <a:buFont typeface="Wingdings" charset="2"/>
              <a:buChar char=""/>
              <a:tabLst>
                <a:tab algn="l" pos="0"/>
              </a:tabLst>
            </a:pPr>
            <a:r>
              <a:rPr b="0" i="1" lang="en-US" sz="2000" spc="-1" strike="noStrike">
                <a:solidFill>
                  <a:srgbClr val="0d0d0d"/>
                </a:solidFill>
                <a:latin typeface="Calibri"/>
                <a:ea typeface="맑은 고딕"/>
              </a:rPr>
              <a:t>Azure Cosmos DB avec mise à l’échelle automatique</a:t>
            </a:r>
            <a:endParaRPr b="0" lang="fr-FR" sz="2000" spc="-1" strike="noStrike">
              <a:solidFill>
                <a:srgbClr val="000000"/>
              </a:solidFill>
              <a:latin typeface="Arial"/>
            </a:endParaRPr>
          </a:p>
          <a:p>
            <a:pPr marL="373320" indent="-373320">
              <a:lnSpc>
                <a:spcPct val="100000"/>
              </a:lnSpc>
              <a:spcBef>
                <a:spcPts val="400"/>
              </a:spcBef>
              <a:buClr>
                <a:srgbClr val="000000"/>
              </a:buClr>
              <a:buSzPct val="45000"/>
              <a:buFont typeface="Wingdings" charset="2"/>
              <a:buChar char=""/>
              <a:tabLst>
                <a:tab algn="l" pos="0"/>
              </a:tabLst>
            </a:pPr>
            <a:r>
              <a:rPr b="0" i="1" lang="en-US" sz="2000" spc="-1" strike="noStrike">
                <a:solidFill>
                  <a:srgbClr val="0d0d0d"/>
                </a:solidFill>
                <a:latin typeface="Calibri"/>
                <a:ea typeface="맑은 고딕"/>
              </a:rPr>
              <a:t>Azure Key Vault</a:t>
            </a:r>
            <a:endParaRPr b="0" lang="fr-FR" sz="2000" spc="-1" strike="noStrike">
              <a:solidFill>
                <a:srgbClr val="000000"/>
              </a:solidFill>
              <a:latin typeface="Arial"/>
            </a:endParaRPr>
          </a:p>
          <a:p>
            <a:pPr marL="373320" indent="-373320">
              <a:lnSpc>
                <a:spcPct val="100000"/>
              </a:lnSpc>
              <a:spcBef>
                <a:spcPts val="400"/>
              </a:spcBef>
              <a:buClr>
                <a:srgbClr val="000000"/>
              </a:buClr>
              <a:buSzPct val="45000"/>
              <a:buFont typeface="Wingdings" charset="2"/>
              <a:buChar char=""/>
              <a:tabLst>
                <a:tab algn="l" pos="0"/>
              </a:tabLst>
            </a:pPr>
            <a:r>
              <a:rPr b="0" i="1" lang="en-US" sz="2000" spc="-1" strike="noStrike">
                <a:solidFill>
                  <a:srgbClr val="0d0d0d"/>
                </a:solidFill>
                <a:latin typeface="Calibri"/>
                <a:ea typeface="맑은 고딕"/>
              </a:rPr>
              <a:t>Azure Monitor</a:t>
            </a:r>
            <a:endParaRPr b="0" lang="fr-FR" sz="2000" spc="-1" strike="noStrike">
              <a:solidFill>
                <a:srgbClr val="000000"/>
              </a:solidFill>
              <a:latin typeface="Arial"/>
            </a:endParaRPr>
          </a:p>
          <a:p>
            <a:pPr marL="373320" indent="0">
              <a:lnSpc>
                <a:spcPct val="100000"/>
              </a:lnSpc>
              <a:spcBef>
                <a:spcPts val="400"/>
              </a:spcBef>
              <a:buNone/>
              <a:tabLst>
                <a:tab algn="l" pos="0"/>
              </a:tabLst>
            </a:pPr>
            <a:endParaRPr b="0" lang="fr-FR" sz="2000" spc="-1" strike="noStrike">
              <a:solidFill>
                <a:srgbClr val="000000"/>
              </a:solidFill>
              <a:latin typeface="Arial"/>
            </a:endParaRPr>
          </a:p>
        </p:txBody>
      </p:sp>
      <p:sp>
        <p:nvSpPr>
          <p:cNvPr id="191" name="Forme libre : forme 315"/>
          <p:cNvSpPr/>
          <p:nvPr/>
        </p:nvSpPr>
        <p:spPr>
          <a:xfrm>
            <a:off x="6300000" y="1620000"/>
            <a:ext cx="539640" cy="2339640"/>
          </a:xfrm>
          <a:custGeom>
            <a:avLst/>
            <a:gdLst>
              <a:gd name="textAreaLeft" fmla="*/ 0 w 539640"/>
              <a:gd name="textAreaRight" fmla="*/ 195120 w 539640"/>
              <a:gd name="textAreaTop" fmla="*/ 60840 h 2339640"/>
              <a:gd name="textAreaBottom" fmla="*/ 2279160 h 2339640"/>
            </a:gdLst>
            <a:ahLst/>
            <a:rect l="textAreaLeft" t="textAreaTop" r="textAreaRight" b="textAreaBottom"/>
            <a:pathLst>
              <a:path w="21600" h="21600">
                <a:moveTo>
                  <a:pt x="0" y="0"/>
                </a:moveTo>
                <a:cubicBezTo>
                  <a:pt x="5400" y="0"/>
                  <a:pt x="10800" y="900"/>
                  <a:pt x="10800" y="1800"/>
                </a:cubicBezTo>
                <a:lnTo>
                  <a:pt x="10800" y="9000"/>
                </a:lnTo>
                <a:cubicBezTo>
                  <a:pt x="10800" y="9900"/>
                  <a:pt x="16200" y="10800"/>
                  <a:pt x="21600" y="10800"/>
                </a:cubicBezTo>
                <a:cubicBezTo>
                  <a:pt x="16200" y="10800"/>
                  <a:pt x="10800" y="11700"/>
                  <a:pt x="10800" y="12600"/>
                </a:cubicBezTo>
                <a:lnTo>
                  <a:pt x="10800" y="19800"/>
                </a:lnTo>
                <a:cubicBezTo>
                  <a:pt x="10800" y="20700"/>
                  <a:pt x="5400" y="21600"/>
                  <a:pt x="0" y="21600"/>
                </a:cubicBezTo>
              </a:path>
            </a:pathLst>
          </a:custGeom>
          <a:noFill/>
          <a:ln w="0">
            <a:solidFill>
              <a:srgbClr val="ff8000"/>
            </a:solidFill>
          </a:ln>
        </p:spPr>
        <p:style>
          <a:lnRef idx="0"/>
          <a:fillRef idx="0"/>
          <a:effectRef idx="0"/>
          <a:fontRef idx="minor"/>
        </p:style>
      </p:sp>
      <p:sp>
        <p:nvSpPr>
          <p:cNvPr id="192" name="ZoneTexte 316"/>
          <p:cNvSpPr/>
          <p:nvPr/>
        </p:nvSpPr>
        <p:spPr>
          <a:xfrm>
            <a:off x="7020000" y="2196000"/>
            <a:ext cx="3419640" cy="1187640"/>
          </a:xfrm>
          <a:prstGeom prst="rect">
            <a:avLst/>
          </a:prstGeom>
          <a:solidFill>
            <a:srgbClr val="ffffff"/>
          </a:solidFill>
          <a:ln w="0">
            <a:noFill/>
          </a:ln>
        </p:spPr>
        <p:style>
          <a:lnRef idx="0"/>
          <a:fillRef idx="0"/>
          <a:effectRef idx="0"/>
          <a:fontRef idx="minor"/>
        </p:style>
        <p:txBody>
          <a:bodyPr lIns="90000" rIns="90000" tIns="45000" bIns="45000" anchor="ctr">
            <a:noAutofit/>
          </a:bodyPr>
          <a:p>
            <a:pPr>
              <a:lnSpc>
                <a:spcPct val="100000"/>
              </a:lnSpc>
            </a:pPr>
            <a:r>
              <a:rPr b="0" lang="fr-FR" sz="1800" spc="-1" strike="noStrike">
                <a:solidFill>
                  <a:srgbClr val="000000"/>
                </a:solidFill>
                <a:latin typeface="Arial"/>
                <a:ea typeface="DejaVu Sans"/>
              </a:rPr>
              <a:t>Estimation : 202,32 € / mois</a:t>
            </a:r>
            <a:endParaRPr b="0" lang="fr-FR" sz="1800" spc="-1" strike="noStrike">
              <a:latin typeface="Arial"/>
            </a:endParaRPr>
          </a:p>
        </p:txBody>
      </p:sp>
      <p:sp>
        <p:nvSpPr>
          <p:cNvPr id="193" name="Forme libre : forme 317"/>
          <p:cNvSpPr/>
          <p:nvPr/>
        </p:nvSpPr>
        <p:spPr>
          <a:xfrm>
            <a:off x="6300000" y="4320000"/>
            <a:ext cx="539640" cy="2159640"/>
          </a:xfrm>
          <a:custGeom>
            <a:avLst/>
            <a:gdLst>
              <a:gd name="textAreaLeft" fmla="*/ 0 w 539640"/>
              <a:gd name="textAreaRight" fmla="*/ 195120 w 539640"/>
              <a:gd name="textAreaTop" fmla="*/ 56160 h 2159640"/>
              <a:gd name="textAreaBottom" fmla="*/ 2103840 h 2159640"/>
            </a:gdLst>
            <a:ahLst/>
            <a:rect l="textAreaLeft" t="textAreaTop" r="textAreaRight" b="textAreaBottom"/>
            <a:pathLst>
              <a:path w="21600" h="21600">
                <a:moveTo>
                  <a:pt x="0" y="0"/>
                </a:moveTo>
                <a:cubicBezTo>
                  <a:pt x="5400" y="0"/>
                  <a:pt x="10800" y="900"/>
                  <a:pt x="10800" y="1800"/>
                </a:cubicBezTo>
                <a:lnTo>
                  <a:pt x="10800" y="9000"/>
                </a:lnTo>
                <a:cubicBezTo>
                  <a:pt x="10800" y="9900"/>
                  <a:pt x="16200" y="10800"/>
                  <a:pt x="21600" y="10800"/>
                </a:cubicBezTo>
                <a:cubicBezTo>
                  <a:pt x="16200" y="10800"/>
                  <a:pt x="10800" y="11700"/>
                  <a:pt x="10800" y="12600"/>
                </a:cubicBezTo>
                <a:lnTo>
                  <a:pt x="10800" y="19800"/>
                </a:lnTo>
                <a:cubicBezTo>
                  <a:pt x="10800" y="20700"/>
                  <a:pt x="5400" y="21600"/>
                  <a:pt x="0" y="21600"/>
                </a:cubicBezTo>
              </a:path>
            </a:pathLst>
          </a:custGeom>
          <a:noFill/>
          <a:ln w="0">
            <a:solidFill>
              <a:srgbClr val="ff8000"/>
            </a:solidFill>
          </a:ln>
        </p:spPr>
        <p:style>
          <a:lnRef idx="0"/>
          <a:fillRef idx="0"/>
          <a:effectRef idx="0"/>
          <a:fontRef idx="minor"/>
        </p:style>
      </p:sp>
      <p:sp>
        <p:nvSpPr>
          <p:cNvPr id="194" name="ZoneTexte 318"/>
          <p:cNvSpPr/>
          <p:nvPr/>
        </p:nvSpPr>
        <p:spPr>
          <a:xfrm>
            <a:off x="7020000" y="4788000"/>
            <a:ext cx="4319640" cy="1187640"/>
          </a:xfrm>
          <a:prstGeom prst="rect">
            <a:avLst/>
          </a:prstGeom>
          <a:solidFill>
            <a:srgbClr val="ffffff"/>
          </a:solidFill>
          <a:ln w="0">
            <a:noFill/>
          </a:ln>
        </p:spPr>
        <p:style>
          <a:lnRef idx="0"/>
          <a:fillRef idx="0"/>
          <a:effectRef idx="0"/>
          <a:fontRef idx="minor"/>
        </p:style>
        <p:txBody>
          <a:bodyPr lIns="90000" rIns="90000" tIns="45000" bIns="45000" anchor="ctr">
            <a:noAutofit/>
          </a:bodyPr>
          <a:p>
            <a:pPr>
              <a:lnSpc>
                <a:spcPct val="100000"/>
              </a:lnSpc>
            </a:pPr>
            <a:r>
              <a:rPr b="0" lang="fr-FR" sz="1800" spc="-1" strike="noStrike">
                <a:solidFill>
                  <a:srgbClr val="000000"/>
                </a:solidFill>
                <a:latin typeface="Arial"/>
                <a:ea typeface="Microsoft YaHei"/>
              </a:rPr>
              <a:t>Estimati</a:t>
            </a:r>
            <a:r>
              <a:rPr b="0" lang="fr-FR" sz="1800" spc="-1" strike="noStrike">
                <a:solidFill>
                  <a:srgbClr val="000000"/>
                </a:solidFill>
                <a:latin typeface="Arial"/>
                <a:ea typeface="DejaVu Sans"/>
              </a:rPr>
              <a:t>on : 2396,81 € / trimestre</a:t>
            </a:r>
            <a:endParaRPr b="0" lang="fr-FR" sz="1800" spc="-1" strike="noStrike">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5" name="PlaceHolder 1"/>
          <p:cNvSpPr>
            <a:spLocks noGrp="1"/>
          </p:cNvSpPr>
          <p:nvPr>
            <p:ph type="title"/>
          </p:nvPr>
        </p:nvSpPr>
        <p:spPr>
          <a:xfrm>
            <a:off x="609480" y="189360"/>
            <a:ext cx="10970640" cy="798120"/>
          </a:xfrm>
          <a:prstGeom prst="rect">
            <a:avLst/>
          </a:prstGeom>
          <a:noFill/>
          <a:ln w="0">
            <a:noFill/>
          </a:ln>
        </p:spPr>
        <p:txBody>
          <a:bodyPr lIns="99720" rIns="99720" tIns="49680" bIns="49680" anchor="ctr">
            <a:noAutofit/>
          </a:bodyPr>
          <a:p>
            <a:pPr indent="0">
              <a:lnSpc>
                <a:spcPct val="100000"/>
              </a:lnSpc>
              <a:buNone/>
              <a:tabLst>
                <a:tab algn="l" pos="0"/>
              </a:tabLst>
            </a:pPr>
            <a:r>
              <a:rPr b="1" lang="en-US" sz="4000" spc="-1" strike="noStrike">
                <a:solidFill>
                  <a:srgbClr val="ffffff"/>
                </a:solidFill>
                <a:latin typeface="Calibri"/>
                <a:ea typeface="맑은 고딕"/>
              </a:rPr>
              <a:t>Méthode Agile</a:t>
            </a:r>
            <a:endParaRPr b="0" lang="fr-FR" sz="4000" spc="-1" strike="noStrike">
              <a:solidFill>
                <a:srgbClr val="000000"/>
              </a:solidFill>
              <a:latin typeface="Arial"/>
            </a:endParaRPr>
          </a:p>
        </p:txBody>
      </p:sp>
      <p:pic>
        <p:nvPicPr>
          <p:cNvPr id="196" name="Image 320" descr=""/>
          <p:cNvPicPr/>
          <p:nvPr/>
        </p:nvPicPr>
        <p:blipFill>
          <a:blip r:embed="rId1"/>
          <a:stretch/>
        </p:blipFill>
        <p:spPr>
          <a:xfrm>
            <a:off x="2131920" y="1368000"/>
            <a:ext cx="7659720" cy="5419080"/>
          </a:xfrm>
          <a:prstGeom prst="rect">
            <a:avLst/>
          </a:prstGeom>
          <a:ln w="0">
            <a:noFill/>
          </a:ln>
        </p:spPr>
      </p:pic>
      <p:sp>
        <p:nvSpPr>
          <p:cNvPr id="197" name="Rectangle 321"/>
          <p:cNvSpPr/>
          <p:nvPr/>
        </p:nvSpPr>
        <p:spPr>
          <a:xfrm>
            <a:off x="9720000" y="1368000"/>
            <a:ext cx="2469960" cy="2411640"/>
          </a:xfrm>
          <a:prstGeom prst="rect">
            <a:avLst/>
          </a:prstGeom>
          <a:solidFill>
            <a:srgbClr val="ffffff"/>
          </a:solidFill>
          <a:ln w="0">
            <a:solidFill>
              <a:srgbClr val="ffffff"/>
            </a:solidFill>
          </a:ln>
        </p:spPr>
        <p:style>
          <a:lnRef idx="0"/>
          <a:fillRef idx="0"/>
          <a:effectRef idx="0"/>
          <a:fontRef idx="minor"/>
        </p:style>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8" name="PlaceHolder 1"/>
          <p:cNvSpPr>
            <a:spLocks noGrp="1"/>
          </p:cNvSpPr>
          <p:nvPr>
            <p:ph type="title"/>
          </p:nvPr>
        </p:nvSpPr>
        <p:spPr>
          <a:xfrm>
            <a:off x="609480" y="189360"/>
            <a:ext cx="10970640" cy="798120"/>
          </a:xfrm>
          <a:prstGeom prst="rect">
            <a:avLst/>
          </a:prstGeom>
          <a:noFill/>
          <a:ln w="0">
            <a:noFill/>
          </a:ln>
        </p:spPr>
        <p:txBody>
          <a:bodyPr lIns="99720" rIns="99720" tIns="49680" bIns="49680" anchor="ctr">
            <a:noAutofit/>
          </a:bodyPr>
          <a:p>
            <a:pPr indent="0">
              <a:lnSpc>
                <a:spcPct val="100000"/>
              </a:lnSpc>
              <a:buNone/>
              <a:tabLst>
                <a:tab algn="l" pos="0"/>
              </a:tabLst>
            </a:pPr>
            <a:r>
              <a:rPr b="1" lang="en-US" sz="4000" spc="-1" strike="noStrike">
                <a:solidFill>
                  <a:srgbClr val="ffffff"/>
                </a:solidFill>
                <a:latin typeface="Calibri"/>
                <a:ea typeface="맑은 고딕"/>
              </a:rPr>
              <a:t>Méthode Agile SCRUM</a:t>
            </a:r>
            <a:endParaRPr b="0" lang="fr-FR" sz="4000" spc="-1" strike="noStrike">
              <a:solidFill>
                <a:srgbClr val="000000"/>
              </a:solidFill>
              <a:latin typeface="Arial"/>
            </a:endParaRPr>
          </a:p>
        </p:txBody>
      </p:sp>
      <p:sp>
        <p:nvSpPr>
          <p:cNvPr id="199" name="PlaceHolder 2"/>
          <p:cNvSpPr>
            <a:spLocks noGrp="1"/>
          </p:cNvSpPr>
          <p:nvPr>
            <p:ph/>
          </p:nvPr>
        </p:nvSpPr>
        <p:spPr>
          <a:xfrm>
            <a:off x="180000" y="1296000"/>
            <a:ext cx="10970640" cy="4823640"/>
          </a:xfrm>
          <a:prstGeom prst="rect">
            <a:avLst/>
          </a:prstGeom>
          <a:noFill/>
          <a:ln w="0">
            <a:noFill/>
          </a:ln>
        </p:spPr>
        <p:txBody>
          <a:bodyPr lIns="99720" rIns="99720" tIns="49680" bIns="49680" anchor="t">
            <a:noAutofit/>
          </a:bodyPr>
          <a:p>
            <a:pPr marL="373320" indent="-373320">
              <a:lnSpc>
                <a:spcPct val="100000"/>
              </a:lnSpc>
              <a:spcBef>
                <a:spcPts val="400"/>
              </a:spcBef>
              <a:buClr>
                <a:srgbClr val="000000"/>
              </a:buClr>
              <a:buSzPct val="45000"/>
              <a:buFont typeface="Wingdings" charset="2"/>
              <a:buChar char=""/>
              <a:tabLst>
                <a:tab algn="l" pos="0"/>
              </a:tabLst>
            </a:pPr>
            <a:r>
              <a:rPr b="0" lang="en-US" sz="2000" spc="-1" strike="noStrike">
                <a:solidFill>
                  <a:srgbClr val="0d0d0d"/>
                </a:solidFill>
                <a:latin typeface="Calibri"/>
                <a:ea typeface="맑은 고딕"/>
              </a:rPr>
              <a:t>Travail par sprints de 2 semaines (6 au total → 3 mois de développement)</a:t>
            </a:r>
            <a:endParaRPr b="0" lang="fr-FR" sz="2000" spc="-1" strike="noStrike">
              <a:solidFill>
                <a:srgbClr val="000000"/>
              </a:solidFill>
              <a:latin typeface="Arial"/>
            </a:endParaRPr>
          </a:p>
          <a:p>
            <a:pPr marL="373320" indent="-373320">
              <a:lnSpc>
                <a:spcPct val="100000"/>
              </a:lnSpc>
              <a:spcBef>
                <a:spcPts val="400"/>
              </a:spcBef>
              <a:buClr>
                <a:srgbClr val="000000"/>
              </a:buClr>
              <a:buSzPct val="45000"/>
              <a:buFont typeface="Wingdings" charset="2"/>
              <a:buChar char=""/>
              <a:tabLst>
                <a:tab algn="l" pos="0"/>
              </a:tabLst>
            </a:pPr>
            <a:r>
              <a:rPr b="0" lang="en-US" sz="2000" spc="-1" strike="noStrike">
                <a:solidFill>
                  <a:srgbClr val="0d0d0d"/>
                </a:solidFill>
                <a:latin typeface="Calibri"/>
                <a:ea typeface="맑은 고딕"/>
              </a:rPr>
              <a:t>Backlog priorisé en continu (méthode MoSCoW)</a:t>
            </a:r>
            <a:endParaRPr b="0" lang="fr-FR" sz="2000" spc="-1" strike="noStrike">
              <a:solidFill>
                <a:srgbClr val="000000"/>
              </a:solidFill>
              <a:latin typeface="Arial"/>
            </a:endParaRPr>
          </a:p>
          <a:p>
            <a:pPr marL="373320" indent="-373320">
              <a:lnSpc>
                <a:spcPct val="100000"/>
              </a:lnSpc>
              <a:spcBef>
                <a:spcPts val="400"/>
              </a:spcBef>
              <a:buClr>
                <a:srgbClr val="000000"/>
              </a:buClr>
              <a:buSzPct val="45000"/>
              <a:buFont typeface="Wingdings" charset="2"/>
              <a:buChar char=""/>
              <a:tabLst>
                <a:tab algn="l" pos="0"/>
              </a:tabLst>
            </a:pPr>
            <a:r>
              <a:rPr b="0" lang="en-US" sz="2000" spc="-1" strike="noStrike">
                <a:solidFill>
                  <a:srgbClr val="0d0d0d"/>
                </a:solidFill>
                <a:latin typeface="Calibri"/>
                <a:ea typeface="맑은 고딕"/>
              </a:rPr>
              <a:t>Livraison incrémentale</a:t>
            </a:r>
            <a:endParaRPr b="0" lang="fr-FR" sz="2000" spc="-1" strike="noStrike">
              <a:solidFill>
                <a:srgbClr val="000000"/>
              </a:solidFill>
              <a:latin typeface="Arial"/>
            </a:endParaRPr>
          </a:p>
          <a:p>
            <a:pPr marL="373320" indent="-373320">
              <a:lnSpc>
                <a:spcPct val="100000"/>
              </a:lnSpc>
              <a:spcBef>
                <a:spcPts val="400"/>
              </a:spcBef>
              <a:buClr>
                <a:srgbClr val="000000"/>
              </a:buClr>
              <a:buSzPct val="45000"/>
              <a:buFont typeface="Wingdings" charset="2"/>
              <a:buChar char=""/>
              <a:tabLst>
                <a:tab algn="l" pos="0"/>
              </a:tabLst>
            </a:pPr>
            <a:r>
              <a:rPr b="0" lang="en-US" sz="2000" spc="-1" strike="noStrike">
                <a:solidFill>
                  <a:srgbClr val="0d0d0d"/>
                </a:solidFill>
                <a:latin typeface="Calibri"/>
                <a:ea typeface="맑은 고딕"/>
              </a:rPr>
              <a:t>Feedback utilisateur régulier</a:t>
            </a:r>
            <a:endParaRPr b="0" lang="fr-FR" sz="2000" spc="-1" strike="noStrike">
              <a:solidFill>
                <a:srgbClr val="000000"/>
              </a:solidFill>
              <a:latin typeface="Arial"/>
            </a:endParaRPr>
          </a:p>
          <a:p>
            <a:pPr marL="373320" indent="0">
              <a:lnSpc>
                <a:spcPct val="100000"/>
              </a:lnSpc>
              <a:spcBef>
                <a:spcPts val="400"/>
              </a:spcBef>
              <a:buNone/>
              <a:tabLst>
                <a:tab algn="l" pos="0"/>
              </a:tabLst>
            </a:pPr>
            <a:endParaRPr b="0" lang="fr-FR" sz="2000" spc="-1" strike="noStrike">
              <a:solidFill>
                <a:srgbClr val="000000"/>
              </a:solidFill>
              <a:latin typeface="Arial"/>
            </a:endParaRPr>
          </a:p>
          <a:p>
            <a:pPr marL="373320" indent="0">
              <a:lnSpc>
                <a:spcPct val="100000"/>
              </a:lnSpc>
              <a:spcBef>
                <a:spcPts val="400"/>
              </a:spcBef>
              <a:buNone/>
              <a:tabLst>
                <a:tab algn="l" pos="0"/>
              </a:tabLst>
            </a:pPr>
            <a:r>
              <a:rPr b="1" lang="en-US" sz="2000" spc="-1" strike="noStrike" u="sng">
                <a:solidFill>
                  <a:srgbClr val="0d0d0d"/>
                </a:solidFill>
                <a:uFillTx/>
                <a:latin typeface="Calibri"/>
                <a:ea typeface="맑은 고딕"/>
              </a:rPr>
              <a:t>Avantages</a:t>
            </a:r>
            <a:r>
              <a:rPr b="0" lang="en-US" sz="2000" spc="-1" strike="noStrike">
                <a:solidFill>
                  <a:srgbClr val="0d0d0d"/>
                </a:solidFill>
                <a:latin typeface="Calibri"/>
                <a:ea typeface="맑은 고딕"/>
              </a:rPr>
              <a:t> :</a:t>
            </a:r>
            <a:endParaRPr b="0" lang="fr-FR" sz="2000" spc="-1" strike="noStrike">
              <a:solidFill>
                <a:srgbClr val="000000"/>
              </a:solidFill>
              <a:latin typeface="Arial"/>
            </a:endParaRPr>
          </a:p>
          <a:p>
            <a:pPr marL="373320" indent="-373320">
              <a:lnSpc>
                <a:spcPct val="100000"/>
              </a:lnSpc>
              <a:spcBef>
                <a:spcPts val="400"/>
              </a:spcBef>
              <a:buClr>
                <a:srgbClr val="000000"/>
              </a:buClr>
              <a:buSzPct val="45000"/>
              <a:buFont typeface="Wingdings" charset="2"/>
              <a:buChar char=""/>
              <a:tabLst>
                <a:tab algn="l" pos="0"/>
              </a:tabLst>
            </a:pPr>
            <a:r>
              <a:rPr b="0" lang="en-US" sz="2000" spc="-1" strike="noStrike">
                <a:solidFill>
                  <a:srgbClr val="0d0d0d"/>
                </a:solidFill>
                <a:latin typeface="Calibri"/>
                <a:ea typeface="맑은 고딕"/>
              </a:rPr>
              <a:t>Réduction des risques</a:t>
            </a:r>
            <a:endParaRPr b="0" lang="fr-FR" sz="2000" spc="-1" strike="noStrike">
              <a:solidFill>
                <a:srgbClr val="000000"/>
              </a:solidFill>
              <a:latin typeface="Arial"/>
            </a:endParaRPr>
          </a:p>
          <a:p>
            <a:pPr marL="373320" indent="-373320">
              <a:lnSpc>
                <a:spcPct val="100000"/>
              </a:lnSpc>
              <a:spcBef>
                <a:spcPts val="400"/>
              </a:spcBef>
              <a:buClr>
                <a:srgbClr val="000000"/>
              </a:buClr>
              <a:buSzPct val="45000"/>
              <a:buFont typeface="Wingdings" charset="2"/>
              <a:buChar char=""/>
              <a:tabLst>
                <a:tab algn="l" pos="0"/>
              </a:tabLst>
            </a:pPr>
            <a:r>
              <a:rPr b="0" lang="en-US" sz="2000" spc="-1" strike="noStrike">
                <a:solidFill>
                  <a:srgbClr val="0d0d0d"/>
                </a:solidFill>
                <a:latin typeface="Calibri"/>
                <a:ea typeface="맑은 고딕"/>
              </a:rPr>
              <a:t>Adaptation rapide</a:t>
            </a:r>
            <a:endParaRPr b="0" lang="fr-FR" sz="2000" spc="-1" strike="noStrike">
              <a:solidFill>
                <a:srgbClr val="000000"/>
              </a:solidFill>
              <a:latin typeface="Arial"/>
            </a:endParaRPr>
          </a:p>
          <a:p>
            <a:pPr marL="373320" indent="-373320">
              <a:lnSpc>
                <a:spcPct val="100000"/>
              </a:lnSpc>
              <a:spcBef>
                <a:spcPts val="400"/>
              </a:spcBef>
              <a:buClr>
                <a:srgbClr val="000000"/>
              </a:buClr>
              <a:buSzPct val="45000"/>
              <a:buFont typeface="Wingdings" charset="2"/>
              <a:buChar char=""/>
              <a:tabLst>
                <a:tab algn="l" pos="0"/>
              </a:tabLst>
            </a:pPr>
            <a:r>
              <a:rPr b="0" lang="en-US" sz="2000" spc="-1" strike="noStrike">
                <a:solidFill>
                  <a:srgbClr val="0d0d0d"/>
                </a:solidFill>
                <a:latin typeface="Calibri"/>
                <a:ea typeface="맑은 고딕"/>
              </a:rPr>
              <a:t>Visibilité pour les décideurs</a:t>
            </a:r>
            <a:endParaRPr b="0" lang="fr-FR" sz="2000" spc="-1" strike="noStrike">
              <a:solidFill>
                <a:srgbClr val="000000"/>
              </a:solidFill>
              <a:latin typeface="Arial"/>
            </a:endParaRPr>
          </a:p>
        </p:txBody>
      </p:sp>
      <p:pic>
        <p:nvPicPr>
          <p:cNvPr id="200" name="Image 324" descr=""/>
          <p:cNvPicPr/>
          <p:nvPr/>
        </p:nvPicPr>
        <p:blipFill>
          <a:blip r:embed="rId1"/>
          <a:stretch/>
        </p:blipFill>
        <p:spPr>
          <a:xfrm>
            <a:off x="2513520" y="3259440"/>
            <a:ext cx="9676440" cy="3599640"/>
          </a:xfrm>
          <a:prstGeom prst="rect">
            <a:avLst/>
          </a:prstGeom>
          <a:ln w="0">
            <a:noFill/>
          </a:ln>
        </p:spPr>
      </p:pic>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1" name="PlaceHolder 1"/>
          <p:cNvSpPr>
            <a:spLocks noGrp="1"/>
          </p:cNvSpPr>
          <p:nvPr>
            <p:ph type="title"/>
          </p:nvPr>
        </p:nvSpPr>
        <p:spPr>
          <a:xfrm>
            <a:off x="609480" y="189360"/>
            <a:ext cx="10970640" cy="798120"/>
          </a:xfrm>
          <a:prstGeom prst="rect">
            <a:avLst/>
          </a:prstGeom>
          <a:noFill/>
          <a:ln w="0">
            <a:noFill/>
          </a:ln>
        </p:spPr>
        <p:txBody>
          <a:bodyPr lIns="99720" rIns="99720" tIns="49680" bIns="49680" anchor="ctr">
            <a:noAutofit/>
          </a:bodyPr>
          <a:p>
            <a:pPr indent="0">
              <a:lnSpc>
                <a:spcPct val="100000"/>
              </a:lnSpc>
              <a:buNone/>
              <a:tabLst>
                <a:tab algn="l" pos="0"/>
              </a:tabLst>
            </a:pPr>
            <a:r>
              <a:rPr b="1" lang="en-US" sz="4000" spc="-1" strike="noStrike">
                <a:solidFill>
                  <a:srgbClr val="ffffff"/>
                </a:solidFill>
                <a:latin typeface="Calibri"/>
                <a:ea typeface="맑은 고딕"/>
              </a:rPr>
              <a:t>Organisation des rituels SCRUM</a:t>
            </a:r>
            <a:endParaRPr b="0" lang="fr-FR" sz="4000" spc="-1" strike="noStrike">
              <a:solidFill>
                <a:srgbClr val="000000"/>
              </a:solidFill>
              <a:latin typeface="Arial"/>
            </a:endParaRPr>
          </a:p>
        </p:txBody>
      </p:sp>
      <p:sp>
        <p:nvSpPr>
          <p:cNvPr id="202" name="PlaceHolder 2"/>
          <p:cNvSpPr>
            <a:spLocks noGrp="1"/>
          </p:cNvSpPr>
          <p:nvPr>
            <p:ph/>
          </p:nvPr>
        </p:nvSpPr>
        <p:spPr>
          <a:xfrm>
            <a:off x="360000" y="1485720"/>
            <a:ext cx="4679640" cy="5173920"/>
          </a:xfrm>
          <a:prstGeom prst="rect">
            <a:avLst/>
          </a:prstGeom>
          <a:noFill/>
          <a:ln w="0">
            <a:noFill/>
          </a:ln>
        </p:spPr>
        <p:txBody>
          <a:bodyPr lIns="99720" rIns="99720" tIns="49680" bIns="49680" anchor="t">
            <a:noAutofit/>
          </a:bodyPr>
          <a:p>
            <a:pPr marL="373320" indent="0">
              <a:lnSpc>
                <a:spcPct val="100000"/>
              </a:lnSpc>
              <a:spcBef>
                <a:spcPts val="400"/>
              </a:spcBef>
              <a:buNone/>
              <a:tabLst>
                <a:tab algn="l" pos="0"/>
              </a:tabLst>
            </a:pPr>
            <a:r>
              <a:rPr b="1" lang="en-US" sz="2000" spc="-1" strike="noStrike" u="sng">
                <a:solidFill>
                  <a:srgbClr val="0d0d0d"/>
                </a:solidFill>
                <a:uFillTx/>
                <a:latin typeface="Calibri"/>
                <a:ea typeface="맑은 고딕"/>
              </a:rPr>
              <a:t>Au début de chaque sprint </a:t>
            </a:r>
            <a:r>
              <a:rPr b="0" lang="en-US" sz="2000" spc="-1" strike="noStrike">
                <a:solidFill>
                  <a:srgbClr val="0d0d0d"/>
                </a:solidFill>
                <a:latin typeface="Calibri"/>
                <a:ea typeface="맑은 고딕"/>
              </a:rPr>
              <a:t>: </a:t>
            </a:r>
            <a:endParaRPr b="0" lang="fr-FR" sz="2000" spc="-1" strike="noStrike">
              <a:solidFill>
                <a:srgbClr val="000000"/>
              </a:solidFill>
              <a:latin typeface="Arial"/>
            </a:endParaRPr>
          </a:p>
          <a:p>
            <a:pPr marL="373320" indent="0">
              <a:lnSpc>
                <a:spcPct val="100000"/>
              </a:lnSpc>
              <a:spcBef>
                <a:spcPts val="400"/>
              </a:spcBef>
              <a:buNone/>
              <a:tabLst>
                <a:tab algn="l" pos="0"/>
              </a:tabLst>
            </a:pPr>
            <a:r>
              <a:rPr b="0" lang="en-US" sz="2000" spc="-1" strike="noStrike">
                <a:solidFill>
                  <a:srgbClr val="0d0d0d"/>
                </a:solidFill>
                <a:latin typeface="Calibri"/>
                <a:ea typeface="맑은 고딕"/>
              </a:rPr>
              <a:t>SPRINT PLANNING (2 – 4h)</a:t>
            </a:r>
            <a:endParaRPr b="0" lang="fr-FR" sz="2000" spc="-1" strike="noStrike">
              <a:solidFill>
                <a:srgbClr val="000000"/>
              </a:solidFill>
              <a:latin typeface="Arial"/>
            </a:endParaRPr>
          </a:p>
          <a:p>
            <a:pPr marL="373320" indent="0">
              <a:lnSpc>
                <a:spcPct val="100000"/>
              </a:lnSpc>
              <a:spcBef>
                <a:spcPts val="400"/>
              </a:spcBef>
              <a:buNone/>
              <a:tabLst>
                <a:tab algn="l" pos="0"/>
              </a:tabLst>
            </a:pPr>
            <a:endParaRPr b="0" lang="fr-FR" sz="2000" spc="-1" strike="noStrike">
              <a:solidFill>
                <a:srgbClr val="000000"/>
              </a:solidFill>
              <a:latin typeface="Arial"/>
            </a:endParaRPr>
          </a:p>
          <a:p>
            <a:pPr marL="373320" indent="0">
              <a:lnSpc>
                <a:spcPct val="100000"/>
              </a:lnSpc>
              <a:spcBef>
                <a:spcPts val="400"/>
              </a:spcBef>
              <a:buNone/>
              <a:tabLst>
                <a:tab algn="l" pos="0"/>
              </a:tabLst>
            </a:pPr>
            <a:r>
              <a:rPr b="1" lang="en-US" sz="2000" spc="-1" strike="noStrike" u="sng">
                <a:solidFill>
                  <a:srgbClr val="0d0d0d"/>
                </a:solidFill>
                <a:uFillTx/>
                <a:latin typeface="Calibri"/>
                <a:ea typeface="맑은 고딕"/>
              </a:rPr>
              <a:t>A la fin de chaque sprint </a:t>
            </a:r>
            <a:r>
              <a:rPr b="0" lang="en-US" sz="2000" spc="-1" strike="noStrike">
                <a:solidFill>
                  <a:srgbClr val="0d0d0d"/>
                </a:solidFill>
                <a:latin typeface="Calibri"/>
                <a:ea typeface="맑은 고딕"/>
              </a:rPr>
              <a:t>: </a:t>
            </a:r>
            <a:endParaRPr b="0" lang="fr-FR" sz="2000" spc="-1" strike="noStrike">
              <a:solidFill>
                <a:srgbClr val="000000"/>
              </a:solidFill>
              <a:latin typeface="Arial"/>
            </a:endParaRPr>
          </a:p>
          <a:p>
            <a:pPr marL="373320" indent="0">
              <a:lnSpc>
                <a:spcPct val="100000"/>
              </a:lnSpc>
              <a:spcBef>
                <a:spcPts val="400"/>
              </a:spcBef>
              <a:buNone/>
              <a:tabLst>
                <a:tab algn="l" pos="0"/>
              </a:tabLst>
            </a:pPr>
            <a:r>
              <a:rPr b="0" lang="en-US" sz="2000" spc="-1" strike="noStrike">
                <a:solidFill>
                  <a:srgbClr val="0d0d0d"/>
                </a:solidFill>
                <a:latin typeface="Calibri"/>
                <a:ea typeface="맑은 고딕"/>
              </a:rPr>
              <a:t>SPRINT REVIEW (1 – 2h)</a:t>
            </a:r>
            <a:endParaRPr b="0" lang="fr-FR" sz="2000" spc="-1" strike="noStrike">
              <a:solidFill>
                <a:srgbClr val="000000"/>
              </a:solidFill>
              <a:latin typeface="Arial"/>
            </a:endParaRPr>
          </a:p>
          <a:p>
            <a:pPr marL="373320" indent="0">
              <a:lnSpc>
                <a:spcPct val="100000"/>
              </a:lnSpc>
              <a:spcBef>
                <a:spcPts val="400"/>
              </a:spcBef>
              <a:buNone/>
              <a:tabLst>
                <a:tab algn="l" pos="0"/>
              </a:tabLst>
            </a:pPr>
            <a:endParaRPr b="0" lang="fr-FR" sz="2000" spc="-1" strike="noStrike">
              <a:solidFill>
                <a:srgbClr val="000000"/>
              </a:solidFill>
              <a:latin typeface="Arial"/>
            </a:endParaRPr>
          </a:p>
          <a:p>
            <a:pPr marL="373320" indent="0">
              <a:lnSpc>
                <a:spcPct val="100000"/>
              </a:lnSpc>
              <a:spcBef>
                <a:spcPts val="400"/>
              </a:spcBef>
              <a:buNone/>
              <a:tabLst>
                <a:tab algn="l" pos="0"/>
              </a:tabLst>
            </a:pPr>
            <a:r>
              <a:rPr b="0" lang="en-US" sz="2000" spc="-1" strike="noStrike">
                <a:solidFill>
                  <a:srgbClr val="0d0d0d"/>
                </a:solidFill>
                <a:latin typeface="Calibri"/>
                <a:ea typeface="맑은 고딕"/>
              </a:rPr>
              <a:t>SPRINT RETROSPECTIVE (1 – 2h)</a:t>
            </a:r>
            <a:endParaRPr b="0" lang="fr-FR" sz="2000" spc="-1" strike="noStrike">
              <a:solidFill>
                <a:srgbClr val="000000"/>
              </a:solidFill>
              <a:latin typeface="Arial"/>
            </a:endParaRPr>
          </a:p>
          <a:p>
            <a:pPr marL="373320" indent="0">
              <a:lnSpc>
                <a:spcPct val="100000"/>
              </a:lnSpc>
              <a:spcBef>
                <a:spcPts val="400"/>
              </a:spcBef>
              <a:buNone/>
              <a:tabLst>
                <a:tab algn="l" pos="0"/>
              </a:tabLst>
            </a:pPr>
            <a:endParaRPr b="0" lang="fr-FR" sz="2000" spc="-1" strike="noStrike">
              <a:solidFill>
                <a:srgbClr val="000000"/>
              </a:solidFill>
              <a:latin typeface="Arial"/>
            </a:endParaRPr>
          </a:p>
          <a:p>
            <a:pPr marL="373320" indent="0">
              <a:lnSpc>
                <a:spcPct val="100000"/>
              </a:lnSpc>
              <a:spcBef>
                <a:spcPts val="400"/>
              </a:spcBef>
              <a:buNone/>
              <a:tabLst>
                <a:tab algn="l" pos="0"/>
              </a:tabLst>
            </a:pPr>
            <a:r>
              <a:rPr b="1" lang="en-US" sz="2000" spc="-1" strike="noStrike" u="sng">
                <a:solidFill>
                  <a:srgbClr val="0d0d0d"/>
                </a:solidFill>
                <a:uFillTx/>
                <a:latin typeface="Calibri"/>
                <a:ea typeface="맑은 고딕"/>
              </a:rPr>
              <a:t>Chaque jour </a:t>
            </a:r>
            <a:r>
              <a:rPr b="0" lang="en-US" sz="2000" spc="-1" strike="noStrike">
                <a:solidFill>
                  <a:srgbClr val="0d0d0d"/>
                </a:solidFill>
                <a:latin typeface="Calibri"/>
                <a:ea typeface="맑은 고딕"/>
              </a:rPr>
              <a:t>: </a:t>
            </a:r>
            <a:endParaRPr b="0" lang="fr-FR" sz="2000" spc="-1" strike="noStrike">
              <a:solidFill>
                <a:srgbClr val="000000"/>
              </a:solidFill>
              <a:latin typeface="Arial"/>
            </a:endParaRPr>
          </a:p>
          <a:p>
            <a:pPr marL="373320" indent="0">
              <a:lnSpc>
                <a:spcPct val="100000"/>
              </a:lnSpc>
              <a:spcBef>
                <a:spcPts val="400"/>
              </a:spcBef>
              <a:buNone/>
              <a:tabLst>
                <a:tab algn="l" pos="0"/>
              </a:tabLst>
            </a:pPr>
            <a:r>
              <a:rPr b="0" lang="en-US" sz="2000" spc="-1" strike="noStrike">
                <a:solidFill>
                  <a:srgbClr val="0d0d0d"/>
                </a:solidFill>
                <a:latin typeface="Calibri"/>
                <a:ea typeface="맑은 고딕"/>
              </a:rPr>
              <a:t>DAILY SCRUM (15 min)</a:t>
            </a:r>
            <a:endParaRPr b="0" lang="fr-FR" sz="2000" spc="-1" strike="noStrike">
              <a:solidFill>
                <a:srgbClr val="000000"/>
              </a:solidFill>
              <a:latin typeface="Arial"/>
            </a:endParaRPr>
          </a:p>
          <a:p>
            <a:pPr marL="373320" indent="0">
              <a:lnSpc>
                <a:spcPct val="100000"/>
              </a:lnSpc>
              <a:spcBef>
                <a:spcPts val="400"/>
              </a:spcBef>
              <a:buNone/>
              <a:tabLst>
                <a:tab algn="l" pos="0"/>
              </a:tabLst>
            </a:pPr>
            <a:endParaRPr b="0" lang="fr-FR" sz="2000" spc="-1" strike="noStrike">
              <a:solidFill>
                <a:srgbClr val="000000"/>
              </a:solidFill>
              <a:latin typeface="Arial"/>
            </a:endParaRPr>
          </a:p>
          <a:p>
            <a:pPr marL="373320" indent="0">
              <a:lnSpc>
                <a:spcPct val="100000"/>
              </a:lnSpc>
              <a:spcBef>
                <a:spcPts val="400"/>
              </a:spcBef>
              <a:buNone/>
              <a:tabLst>
                <a:tab algn="l" pos="0"/>
              </a:tabLst>
            </a:pPr>
            <a:r>
              <a:rPr b="1" lang="en-US" sz="2000" spc="-1" strike="noStrike" u="sng">
                <a:solidFill>
                  <a:srgbClr val="0d0d0d"/>
                </a:solidFill>
                <a:uFillTx/>
                <a:latin typeface="Calibri"/>
                <a:ea typeface="맑은 고딕"/>
              </a:rPr>
              <a:t>Chaque mois </a:t>
            </a:r>
            <a:r>
              <a:rPr b="0" lang="en-US" sz="2000" spc="-1" strike="noStrike">
                <a:solidFill>
                  <a:srgbClr val="0d0d0d"/>
                </a:solidFill>
                <a:latin typeface="Calibri"/>
                <a:ea typeface="맑은 고딕"/>
              </a:rPr>
              <a:t>: </a:t>
            </a:r>
            <a:endParaRPr b="0" lang="fr-FR" sz="2000" spc="-1" strike="noStrike">
              <a:solidFill>
                <a:srgbClr val="000000"/>
              </a:solidFill>
              <a:latin typeface="Arial"/>
            </a:endParaRPr>
          </a:p>
          <a:p>
            <a:pPr marL="373320" indent="0">
              <a:lnSpc>
                <a:spcPct val="100000"/>
              </a:lnSpc>
              <a:spcBef>
                <a:spcPts val="400"/>
              </a:spcBef>
              <a:buNone/>
              <a:tabLst>
                <a:tab algn="l" pos="0"/>
              </a:tabLst>
            </a:pPr>
            <a:r>
              <a:rPr b="0" lang="en-US" sz="2000" spc="-1" strike="noStrike">
                <a:solidFill>
                  <a:srgbClr val="0d0d0d"/>
                </a:solidFill>
                <a:latin typeface="Calibri"/>
                <a:ea typeface="맑은 고딕"/>
              </a:rPr>
              <a:t>Comité de pilotage </a:t>
            </a:r>
            <a:endParaRPr b="0" lang="fr-FR" sz="2000" spc="-1" strike="noStrike">
              <a:solidFill>
                <a:srgbClr val="000000"/>
              </a:solidFill>
              <a:latin typeface="Arial"/>
            </a:endParaRPr>
          </a:p>
          <a:p>
            <a:pPr marL="373320" indent="0">
              <a:lnSpc>
                <a:spcPct val="100000"/>
              </a:lnSpc>
              <a:spcBef>
                <a:spcPts val="400"/>
              </a:spcBef>
              <a:buNone/>
              <a:tabLst>
                <a:tab algn="l" pos="0"/>
              </a:tabLst>
            </a:pPr>
            <a:endParaRPr b="0" lang="fr-FR" sz="2000" spc="-1" strike="noStrike">
              <a:solidFill>
                <a:srgbClr val="000000"/>
              </a:solidFill>
              <a:latin typeface="Arial"/>
            </a:endParaRPr>
          </a:p>
        </p:txBody>
      </p:sp>
      <p:sp>
        <p:nvSpPr>
          <p:cNvPr id="203" name="Flèche : droite 327"/>
          <p:cNvSpPr/>
          <p:nvPr/>
        </p:nvSpPr>
        <p:spPr>
          <a:xfrm>
            <a:off x="3960000" y="1728000"/>
            <a:ext cx="359640" cy="359640"/>
          </a:xfrm>
          <a:prstGeom prst="rightArrow">
            <a:avLst>
              <a:gd name="adj1" fmla="val 50000"/>
              <a:gd name="adj2" fmla="val 25000"/>
            </a:avLst>
          </a:prstGeom>
          <a:solidFill>
            <a:srgbClr val="ffb66c"/>
          </a:solidFill>
          <a:ln w="0">
            <a:solidFill>
              <a:srgbClr val="ff8000"/>
            </a:solidFill>
          </a:ln>
        </p:spPr>
        <p:style>
          <a:lnRef idx="0"/>
          <a:fillRef idx="0"/>
          <a:effectRef idx="0"/>
          <a:fontRef idx="minor"/>
        </p:style>
      </p:sp>
      <p:sp>
        <p:nvSpPr>
          <p:cNvPr id="204" name="ZoneTexte 328"/>
          <p:cNvSpPr/>
          <p:nvPr/>
        </p:nvSpPr>
        <p:spPr>
          <a:xfrm>
            <a:off x="4320000" y="1728000"/>
            <a:ext cx="5579640" cy="43164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fr-FR" sz="1800" spc="-1" strike="noStrike">
                <a:solidFill>
                  <a:srgbClr val="000000"/>
                </a:solidFill>
                <a:latin typeface="Arial"/>
                <a:ea typeface="DejaVu Sans"/>
              </a:rPr>
              <a:t>Objectif du sprint (User stories, charge,...)</a:t>
            </a:r>
            <a:endParaRPr b="0" lang="fr-FR" sz="1800" spc="-1" strike="noStrike">
              <a:latin typeface="Arial"/>
            </a:endParaRPr>
          </a:p>
        </p:txBody>
      </p:sp>
      <p:sp>
        <p:nvSpPr>
          <p:cNvPr id="205" name="Flèche : droite 329"/>
          <p:cNvSpPr/>
          <p:nvPr/>
        </p:nvSpPr>
        <p:spPr>
          <a:xfrm>
            <a:off x="3960000" y="2880000"/>
            <a:ext cx="359640" cy="359640"/>
          </a:xfrm>
          <a:prstGeom prst="rightArrow">
            <a:avLst>
              <a:gd name="adj1" fmla="val 50000"/>
              <a:gd name="adj2" fmla="val 25000"/>
            </a:avLst>
          </a:prstGeom>
          <a:solidFill>
            <a:srgbClr val="ffb66c"/>
          </a:solidFill>
          <a:ln w="0">
            <a:solidFill>
              <a:srgbClr val="ff8000"/>
            </a:solidFill>
          </a:ln>
        </p:spPr>
        <p:style>
          <a:lnRef idx="0"/>
          <a:fillRef idx="0"/>
          <a:effectRef idx="0"/>
          <a:fontRef idx="minor"/>
        </p:style>
      </p:sp>
      <p:sp>
        <p:nvSpPr>
          <p:cNvPr id="206" name="Rectangle 330"/>
          <p:cNvSpPr/>
          <p:nvPr/>
        </p:nvSpPr>
        <p:spPr>
          <a:xfrm>
            <a:off x="8820000" y="2340000"/>
            <a:ext cx="1979640" cy="1619640"/>
          </a:xfrm>
          <a:prstGeom prst="rect">
            <a:avLst/>
          </a:prstGeom>
          <a:solidFill>
            <a:srgbClr val="ffffff"/>
          </a:solidFill>
          <a:ln w="0">
            <a:solidFill>
              <a:srgbClr val="ffffff"/>
            </a:solidFill>
          </a:ln>
        </p:spPr>
        <p:style>
          <a:lnRef idx="0"/>
          <a:fillRef idx="0"/>
          <a:effectRef idx="0"/>
          <a:fontRef idx="minor"/>
        </p:style>
      </p:sp>
      <p:sp>
        <p:nvSpPr>
          <p:cNvPr id="207" name="ZoneTexte 331"/>
          <p:cNvSpPr/>
          <p:nvPr/>
        </p:nvSpPr>
        <p:spPr>
          <a:xfrm>
            <a:off x="4320000" y="2880000"/>
            <a:ext cx="5579640" cy="43164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fr-FR" sz="1800" spc="-1" strike="noStrike">
                <a:solidFill>
                  <a:srgbClr val="000000"/>
                </a:solidFill>
                <a:latin typeface="Arial"/>
                <a:ea typeface="DejaVu Sans"/>
              </a:rPr>
              <a:t>Démonstration des fonctionnalités et feedback métier</a:t>
            </a:r>
            <a:endParaRPr b="0" lang="fr-FR" sz="1800" spc="-1" strike="noStrike">
              <a:latin typeface="Arial"/>
            </a:endParaRPr>
          </a:p>
        </p:txBody>
      </p:sp>
      <p:sp>
        <p:nvSpPr>
          <p:cNvPr id="208" name="Flèche : droite 332"/>
          <p:cNvSpPr/>
          <p:nvPr/>
        </p:nvSpPr>
        <p:spPr>
          <a:xfrm>
            <a:off x="3960000" y="3672000"/>
            <a:ext cx="359640" cy="359640"/>
          </a:xfrm>
          <a:prstGeom prst="rightArrow">
            <a:avLst>
              <a:gd name="adj1" fmla="val 50000"/>
              <a:gd name="adj2" fmla="val 25000"/>
            </a:avLst>
          </a:prstGeom>
          <a:solidFill>
            <a:srgbClr val="ffb66c"/>
          </a:solidFill>
          <a:ln w="0">
            <a:solidFill>
              <a:srgbClr val="ff8000"/>
            </a:solidFill>
          </a:ln>
        </p:spPr>
        <p:style>
          <a:lnRef idx="0"/>
          <a:fillRef idx="0"/>
          <a:effectRef idx="0"/>
          <a:fontRef idx="minor"/>
        </p:style>
      </p:sp>
      <p:sp>
        <p:nvSpPr>
          <p:cNvPr id="209" name="ZoneTexte 333"/>
          <p:cNvSpPr/>
          <p:nvPr/>
        </p:nvSpPr>
        <p:spPr>
          <a:xfrm>
            <a:off x="4320000" y="3672000"/>
            <a:ext cx="5759640" cy="60192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fr-FR" sz="1800" spc="-1" strike="noStrike">
                <a:solidFill>
                  <a:srgbClr val="000000"/>
                </a:solidFill>
                <a:latin typeface="Arial"/>
                <a:ea typeface="DejaVu Sans"/>
              </a:rPr>
              <a:t>Retour sur ce qui a fonctionné ou non pendant le sprint</a:t>
            </a:r>
            <a:endParaRPr b="0" lang="fr-FR" sz="1800" spc="-1" strike="noStrike">
              <a:latin typeface="Arial"/>
            </a:endParaRPr>
          </a:p>
        </p:txBody>
      </p:sp>
      <p:sp>
        <p:nvSpPr>
          <p:cNvPr id="210" name="Flèche : droite 334"/>
          <p:cNvSpPr/>
          <p:nvPr/>
        </p:nvSpPr>
        <p:spPr>
          <a:xfrm>
            <a:off x="3960000" y="4680000"/>
            <a:ext cx="359640" cy="359640"/>
          </a:xfrm>
          <a:prstGeom prst="rightArrow">
            <a:avLst>
              <a:gd name="adj1" fmla="val 50000"/>
              <a:gd name="adj2" fmla="val 25000"/>
            </a:avLst>
          </a:prstGeom>
          <a:solidFill>
            <a:srgbClr val="ffb66c"/>
          </a:solidFill>
          <a:ln w="0">
            <a:solidFill>
              <a:srgbClr val="ff8000"/>
            </a:solidFill>
          </a:ln>
        </p:spPr>
        <p:style>
          <a:lnRef idx="0"/>
          <a:fillRef idx="0"/>
          <a:effectRef idx="0"/>
          <a:fontRef idx="minor"/>
        </p:style>
      </p:sp>
      <p:sp>
        <p:nvSpPr>
          <p:cNvPr id="211" name="ZoneTexte 335"/>
          <p:cNvSpPr/>
          <p:nvPr/>
        </p:nvSpPr>
        <p:spPr>
          <a:xfrm>
            <a:off x="4320000" y="4689720"/>
            <a:ext cx="5759640" cy="60192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fr-FR" sz="1800" spc="-1" strike="noStrike">
                <a:solidFill>
                  <a:srgbClr val="000000"/>
                </a:solidFill>
                <a:latin typeface="Arial"/>
                <a:ea typeface="DejaVu Sans"/>
              </a:rPr>
              <a:t>Point d’avancement, problèmes rencontrés,...</a:t>
            </a:r>
            <a:endParaRPr b="0" lang="fr-FR" sz="1800" spc="-1" strike="noStrike">
              <a:latin typeface="Arial"/>
            </a:endParaRPr>
          </a:p>
        </p:txBody>
      </p:sp>
      <p:sp>
        <p:nvSpPr>
          <p:cNvPr id="212" name="Flèche : droite 336"/>
          <p:cNvSpPr/>
          <p:nvPr/>
        </p:nvSpPr>
        <p:spPr>
          <a:xfrm>
            <a:off x="3960000" y="5796000"/>
            <a:ext cx="359640" cy="359640"/>
          </a:xfrm>
          <a:prstGeom prst="rightArrow">
            <a:avLst>
              <a:gd name="adj1" fmla="val 50000"/>
              <a:gd name="adj2" fmla="val 25000"/>
            </a:avLst>
          </a:prstGeom>
          <a:solidFill>
            <a:srgbClr val="ffb66c"/>
          </a:solidFill>
          <a:ln w="0">
            <a:solidFill>
              <a:srgbClr val="ff8000"/>
            </a:solidFill>
          </a:ln>
        </p:spPr>
        <p:style>
          <a:lnRef idx="0"/>
          <a:fillRef idx="0"/>
          <a:effectRef idx="0"/>
          <a:fontRef idx="minor"/>
        </p:style>
      </p:sp>
      <p:sp>
        <p:nvSpPr>
          <p:cNvPr id="213" name="ZoneTexte 337"/>
          <p:cNvSpPr/>
          <p:nvPr/>
        </p:nvSpPr>
        <p:spPr>
          <a:xfrm>
            <a:off x="4320000" y="5805720"/>
            <a:ext cx="5759640" cy="60192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fr-FR" sz="1800" spc="-1" strike="noStrike">
                <a:solidFill>
                  <a:srgbClr val="000000"/>
                </a:solidFill>
                <a:latin typeface="Arial"/>
                <a:ea typeface="DejaVu Sans"/>
              </a:rPr>
              <a:t>Suivi du planning et du budget, arbitrage stratégique</a:t>
            </a:r>
            <a:endParaRPr b="0" lang="fr-FR" sz="1800" spc="-1" strike="noStrike">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4" name="PlaceHolder 1"/>
          <p:cNvSpPr>
            <a:spLocks noGrp="1"/>
          </p:cNvSpPr>
          <p:nvPr>
            <p:ph type="title"/>
          </p:nvPr>
        </p:nvSpPr>
        <p:spPr>
          <a:xfrm>
            <a:off x="609480" y="189360"/>
            <a:ext cx="10970640" cy="798120"/>
          </a:xfrm>
          <a:prstGeom prst="rect">
            <a:avLst/>
          </a:prstGeom>
          <a:noFill/>
          <a:ln w="0">
            <a:noFill/>
          </a:ln>
        </p:spPr>
        <p:txBody>
          <a:bodyPr lIns="99720" rIns="99720" tIns="49680" bIns="49680" anchor="ctr">
            <a:noAutofit/>
          </a:bodyPr>
          <a:p>
            <a:pPr indent="0">
              <a:lnSpc>
                <a:spcPct val="100000"/>
              </a:lnSpc>
              <a:buNone/>
              <a:tabLst>
                <a:tab algn="l" pos="0"/>
              </a:tabLst>
            </a:pPr>
            <a:r>
              <a:rPr b="1" lang="en-US" sz="4000" spc="-1" strike="noStrike">
                <a:solidFill>
                  <a:srgbClr val="ffffff"/>
                </a:solidFill>
                <a:latin typeface="Calibri"/>
                <a:ea typeface="맑은 고딕"/>
              </a:rPr>
              <a:t>Planning des sprints</a:t>
            </a:r>
            <a:endParaRPr b="0" lang="fr-FR" sz="4000" spc="-1" strike="noStrike">
              <a:solidFill>
                <a:srgbClr val="000000"/>
              </a:solidFill>
              <a:latin typeface="Arial"/>
            </a:endParaRPr>
          </a:p>
        </p:txBody>
      </p:sp>
      <p:pic>
        <p:nvPicPr>
          <p:cNvPr id="215" name="Image 339" descr=""/>
          <p:cNvPicPr/>
          <p:nvPr/>
        </p:nvPicPr>
        <p:blipFill>
          <a:blip r:embed="rId1"/>
          <a:stretch/>
        </p:blipFill>
        <p:spPr>
          <a:xfrm>
            <a:off x="12240" y="1436760"/>
            <a:ext cx="12189600" cy="4862880"/>
          </a:xfrm>
          <a:prstGeom prst="rect">
            <a:avLst/>
          </a:prstGeom>
          <a:ln w="0">
            <a:noFill/>
          </a:ln>
        </p:spPr>
      </p:pic>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6" name="PlaceHolder 1"/>
          <p:cNvSpPr>
            <a:spLocks noGrp="1"/>
          </p:cNvSpPr>
          <p:nvPr>
            <p:ph type="title"/>
          </p:nvPr>
        </p:nvSpPr>
        <p:spPr>
          <a:xfrm>
            <a:off x="609480" y="189360"/>
            <a:ext cx="10970640" cy="798120"/>
          </a:xfrm>
          <a:prstGeom prst="rect">
            <a:avLst/>
          </a:prstGeom>
          <a:noFill/>
          <a:ln w="0">
            <a:noFill/>
          </a:ln>
        </p:spPr>
        <p:txBody>
          <a:bodyPr lIns="99720" rIns="99720" tIns="49680" bIns="49680" anchor="ctr">
            <a:noAutofit/>
          </a:bodyPr>
          <a:p>
            <a:pPr indent="0">
              <a:lnSpc>
                <a:spcPct val="100000"/>
              </a:lnSpc>
              <a:buNone/>
              <a:tabLst>
                <a:tab algn="l" pos="0"/>
              </a:tabLst>
            </a:pPr>
            <a:r>
              <a:rPr b="1" lang="en-US" sz="4000" spc="-1" strike="noStrike">
                <a:solidFill>
                  <a:srgbClr val="ffffff"/>
                </a:solidFill>
                <a:latin typeface="Calibri"/>
                <a:ea typeface="맑은 고딕"/>
              </a:rPr>
              <a:t>Principes du RGPD </a:t>
            </a:r>
            <a:endParaRPr b="0" lang="fr-FR" sz="4000" spc="-1" strike="noStrike">
              <a:solidFill>
                <a:srgbClr val="000000"/>
              </a:solidFill>
              <a:latin typeface="Arial"/>
            </a:endParaRPr>
          </a:p>
        </p:txBody>
      </p:sp>
      <p:graphicFrame>
        <p:nvGraphicFramePr>
          <p:cNvPr id="1" name="Diagram1"/>
          <p:cNvGraphicFramePr/>
          <p:nvPr>
            <p:extLst>
              <p:ext uri="{D42A27DB-BD31-4B8C-83A1-F6EECF244321}">
                <p14:modId xmlns:p14="http://schemas.microsoft.com/office/powerpoint/2010/main" val="2893811031"/>
              </p:ext>
            </p:extLst>
          </p:nvPr>
        </p:nvGraphicFramePr>
        <p:xfrm>
          <a:off x="929880" y="287640"/>
          <a:ext cx="10021320" cy="6480360"/>
        </p:xfrm>
        <a:graphic>
          <a:graphicData uri="http://schemas.openxmlformats.org/drawingml/2006/diagram">
            <dgm:relIds xmlns:dgm="http://schemas.openxmlformats.org/drawingml/2006/diagram" xmlns:r="http://schemas.openxmlformats.org/officeDocument/2006/relationships" r:dm="rId1" r:lo="rId2" r:qs="rId3" r:cs="rId4"/>
          </a:graphicData>
        </a:graphic>
      </p:graphicFrame>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7" name="PlaceHolder 1"/>
          <p:cNvSpPr>
            <a:spLocks noGrp="1"/>
          </p:cNvSpPr>
          <p:nvPr>
            <p:ph type="title"/>
          </p:nvPr>
        </p:nvSpPr>
        <p:spPr>
          <a:xfrm>
            <a:off x="609480" y="189360"/>
            <a:ext cx="10970640" cy="798120"/>
          </a:xfrm>
          <a:prstGeom prst="rect">
            <a:avLst/>
          </a:prstGeom>
          <a:noFill/>
          <a:ln w="0">
            <a:noFill/>
          </a:ln>
        </p:spPr>
        <p:txBody>
          <a:bodyPr lIns="99720" rIns="99720" tIns="49680" bIns="49680" anchor="ctr">
            <a:noAutofit/>
          </a:bodyPr>
          <a:p>
            <a:pPr indent="0">
              <a:lnSpc>
                <a:spcPct val="100000"/>
              </a:lnSpc>
              <a:buNone/>
              <a:tabLst>
                <a:tab algn="l" pos="0"/>
              </a:tabLst>
            </a:pPr>
            <a:r>
              <a:rPr b="1" lang="en-US" sz="4000" spc="-1" strike="noStrike">
                <a:solidFill>
                  <a:srgbClr val="ffffff"/>
                </a:solidFill>
                <a:latin typeface="Calibri"/>
                <a:ea typeface="맑은 고딕"/>
              </a:rPr>
              <a:t>Données personnelles dans le projet</a:t>
            </a:r>
            <a:endParaRPr b="0" lang="fr-FR" sz="4000" spc="-1" strike="noStrike">
              <a:solidFill>
                <a:srgbClr val="000000"/>
              </a:solidFill>
              <a:latin typeface="Arial"/>
            </a:endParaRPr>
          </a:p>
        </p:txBody>
      </p:sp>
      <p:sp>
        <p:nvSpPr>
          <p:cNvPr id="218" name="PlaceHolder 2"/>
          <p:cNvSpPr>
            <a:spLocks noGrp="1"/>
          </p:cNvSpPr>
          <p:nvPr>
            <p:ph/>
          </p:nvPr>
        </p:nvSpPr>
        <p:spPr>
          <a:xfrm>
            <a:off x="344160" y="1485720"/>
            <a:ext cx="11513160" cy="5184000"/>
          </a:xfrm>
          <a:prstGeom prst="rect">
            <a:avLst/>
          </a:prstGeom>
          <a:noFill/>
          <a:ln w="0">
            <a:noFill/>
          </a:ln>
        </p:spPr>
        <p:txBody>
          <a:bodyPr lIns="99720" rIns="99720" tIns="49680" bIns="49680" anchor="t">
            <a:noAutofit/>
          </a:bodyPr>
          <a:p>
            <a:pPr marL="373320" indent="0">
              <a:lnSpc>
                <a:spcPct val="100000"/>
              </a:lnSpc>
              <a:spcBef>
                <a:spcPts val="400"/>
              </a:spcBef>
              <a:buNone/>
              <a:tabLst>
                <a:tab algn="l" pos="0"/>
              </a:tabLst>
            </a:pPr>
            <a:r>
              <a:rPr b="1" lang="en-US" sz="2000" spc="-1" strike="noStrike" u="sng">
                <a:solidFill>
                  <a:srgbClr val="0d0d0d"/>
                </a:solidFill>
                <a:uFillTx/>
                <a:latin typeface="Calibri"/>
                <a:ea typeface="DejaVu Sans"/>
              </a:rPr>
              <a:t>Données personnelles traitées :</a:t>
            </a:r>
            <a:endParaRPr b="0" lang="fr-FR" sz="2000" spc="-1" strike="noStrike">
              <a:solidFill>
                <a:srgbClr val="000000"/>
              </a:solidFill>
              <a:latin typeface="Arial"/>
            </a:endParaRPr>
          </a:p>
          <a:p>
            <a:pPr marL="228600" indent="-228600">
              <a:lnSpc>
                <a:spcPct val="200000"/>
              </a:lnSpc>
              <a:spcBef>
                <a:spcPts val="400"/>
              </a:spcBef>
              <a:buClr>
                <a:srgbClr val="000000"/>
              </a:buClr>
              <a:buSzPct val="45000"/>
              <a:buFont typeface="Arial"/>
              <a:buChar char="•"/>
              <a:tabLst>
                <a:tab algn="l" pos="0"/>
              </a:tabLst>
            </a:pPr>
            <a:r>
              <a:rPr b="0" lang="en-US" sz="2000" spc="-1" strike="noStrike">
                <a:solidFill>
                  <a:srgbClr val="0d0d0d"/>
                </a:solidFill>
                <a:latin typeface="Calibri"/>
                <a:ea typeface="맑은 고딕"/>
              </a:rPr>
              <a:t>Préférences</a:t>
            </a:r>
            <a:endParaRPr b="0" lang="fr-FR" sz="2000" spc="-1" strike="noStrike">
              <a:solidFill>
                <a:srgbClr val="000000"/>
              </a:solidFill>
              <a:latin typeface="Arial"/>
            </a:endParaRPr>
          </a:p>
          <a:p>
            <a:pPr marL="228600" indent="-228600">
              <a:lnSpc>
                <a:spcPct val="200000"/>
              </a:lnSpc>
              <a:spcBef>
                <a:spcPts val="400"/>
              </a:spcBef>
              <a:buClr>
                <a:srgbClr val="000000"/>
              </a:buClr>
              <a:buSzPct val="45000"/>
              <a:buFont typeface="Arial"/>
              <a:buChar char="•"/>
              <a:tabLst>
                <a:tab algn="l" pos="0"/>
              </a:tabLst>
            </a:pPr>
            <a:r>
              <a:rPr b="0" lang="en-US" sz="2000" spc="-1" strike="noStrike">
                <a:solidFill>
                  <a:srgbClr val="0d0d0d"/>
                </a:solidFill>
                <a:latin typeface="Calibri"/>
                <a:ea typeface="맑은 고딕"/>
              </a:rPr>
              <a:t>Historique des recommandations</a:t>
            </a:r>
            <a:endParaRPr b="0" lang="fr-FR" sz="2000" spc="-1" strike="noStrike">
              <a:solidFill>
                <a:srgbClr val="000000"/>
              </a:solidFill>
              <a:latin typeface="Arial"/>
            </a:endParaRPr>
          </a:p>
          <a:p>
            <a:pPr marL="228600" indent="-228600">
              <a:lnSpc>
                <a:spcPct val="200000"/>
              </a:lnSpc>
              <a:spcBef>
                <a:spcPts val="400"/>
              </a:spcBef>
              <a:buClr>
                <a:srgbClr val="000000"/>
              </a:buClr>
              <a:buSzPct val="45000"/>
              <a:buFont typeface="Arial"/>
              <a:buChar char="•"/>
              <a:tabLst>
                <a:tab algn="l" pos="0"/>
              </a:tabLst>
            </a:pPr>
            <a:r>
              <a:rPr b="0" lang="en-US" sz="2000" spc="-1" strike="noStrike">
                <a:solidFill>
                  <a:srgbClr val="0d0d0d"/>
                </a:solidFill>
                <a:latin typeface="Calibri"/>
                <a:ea typeface="맑은 고딕"/>
              </a:rPr>
              <a:t>Photos utilisateurs</a:t>
            </a:r>
            <a:endParaRPr b="0" lang="fr-FR" sz="2000" spc="-1" strike="noStrike">
              <a:solidFill>
                <a:srgbClr val="000000"/>
              </a:solidFill>
              <a:latin typeface="Arial"/>
            </a:endParaRPr>
          </a:p>
          <a:p>
            <a:pPr indent="0">
              <a:lnSpc>
                <a:spcPct val="100000"/>
              </a:lnSpc>
              <a:spcBef>
                <a:spcPts val="400"/>
              </a:spcBef>
              <a:buNone/>
              <a:tabLst>
                <a:tab algn="l" pos="0"/>
              </a:tabLst>
            </a:pPr>
            <a:endParaRPr b="0" lang="fr-FR" sz="2000" spc="-1" strike="noStrike">
              <a:solidFill>
                <a:srgbClr val="000000"/>
              </a:solidFill>
              <a:latin typeface="Arial"/>
            </a:endParaRPr>
          </a:p>
          <a:p>
            <a:pPr marL="373320" indent="0">
              <a:lnSpc>
                <a:spcPct val="100000"/>
              </a:lnSpc>
              <a:spcBef>
                <a:spcPts val="400"/>
              </a:spcBef>
              <a:buNone/>
              <a:tabLst>
                <a:tab algn="l" pos="0"/>
              </a:tabLst>
            </a:pPr>
            <a:endParaRPr b="0" lang="fr-FR" sz="2000" spc="-1" strike="noStrike">
              <a:solidFill>
                <a:srgbClr val="000000"/>
              </a:solidFill>
              <a:latin typeface="Arial"/>
            </a:endParaRPr>
          </a:p>
        </p:txBody>
      </p:sp>
      <p:pic>
        <p:nvPicPr>
          <p:cNvPr id="219" name="Graphique 2" descr="Avertissement contour"/>
          <p:cNvPicPr/>
          <p:nvPr/>
        </p:nvPicPr>
        <p:blipFill>
          <a:blip r:embed="rId1"/>
          <a:stretch/>
        </p:blipFill>
        <p:spPr>
          <a:xfrm>
            <a:off x="2751120" y="3246480"/>
            <a:ext cx="654120" cy="654120"/>
          </a:xfrm>
          <a:prstGeom prst="rect">
            <a:avLst/>
          </a:prstGeom>
          <a:ln w="0">
            <a:noFill/>
          </a:ln>
        </p:spPr>
      </p:pic>
      <p:sp>
        <p:nvSpPr>
          <p:cNvPr id="220" name="ZoneTexte 3"/>
          <p:cNvSpPr/>
          <p:nvPr/>
        </p:nvSpPr>
        <p:spPr>
          <a:xfrm>
            <a:off x="2751120" y="3900600"/>
            <a:ext cx="5033880" cy="63828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1" lang="fr-FR" sz="1800" spc="-1" strike="noStrike">
                <a:solidFill>
                  <a:srgbClr val="ff0000"/>
                </a:solidFill>
                <a:latin typeface="Arial"/>
                <a:ea typeface="DejaVu Sans"/>
              </a:rPr>
              <a:t>DONNEES POTENTIELLEMENT SENSIBLES CONCERNEES PAR L’ARTICLE  9 DU RGPD</a:t>
            </a:r>
            <a:endParaRPr b="0" lang="fr-FR" sz="1800" spc="-1" strike="noStrike">
              <a:latin typeface="Arial"/>
            </a:endParaRPr>
          </a:p>
        </p:txBody>
      </p:sp>
      <p:sp>
        <p:nvSpPr>
          <p:cNvPr id="221" name="ZoneTexte 4"/>
          <p:cNvSpPr/>
          <p:nvPr/>
        </p:nvSpPr>
        <p:spPr>
          <a:xfrm>
            <a:off x="2718720" y="4680000"/>
            <a:ext cx="8441280" cy="130644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i="1" lang="fr-FR" sz="1600" spc="-1" strike="noStrike">
                <a:solidFill>
                  <a:srgbClr val="000000"/>
                </a:solidFill>
                <a:latin typeface="Calibri"/>
                <a:ea typeface="Calibri"/>
              </a:rPr>
              <a:t>« Le traitement des données à caractère personnel qui révèle l'origine raciale ou ethnique, les opinions politiques, les convictions religieuses ou philosophiques ou l'appartenance syndicale, ainsi que le traitement des données génétiques, des données biométriques aux fins d'identifier une personne physique de manière unique, des données concernant la santé ou des données concernant la vie sexuelle ou l'orientation sexuelle d'une personne physique sont interdits. »</a:t>
            </a:r>
            <a:endParaRPr b="0" lang="fr-FR" sz="1600" spc="-1" strike="noStrike">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2" name="PlaceHolder 1"/>
          <p:cNvSpPr>
            <a:spLocks noGrp="1"/>
          </p:cNvSpPr>
          <p:nvPr>
            <p:ph type="title"/>
          </p:nvPr>
        </p:nvSpPr>
        <p:spPr>
          <a:xfrm>
            <a:off x="609480" y="189360"/>
            <a:ext cx="10970640" cy="798120"/>
          </a:xfrm>
          <a:prstGeom prst="rect">
            <a:avLst/>
          </a:prstGeom>
          <a:noFill/>
          <a:ln w="0">
            <a:noFill/>
          </a:ln>
        </p:spPr>
        <p:txBody>
          <a:bodyPr lIns="99720" rIns="99720" tIns="49680" bIns="49680" anchor="ctr">
            <a:noAutofit/>
          </a:bodyPr>
          <a:p>
            <a:pPr indent="0">
              <a:lnSpc>
                <a:spcPct val="100000"/>
              </a:lnSpc>
              <a:buNone/>
            </a:pPr>
            <a:r>
              <a:rPr b="1" lang="en-US" sz="4000" spc="-1" strike="noStrike">
                <a:solidFill>
                  <a:srgbClr val="ffffff"/>
                </a:solidFill>
                <a:latin typeface="Calibri"/>
                <a:ea typeface="맑은 고딕"/>
              </a:rPr>
              <a:t>Données personnelles dans le projet</a:t>
            </a:r>
            <a:endParaRPr b="0" lang="fr-FR" sz="4000" spc="-1" strike="noStrike">
              <a:solidFill>
                <a:srgbClr val="000000"/>
              </a:solidFill>
              <a:latin typeface="Arial"/>
            </a:endParaRPr>
          </a:p>
        </p:txBody>
      </p:sp>
      <p:sp>
        <p:nvSpPr>
          <p:cNvPr id="223" name="PlaceHolder 2"/>
          <p:cNvSpPr>
            <a:spLocks noGrp="1"/>
          </p:cNvSpPr>
          <p:nvPr>
            <p:ph/>
          </p:nvPr>
        </p:nvSpPr>
        <p:spPr>
          <a:xfrm>
            <a:off x="0" y="1406160"/>
            <a:ext cx="12189960" cy="1946520"/>
          </a:xfrm>
          <a:prstGeom prst="rect">
            <a:avLst/>
          </a:prstGeom>
          <a:solidFill>
            <a:srgbClr val="ffffff"/>
          </a:solidFill>
          <a:ln w="0">
            <a:noFill/>
          </a:ln>
        </p:spPr>
        <p:txBody>
          <a:bodyPr numCol="2" spcCol="0" lIns="99720" rIns="99720" tIns="49680" bIns="49680" anchor="t">
            <a:noAutofit/>
          </a:bodyPr>
          <a:p>
            <a:pPr marL="373320" indent="0">
              <a:lnSpc>
                <a:spcPct val="100000"/>
              </a:lnSpc>
              <a:spcBef>
                <a:spcPts val="400"/>
              </a:spcBef>
              <a:buNone/>
              <a:tabLst>
                <a:tab algn="l" pos="0"/>
              </a:tabLst>
            </a:pPr>
            <a:r>
              <a:rPr b="1" lang="en-US" sz="2000" spc="-1" strike="noStrike" u="sng">
                <a:solidFill>
                  <a:srgbClr val="0d0d0d"/>
                </a:solidFill>
                <a:uFillTx/>
                <a:latin typeface="Calibri"/>
                <a:ea typeface="DejaVu Sans"/>
              </a:rPr>
              <a:t>Actions mises en place :</a:t>
            </a:r>
            <a:endParaRPr b="0" lang="fr-FR" sz="2000" spc="-1" strike="noStrike">
              <a:solidFill>
                <a:srgbClr val="000000"/>
              </a:solidFill>
              <a:latin typeface="Arial"/>
            </a:endParaRPr>
          </a:p>
          <a:p>
            <a:pPr marL="716400" indent="-343080">
              <a:lnSpc>
                <a:spcPct val="100000"/>
              </a:lnSpc>
              <a:spcBef>
                <a:spcPts val="400"/>
              </a:spcBef>
              <a:buClr>
                <a:srgbClr val="0d0d0d"/>
              </a:buClr>
              <a:buFont typeface="Arial"/>
              <a:buChar char="•"/>
              <a:tabLst>
                <a:tab algn="l" pos="0"/>
              </a:tabLst>
            </a:pPr>
            <a:r>
              <a:rPr b="0" lang="en-US" sz="2000" spc="-1" strike="noStrike">
                <a:solidFill>
                  <a:srgbClr val="0d0d0d"/>
                </a:solidFill>
                <a:latin typeface="Calibri"/>
                <a:ea typeface="Calibri"/>
              </a:rPr>
              <a:t>Demande de consentement explicite </a:t>
            </a:r>
            <a:endParaRPr b="0" lang="fr-FR" sz="2000" spc="-1" strike="noStrike">
              <a:solidFill>
                <a:srgbClr val="000000"/>
              </a:solidFill>
              <a:latin typeface="Arial"/>
            </a:endParaRPr>
          </a:p>
          <a:p>
            <a:pPr marL="716400" indent="-343080">
              <a:lnSpc>
                <a:spcPct val="100000"/>
              </a:lnSpc>
              <a:spcBef>
                <a:spcPts val="400"/>
              </a:spcBef>
              <a:buClr>
                <a:srgbClr val="0d0d0d"/>
              </a:buClr>
              <a:buFont typeface="Arial"/>
              <a:buChar char="•"/>
              <a:tabLst>
                <a:tab algn="l" pos="0"/>
              </a:tabLst>
            </a:pPr>
            <a:r>
              <a:rPr b="0" lang="en-US" sz="2000" spc="-1" strike="noStrike">
                <a:solidFill>
                  <a:srgbClr val="0d0d0d"/>
                </a:solidFill>
                <a:latin typeface="Calibri"/>
                <a:ea typeface="Calibri"/>
              </a:rPr>
              <a:t>Information claire de l’utilisateur</a:t>
            </a:r>
            <a:endParaRPr b="0" lang="fr-FR" sz="2000" spc="-1" strike="noStrike">
              <a:solidFill>
                <a:srgbClr val="000000"/>
              </a:solidFill>
              <a:latin typeface="Arial"/>
            </a:endParaRPr>
          </a:p>
          <a:p>
            <a:pPr marL="716400" indent="-343080">
              <a:lnSpc>
                <a:spcPct val="100000"/>
              </a:lnSpc>
              <a:spcBef>
                <a:spcPts val="400"/>
              </a:spcBef>
              <a:buClr>
                <a:srgbClr val="0d0d0d"/>
              </a:buClr>
              <a:buFont typeface="Arial"/>
              <a:buChar char="•"/>
              <a:tabLst>
                <a:tab algn="l" pos="0"/>
              </a:tabLst>
            </a:pPr>
            <a:r>
              <a:rPr b="0" lang="en-US" sz="2000" spc="-1" strike="noStrike">
                <a:solidFill>
                  <a:srgbClr val="0d0d0d"/>
                </a:solidFill>
                <a:latin typeface="Calibri"/>
                <a:ea typeface="Calibri"/>
              </a:rPr>
              <a:t>Minimisation des données</a:t>
            </a:r>
            <a:endParaRPr b="0" lang="fr-FR" sz="2000" spc="-1" strike="noStrike">
              <a:solidFill>
                <a:srgbClr val="000000"/>
              </a:solidFill>
              <a:latin typeface="Arial"/>
            </a:endParaRPr>
          </a:p>
          <a:p>
            <a:pPr marL="716400" indent="-343080">
              <a:lnSpc>
                <a:spcPct val="100000"/>
              </a:lnSpc>
              <a:spcBef>
                <a:spcPts val="400"/>
              </a:spcBef>
              <a:buClr>
                <a:srgbClr val="0d0d0d"/>
              </a:buClr>
              <a:buFont typeface="Arial"/>
              <a:buChar char="•"/>
              <a:tabLst>
                <a:tab algn="l" pos="0"/>
              </a:tabLst>
            </a:pPr>
            <a:r>
              <a:rPr b="0" lang="en-US" sz="2000" spc="-1" strike="noStrike">
                <a:solidFill>
                  <a:srgbClr val="0d0d0d"/>
                </a:solidFill>
                <a:latin typeface="Calibri"/>
                <a:ea typeface="Calibri"/>
              </a:rPr>
              <a:t>Implication du DPO dès la conception</a:t>
            </a:r>
            <a:endParaRPr b="0" lang="fr-FR" sz="2000" spc="-1" strike="noStrike">
              <a:solidFill>
                <a:srgbClr val="000000"/>
              </a:solidFill>
              <a:latin typeface="Arial"/>
            </a:endParaRPr>
          </a:p>
          <a:p>
            <a:pPr indent="0">
              <a:lnSpc>
                <a:spcPct val="100000"/>
              </a:lnSpc>
              <a:spcBef>
                <a:spcPts val="400"/>
              </a:spcBef>
              <a:buNone/>
              <a:tabLst>
                <a:tab algn="l" pos="0"/>
              </a:tabLst>
            </a:pPr>
            <a:endParaRPr b="0" lang="fr-FR" sz="2000" spc="-1" strike="noStrike">
              <a:solidFill>
                <a:srgbClr val="000000"/>
              </a:solidFill>
              <a:latin typeface="Arial"/>
            </a:endParaRPr>
          </a:p>
          <a:p>
            <a:pPr marL="716400" indent="-343080">
              <a:lnSpc>
                <a:spcPct val="100000"/>
              </a:lnSpc>
              <a:spcBef>
                <a:spcPts val="400"/>
              </a:spcBef>
              <a:buClr>
                <a:srgbClr val="0d0d0d"/>
              </a:buClr>
              <a:buFont typeface="Arial"/>
              <a:buChar char="•"/>
              <a:tabLst>
                <a:tab algn="l" pos="0"/>
              </a:tabLst>
            </a:pPr>
            <a:r>
              <a:rPr b="0" lang="en-US" sz="2000" spc="-1" strike="noStrike">
                <a:solidFill>
                  <a:srgbClr val="0d0d0d"/>
                </a:solidFill>
                <a:latin typeface="Calibri"/>
                <a:ea typeface="Calibri"/>
              </a:rPr>
              <a:t>Durées de conservation limitées</a:t>
            </a:r>
            <a:endParaRPr b="0" lang="fr-FR" sz="2000" spc="-1" strike="noStrike">
              <a:solidFill>
                <a:srgbClr val="000000"/>
              </a:solidFill>
              <a:latin typeface="Arial"/>
            </a:endParaRPr>
          </a:p>
          <a:p>
            <a:pPr marL="716400" indent="-343080">
              <a:lnSpc>
                <a:spcPct val="100000"/>
              </a:lnSpc>
              <a:spcBef>
                <a:spcPts val="400"/>
              </a:spcBef>
              <a:buClr>
                <a:srgbClr val="0d0d0d"/>
              </a:buClr>
              <a:buFont typeface="Arial"/>
              <a:buChar char="•"/>
              <a:tabLst>
                <a:tab algn="l" pos="0"/>
              </a:tabLst>
            </a:pPr>
            <a:r>
              <a:rPr b="0" lang="en-US" sz="2000" spc="-1" strike="noStrike">
                <a:solidFill>
                  <a:srgbClr val="0d0d0d"/>
                </a:solidFill>
                <a:latin typeface="Calibri"/>
                <a:ea typeface="Calibri"/>
              </a:rPr>
              <a:t>Droits utilisateurs </a:t>
            </a:r>
            <a:r>
              <a:rPr b="0" lang="en-US" sz="1800" spc="-1" strike="noStrike">
                <a:solidFill>
                  <a:srgbClr val="0d0d0d"/>
                </a:solidFill>
                <a:latin typeface="Calibri"/>
                <a:ea typeface="Calibri"/>
              </a:rPr>
              <a:t>(accès, modification, suppression)</a:t>
            </a:r>
            <a:endParaRPr b="0" lang="fr-FR" sz="1800" spc="-1" strike="noStrike">
              <a:solidFill>
                <a:srgbClr val="000000"/>
              </a:solidFill>
              <a:latin typeface="Arial"/>
            </a:endParaRPr>
          </a:p>
          <a:p>
            <a:pPr marL="716400" indent="-343080">
              <a:lnSpc>
                <a:spcPct val="100000"/>
              </a:lnSpc>
              <a:spcBef>
                <a:spcPts val="400"/>
              </a:spcBef>
              <a:buClr>
                <a:srgbClr val="0d0d0d"/>
              </a:buClr>
              <a:buFont typeface="Arial"/>
              <a:buChar char="•"/>
              <a:tabLst>
                <a:tab algn="l" pos="0"/>
              </a:tabLst>
            </a:pPr>
            <a:r>
              <a:rPr b="0" lang="en-US" sz="2000" spc="-1" strike="noStrike">
                <a:solidFill>
                  <a:srgbClr val="0d0d0d"/>
                </a:solidFill>
                <a:latin typeface="Calibri"/>
                <a:ea typeface="Calibri"/>
              </a:rPr>
              <a:t>Registre CNIL formalisé</a:t>
            </a:r>
            <a:endParaRPr b="0" lang="fr-FR" sz="2000" spc="-1" strike="noStrike">
              <a:solidFill>
                <a:srgbClr val="000000"/>
              </a:solidFill>
              <a:latin typeface="Arial"/>
            </a:endParaRPr>
          </a:p>
        </p:txBody>
      </p:sp>
      <p:pic>
        <p:nvPicPr>
          <p:cNvPr id="224" name="Image 4" descr="Une image contenant texte, capture d’écran, Police&#10;&#10;Le contenu généré par l’IA peut être incorrect."/>
          <p:cNvPicPr/>
          <p:nvPr/>
        </p:nvPicPr>
        <p:blipFill>
          <a:blip r:embed="rId1"/>
          <a:stretch/>
        </p:blipFill>
        <p:spPr>
          <a:xfrm>
            <a:off x="0" y="3352680"/>
            <a:ext cx="12189960" cy="3506400"/>
          </a:xfrm>
          <a:prstGeom prst="rect">
            <a:avLst/>
          </a:prstGeom>
          <a:ln w="0">
            <a:noFill/>
          </a:ln>
        </p:spPr>
      </p:pic>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5" name="PlaceHolder 1"/>
          <p:cNvSpPr>
            <a:spLocks noGrp="1"/>
          </p:cNvSpPr>
          <p:nvPr>
            <p:ph type="title"/>
          </p:nvPr>
        </p:nvSpPr>
        <p:spPr>
          <a:xfrm>
            <a:off x="609480" y="189360"/>
            <a:ext cx="10970640" cy="798120"/>
          </a:xfrm>
          <a:prstGeom prst="rect">
            <a:avLst/>
          </a:prstGeom>
          <a:noFill/>
          <a:ln w="0">
            <a:noFill/>
          </a:ln>
        </p:spPr>
        <p:txBody>
          <a:bodyPr lIns="99720" rIns="99720" tIns="49680" bIns="49680" anchor="ctr">
            <a:noAutofit/>
          </a:bodyPr>
          <a:p>
            <a:pPr indent="0">
              <a:lnSpc>
                <a:spcPct val="100000"/>
              </a:lnSpc>
              <a:buNone/>
              <a:tabLst>
                <a:tab algn="l" pos="0"/>
              </a:tabLst>
            </a:pPr>
            <a:r>
              <a:rPr b="1" lang="en-US" sz="4000" spc="-1" strike="noStrike">
                <a:solidFill>
                  <a:srgbClr val="ffffff"/>
                </a:solidFill>
                <a:latin typeface="Calibri"/>
                <a:ea typeface="맑은 고딕"/>
              </a:rPr>
              <a:t>Enjeux éthiques</a:t>
            </a:r>
            <a:endParaRPr b="0" lang="fr-FR" sz="4000" spc="-1" strike="noStrike">
              <a:solidFill>
                <a:srgbClr val="000000"/>
              </a:solidFill>
              <a:latin typeface="Arial"/>
            </a:endParaRPr>
          </a:p>
        </p:txBody>
      </p:sp>
      <p:sp>
        <p:nvSpPr>
          <p:cNvPr id="226" name="PlaceHolder 2"/>
          <p:cNvSpPr>
            <a:spLocks noGrp="1"/>
          </p:cNvSpPr>
          <p:nvPr>
            <p:ph/>
          </p:nvPr>
        </p:nvSpPr>
        <p:spPr>
          <a:xfrm>
            <a:off x="285120" y="1485720"/>
            <a:ext cx="11660760" cy="3361320"/>
          </a:xfrm>
          <a:prstGeom prst="rect">
            <a:avLst/>
          </a:prstGeom>
          <a:noFill/>
          <a:ln w="0">
            <a:noFill/>
          </a:ln>
        </p:spPr>
        <p:txBody>
          <a:bodyPr lIns="99720" rIns="99720" tIns="49680" bIns="49680" anchor="t">
            <a:noAutofit/>
          </a:bodyPr>
          <a:p>
            <a:pPr marL="373320" indent="0">
              <a:lnSpc>
                <a:spcPct val="100000"/>
              </a:lnSpc>
              <a:spcBef>
                <a:spcPts val="400"/>
              </a:spcBef>
              <a:buNone/>
              <a:tabLst>
                <a:tab algn="l" pos="0"/>
              </a:tabLst>
            </a:pPr>
            <a:r>
              <a:rPr b="1" lang="en-US" sz="2000" spc="-1" strike="noStrike">
                <a:solidFill>
                  <a:srgbClr val="ff0000"/>
                </a:solidFill>
                <a:latin typeface="Calibri"/>
                <a:ea typeface="Calibri"/>
              </a:rPr>
              <a:t>Risques de biais des modèles IA</a:t>
            </a:r>
            <a:endParaRPr b="0" lang="fr-FR" sz="2000" spc="-1" strike="noStrike">
              <a:solidFill>
                <a:srgbClr val="000000"/>
              </a:solidFill>
              <a:latin typeface="Arial"/>
            </a:endParaRPr>
          </a:p>
          <a:p>
            <a:pPr marL="373320" indent="0">
              <a:lnSpc>
                <a:spcPct val="100000"/>
              </a:lnSpc>
              <a:spcBef>
                <a:spcPts val="400"/>
              </a:spcBef>
              <a:buNone/>
              <a:tabLst>
                <a:tab algn="l" pos="0"/>
              </a:tabLst>
            </a:pPr>
            <a:endParaRPr b="0" lang="fr-FR" sz="2000" spc="-1" strike="noStrike">
              <a:solidFill>
                <a:srgbClr val="000000"/>
              </a:solidFill>
              <a:latin typeface="Arial"/>
            </a:endParaRPr>
          </a:p>
          <a:p>
            <a:pPr marL="373320" indent="0">
              <a:lnSpc>
                <a:spcPct val="100000"/>
              </a:lnSpc>
              <a:spcBef>
                <a:spcPts val="400"/>
              </a:spcBef>
              <a:buNone/>
              <a:tabLst>
                <a:tab algn="l" pos="0"/>
              </a:tabLst>
            </a:pPr>
            <a:r>
              <a:rPr b="1" lang="en-US" sz="2000" spc="-1" strike="noStrike" u="sng">
                <a:solidFill>
                  <a:srgbClr val="0d0d0d"/>
                </a:solidFill>
                <a:uFillTx/>
                <a:latin typeface="Calibri"/>
                <a:ea typeface="Calibri"/>
              </a:rPr>
              <a:t>Biais dans les images d’entraînement :</a:t>
            </a:r>
            <a:endParaRPr b="0" lang="fr-FR" sz="2000" spc="-1" strike="noStrike">
              <a:solidFill>
                <a:srgbClr val="000000"/>
              </a:solidFill>
              <a:latin typeface="Arial"/>
            </a:endParaRPr>
          </a:p>
          <a:p>
            <a:pPr marL="716400" indent="-343080">
              <a:lnSpc>
                <a:spcPct val="100000"/>
              </a:lnSpc>
              <a:spcBef>
                <a:spcPts val="400"/>
              </a:spcBef>
              <a:buClr>
                <a:srgbClr val="0d0d0d"/>
              </a:buClr>
              <a:buFont typeface="Arial"/>
              <a:buChar char="•"/>
              <a:tabLst>
                <a:tab algn="l" pos="0"/>
              </a:tabLst>
            </a:pPr>
            <a:r>
              <a:rPr b="0" lang="en-US" sz="2000" spc="-1" strike="noStrike">
                <a:solidFill>
                  <a:srgbClr val="0d0d0d"/>
                </a:solidFill>
                <a:latin typeface="Calibri"/>
                <a:ea typeface="Calibri"/>
              </a:rPr>
              <a:t>Biais morphologiques avec des morphologies peu représentées</a:t>
            </a:r>
            <a:endParaRPr b="0" lang="fr-FR" sz="2000" spc="-1" strike="noStrike">
              <a:solidFill>
                <a:srgbClr val="000000"/>
              </a:solidFill>
              <a:latin typeface="Arial"/>
            </a:endParaRPr>
          </a:p>
          <a:p>
            <a:pPr marL="716400" indent="-343080">
              <a:lnSpc>
                <a:spcPct val="100000"/>
              </a:lnSpc>
              <a:spcBef>
                <a:spcPts val="400"/>
              </a:spcBef>
              <a:buClr>
                <a:srgbClr val="0d0d0d"/>
              </a:buClr>
              <a:buFont typeface="Arial"/>
              <a:buChar char="•"/>
              <a:tabLst>
                <a:tab algn="l" pos="0"/>
              </a:tabLst>
            </a:pPr>
            <a:r>
              <a:rPr b="0" lang="en-US" sz="2000" spc="-1" strike="noStrike">
                <a:solidFill>
                  <a:srgbClr val="0d0d0d"/>
                </a:solidFill>
                <a:latin typeface="Calibri"/>
                <a:ea typeface="Calibri"/>
              </a:rPr>
              <a:t>Biais culturels avec des styles culturels minoritaires</a:t>
            </a:r>
            <a:endParaRPr b="0" lang="fr-FR" sz="2000" spc="-1" strike="noStrike">
              <a:solidFill>
                <a:srgbClr val="000000"/>
              </a:solidFill>
              <a:latin typeface="Arial"/>
            </a:endParaRPr>
          </a:p>
          <a:p>
            <a:pPr marL="373320" indent="0">
              <a:lnSpc>
                <a:spcPct val="100000"/>
              </a:lnSpc>
              <a:spcBef>
                <a:spcPts val="400"/>
              </a:spcBef>
              <a:buNone/>
              <a:tabLst>
                <a:tab algn="l" pos="0"/>
              </a:tabLst>
            </a:pPr>
            <a:endParaRPr b="0" lang="fr-FR" sz="2000" spc="-1" strike="noStrike">
              <a:solidFill>
                <a:srgbClr val="000000"/>
              </a:solidFill>
              <a:latin typeface="Arial"/>
            </a:endParaRPr>
          </a:p>
          <a:p>
            <a:pPr marL="373320" indent="0">
              <a:lnSpc>
                <a:spcPct val="100000"/>
              </a:lnSpc>
              <a:spcBef>
                <a:spcPts val="400"/>
              </a:spcBef>
              <a:buNone/>
              <a:tabLst>
                <a:tab algn="l" pos="0"/>
              </a:tabLst>
            </a:pPr>
            <a:r>
              <a:rPr b="1" lang="en-US" sz="2000" spc="-1" strike="noStrike" u="sng">
                <a:solidFill>
                  <a:srgbClr val="0d0d0d"/>
                </a:solidFill>
                <a:uFillTx/>
                <a:latin typeface="Calibri"/>
                <a:ea typeface="Calibri"/>
              </a:rPr>
              <a:t>Biais de recommandations :</a:t>
            </a:r>
            <a:endParaRPr b="0" lang="fr-FR" sz="2000" spc="-1" strike="noStrike">
              <a:solidFill>
                <a:srgbClr val="000000"/>
              </a:solidFill>
              <a:latin typeface="Arial"/>
            </a:endParaRPr>
          </a:p>
          <a:p>
            <a:pPr marL="716400" indent="-343080">
              <a:lnSpc>
                <a:spcPct val="100000"/>
              </a:lnSpc>
              <a:spcBef>
                <a:spcPts val="400"/>
              </a:spcBef>
              <a:buClr>
                <a:srgbClr val="0d0d0d"/>
              </a:buClr>
              <a:buFont typeface="Arial"/>
              <a:buChar char="•"/>
              <a:tabLst>
                <a:tab algn="l" pos="0"/>
              </a:tabLst>
            </a:pPr>
            <a:r>
              <a:rPr b="0" lang="fr-FR" sz="2000" spc="-1" strike="noStrike">
                <a:solidFill>
                  <a:srgbClr val="0d0d0d"/>
                </a:solidFill>
                <a:latin typeface="Calibri"/>
                <a:ea typeface="Calibri"/>
              </a:rPr>
              <a:t>Sur-représentation de certains styles</a:t>
            </a:r>
            <a:endParaRPr b="0" lang="fr-FR" sz="2000" spc="-1" strike="noStrike">
              <a:solidFill>
                <a:srgbClr val="000000"/>
              </a:solidFill>
              <a:latin typeface="Arial"/>
            </a:endParaRPr>
          </a:p>
          <a:p>
            <a:pPr marL="716400" indent="-343080">
              <a:lnSpc>
                <a:spcPct val="100000"/>
              </a:lnSpc>
              <a:spcBef>
                <a:spcPts val="400"/>
              </a:spcBef>
              <a:buClr>
                <a:srgbClr val="0d0d0d"/>
              </a:buClr>
              <a:buFont typeface="Arial"/>
              <a:buChar char="•"/>
              <a:tabLst>
                <a:tab algn="l" pos="0"/>
              </a:tabLst>
            </a:pPr>
            <a:r>
              <a:rPr b="0" lang="en-US" sz="2000" spc="-1" strike="noStrike">
                <a:solidFill>
                  <a:srgbClr val="0d0d0d"/>
                </a:solidFill>
                <a:latin typeface="Calibri"/>
                <a:ea typeface="Calibri"/>
              </a:rPr>
              <a:t>Recommandations discriminantes avec des stéréotypes vestimentaires</a:t>
            </a:r>
            <a:endParaRPr b="0" lang="fr-FR" sz="2000" spc="-1" strike="noStrike">
              <a:solidFill>
                <a:srgbClr val="000000"/>
              </a:solidFill>
              <a:latin typeface="Arial"/>
            </a:endParaRPr>
          </a:p>
          <a:p>
            <a:pPr marL="373320" indent="0">
              <a:lnSpc>
                <a:spcPct val="100000"/>
              </a:lnSpc>
              <a:spcBef>
                <a:spcPts val="400"/>
              </a:spcBef>
              <a:buNone/>
              <a:tabLst>
                <a:tab algn="l" pos="0"/>
              </a:tabLst>
            </a:pPr>
            <a:endParaRPr b="0" lang="fr-FR" sz="2000" spc="-1" strike="noStrike">
              <a:solidFill>
                <a:srgbClr val="000000"/>
              </a:solidFill>
              <a:latin typeface="Arial"/>
            </a:endParaRPr>
          </a:p>
          <a:p>
            <a:pPr marL="373320" indent="0">
              <a:lnSpc>
                <a:spcPct val="100000"/>
              </a:lnSpc>
              <a:spcBef>
                <a:spcPts val="400"/>
              </a:spcBef>
              <a:buNone/>
              <a:tabLst>
                <a:tab algn="l" pos="0"/>
              </a:tabLst>
            </a:pPr>
            <a:endParaRPr b="0" lang="fr-FR" sz="2000" spc="-1" strike="noStrike">
              <a:solidFill>
                <a:srgbClr val="000000"/>
              </a:solidFill>
              <a:latin typeface="Arial"/>
            </a:endParaRPr>
          </a:p>
          <a:p>
            <a:pPr marL="373320" indent="0">
              <a:lnSpc>
                <a:spcPct val="100000"/>
              </a:lnSpc>
              <a:spcBef>
                <a:spcPts val="400"/>
              </a:spcBef>
              <a:buNone/>
              <a:tabLst>
                <a:tab algn="l" pos="0"/>
              </a:tabLst>
            </a:pPr>
            <a:endParaRPr b="0" lang="fr-FR" sz="2000" spc="-1" strike="noStrike">
              <a:solidFill>
                <a:srgbClr val="000000"/>
              </a:solidFill>
              <a:latin typeface="Arial"/>
            </a:endParaRPr>
          </a:p>
        </p:txBody>
      </p:sp>
      <p:pic>
        <p:nvPicPr>
          <p:cNvPr id="227" name="Graphique 1" descr="Avertissement contour"/>
          <p:cNvPicPr/>
          <p:nvPr/>
        </p:nvPicPr>
        <p:blipFill>
          <a:blip r:embed="rId1"/>
          <a:stretch/>
        </p:blipFill>
        <p:spPr>
          <a:xfrm>
            <a:off x="82800" y="1244160"/>
            <a:ext cx="654120" cy="654120"/>
          </a:xfrm>
          <a:prstGeom prst="rect">
            <a:avLst/>
          </a:prstGeom>
          <a:ln w="0">
            <a:noFill/>
          </a:ln>
        </p:spPr>
      </p:pic>
      <p:sp>
        <p:nvSpPr>
          <p:cNvPr id="228" name="ZoneTexte 2"/>
          <p:cNvSpPr/>
          <p:nvPr/>
        </p:nvSpPr>
        <p:spPr>
          <a:xfrm>
            <a:off x="4807800" y="4965120"/>
            <a:ext cx="7275600" cy="1817280"/>
          </a:xfrm>
          <a:prstGeom prst="rect">
            <a:avLst/>
          </a:prstGeom>
          <a:noFill/>
          <a:ln w="0">
            <a:noFill/>
          </a:ln>
        </p:spPr>
        <p:style>
          <a:lnRef idx="0"/>
          <a:fillRef idx="0"/>
          <a:effectRef idx="0"/>
          <a:fontRef idx="minor"/>
        </p:style>
        <p:txBody>
          <a:bodyPr lIns="90000" rIns="90000" tIns="45000" bIns="45000" anchor="t">
            <a:spAutoFit/>
          </a:bodyPr>
          <a:p>
            <a:pPr marL="373320">
              <a:lnSpc>
                <a:spcPct val="100000"/>
              </a:lnSpc>
              <a:spcBef>
                <a:spcPts val="400"/>
              </a:spcBef>
              <a:tabLst>
                <a:tab algn="l" pos="0"/>
              </a:tabLst>
            </a:pPr>
            <a:r>
              <a:rPr b="1" lang="en-US" sz="2000" spc="-1" strike="noStrike" u="sng">
                <a:solidFill>
                  <a:srgbClr val="0d0d0d"/>
                </a:solidFill>
                <a:uFillTx/>
                <a:latin typeface="Calibri"/>
                <a:ea typeface="DejaVu Sans"/>
              </a:rPr>
              <a:t>Mesures :</a:t>
            </a:r>
            <a:endParaRPr b="0" lang="fr-FR" sz="2000" spc="-1" strike="noStrike">
              <a:latin typeface="Arial"/>
            </a:endParaRPr>
          </a:p>
          <a:p>
            <a:pPr marL="716400" indent="-343080">
              <a:lnSpc>
                <a:spcPct val="100000"/>
              </a:lnSpc>
              <a:spcBef>
                <a:spcPts val="400"/>
              </a:spcBef>
              <a:buClr>
                <a:srgbClr val="0d0d0d"/>
              </a:buClr>
              <a:buFont typeface="Arial"/>
              <a:buChar char="•"/>
              <a:tabLst>
                <a:tab algn="l" pos="0"/>
              </a:tabLst>
            </a:pPr>
            <a:r>
              <a:rPr b="0" lang="en-US" sz="2000" spc="-1" strike="noStrike">
                <a:solidFill>
                  <a:srgbClr val="0d0d0d"/>
                </a:solidFill>
                <a:latin typeface="Calibri"/>
                <a:ea typeface="Calibri"/>
              </a:rPr>
              <a:t>Jeux de données diversifiés</a:t>
            </a:r>
            <a:endParaRPr b="0" lang="fr-FR" sz="2000" spc="-1" strike="noStrike">
              <a:latin typeface="Arial"/>
            </a:endParaRPr>
          </a:p>
          <a:p>
            <a:pPr marL="716400" indent="-343080">
              <a:lnSpc>
                <a:spcPct val="100000"/>
              </a:lnSpc>
              <a:spcBef>
                <a:spcPts val="400"/>
              </a:spcBef>
              <a:buClr>
                <a:srgbClr val="0d0d0d"/>
              </a:buClr>
              <a:buFont typeface="Arial"/>
              <a:buChar char="•"/>
              <a:tabLst>
                <a:tab algn="l" pos="0"/>
              </a:tabLst>
            </a:pPr>
            <a:r>
              <a:rPr b="0" lang="en-US" sz="2000" spc="-1" strike="noStrike">
                <a:solidFill>
                  <a:srgbClr val="0d0d0d"/>
                </a:solidFill>
                <a:latin typeface="Calibri"/>
                <a:ea typeface="Calibri"/>
              </a:rPr>
              <a:t>Feedback utilisateur pris en compte</a:t>
            </a:r>
            <a:endParaRPr b="0" lang="fr-FR" sz="2000" spc="-1" strike="noStrike">
              <a:latin typeface="Arial"/>
            </a:endParaRPr>
          </a:p>
          <a:p>
            <a:pPr marL="716400" indent="-343080">
              <a:lnSpc>
                <a:spcPct val="100000"/>
              </a:lnSpc>
              <a:spcBef>
                <a:spcPts val="400"/>
              </a:spcBef>
              <a:buClr>
                <a:srgbClr val="0d0d0d"/>
              </a:buClr>
              <a:buFont typeface="Arial"/>
              <a:buChar char="•"/>
              <a:tabLst>
                <a:tab algn="l" pos="0"/>
              </a:tabLst>
            </a:pPr>
            <a:r>
              <a:rPr b="0" lang="en-US" sz="2000" spc="-1" strike="noStrike">
                <a:solidFill>
                  <a:srgbClr val="0d0d0d"/>
                </a:solidFill>
                <a:latin typeface="Calibri"/>
                <a:ea typeface="Calibri"/>
              </a:rPr>
              <a:t>Evaluation et amélioration continue des performances</a:t>
            </a:r>
            <a:endParaRPr b="0" lang="fr-FR" sz="2000" spc="-1" strike="noStrike">
              <a:latin typeface="Arial"/>
            </a:endParaRPr>
          </a:p>
          <a:p>
            <a:pPr marL="716400" indent="-343080">
              <a:lnSpc>
                <a:spcPct val="100000"/>
              </a:lnSpc>
              <a:spcBef>
                <a:spcPts val="400"/>
              </a:spcBef>
              <a:buClr>
                <a:srgbClr val="0d0d0d"/>
              </a:buClr>
              <a:buFont typeface="Arial"/>
              <a:buChar char="•"/>
              <a:tabLst>
                <a:tab algn="l" pos="0"/>
              </a:tabLst>
            </a:pPr>
            <a:r>
              <a:rPr b="0" lang="en-US" sz="2000" spc="-1" strike="noStrike">
                <a:solidFill>
                  <a:srgbClr val="0d0d0d"/>
                </a:solidFill>
                <a:latin typeface="Calibri"/>
                <a:ea typeface="Calibri"/>
              </a:rPr>
              <a:t>Possibilité pour l’utilisateur d’arrêter les fonctionnalités IA</a:t>
            </a:r>
            <a:endParaRPr b="0" lang="fr-FR" sz="2000" spc="-1" strike="noStrike">
              <a:latin typeface="Arial"/>
            </a:endParaRPr>
          </a:p>
        </p:txBody>
      </p:sp>
      <p:sp>
        <p:nvSpPr>
          <p:cNvPr id="229" name="Flèche : courbe vers le bas 3"/>
          <p:cNvSpPr/>
          <p:nvPr/>
        </p:nvSpPr>
        <p:spPr>
          <a:xfrm flipV="1" rot="1892400">
            <a:off x="3336120" y="5241240"/>
            <a:ext cx="1584720" cy="766080"/>
          </a:xfrm>
          <a:prstGeom prst="curvedDownArrow">
            <a:avLst>
              <a:gd name="adj1" fmla="val 24276"/>
              <a:gd name="adj2" fmla="val 67863"/>
              <a:gd name="adj3" fmla="val 28577"/>
            </a:avLst>
          </a:prstGeom>
          <a:solidFill>
            <a:schemeClr val="accent6">
              <a:lumMod val="60000"/>
              <a:lumOff val="40000"/>
            </a:schemeClr>
          </a:solidFill>
          <a:ln>
            <a:solidFill>
              <a:srgbClr val="f79646"/>
            </a:solidFill>
          </a:ln>
        </p:spPr>
        <p:style>
          <a:lnRef idx="2">
            <a:schemeClr val="accent6"/>
          </a:lnRef>
          <a:fillRef idx="1">
            <a:schemeClr val="lt1"/>
          </a:fillRef>
          <a:effectRef idx="0">
            <a:schemeClr val="accent6"/>
          </a:effectRef>
          <a:fontRef idx="minor"/>
        </p:style>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0" name="PlaceHolder 1"/>
          <p:cNvSpPr>
            <a:spLocks noGrp="1"/>
          </p:cNvSpPr>
          <p:nvPr>
            <p:ph type="title"/>
          </p:nvPr>
        </p:nvSpPr>
        <p:spPr>
          <a:xfrm>
            <a:off x="609480" y="189360"/>
            <a:ext cx="10970640" cy="798120"/>
          </a:xfrm>
          <a:prstGeom prst="rect">
            <a:avLst/>
          </a:prstGeom>
          <a:noFill/>
          <a:ln w="0">
            <a:noFill/>
          </a:ln>
        </p:spPr>
        <p:txBody>
          <a:bodyPr lIns="99720" rIns="99720" tIns="49680" bIns="49680" anchor="ctr">
            <a:noAutofit/>
          </a:bodyPr>
          <a:p>
            <a:pPr indent="0">
              <a:lnSpc>
                <a:spcPct val="100000"/>
              </a:lnSpc>
              <a:buNone/>
              <a:tabLst>
                <a:tab algn="l" pos="0"/>
              </a:tabLst>
            </a:pPr>
            <a:r>
              <a:rPr b="1" lang="en-US" sz="4000" spc="-1" strike="noStrike">
                <a:solidFill>
                  <a:srgbClr val="ffffff"/>
                </a:solidFill>
                <a:latin typeface="Calibri"/>
                <a:ea typeface="맑은 고딕"/>
              </a:rPr>
              <a:t>Plan de mitigation des risques</a:t>
            </a:r>
            <a:endParaRPr b="0" lang="fr-FR" sz="4000" spc="-1" strike="noStrike">
              <a:solidFill>
                <a:srgbClr val="000000"/>
              </a:solidFill>
              <a:latin typeface="Arial"/>
            </a:endParaRPr>
          </a:p>
        </p:txBody>
      </p:sp>
      <p:sp>
        <p:nvSpPr>
          <p:cNvPr id="231" name="PlaceHolder 2"/>
          <p:cNvSpPr>
            <a:spLocks noGrp="1"/>
          </p:cNvSpPr>
          <p:nvPr>
            <p:ph/>
          </p:nvPr>
        </p:nvSpPr>
        <p:spPr>
          <a:xfrm>
            <a:off x="609480" y="1485720"/>
            <a:ext cx="10970640" cy="4823640"/>
          </a:xfrm>
          <a:prstGeom prst="rect">
            <a:avLst/>
          </a:prstGeom>
          <a:noFill/>
          <a:ln w="0">
            <a:noFill/>
          </a:ln>
        </p:spPr>
        <p:txBody>
          <a:bodyPr lIns="99720" rIns="99720" tIns="49680" bIns="49680" anchor="t">
            <a:noAutofit/>
          </a:bodyPr>
          <a:p>
            <a:pPr marL="373320" indent="0">
              <a:lnSpc>
                <a:spcPct val="100000"/>
              </a:lnSpc>
              <a:spcBef>
                <a:spcPts val="400"/>
              </a:spcBef>
              <a:buNone/>
              <a:tabLst>
                <a:tab algn="l" pos="0"/>
              </a:tabLst>
            </a:pPr>
            <a:r>
              <a:rPr b="0" i="1" lang="en-US" sz="2000" spc="-1" strike="noStrike">
                <a:solidFill>
                  <a:srgbClr val="0d0d0d"/>
                </a:solidFill>
                <a:latin typeface="Calibri"/>
                <a:ea typeface="맑은 고딕"/>
              </a:rPr>
              <a:t>Risque</a:t>
            </a:r>
            <a:r>
              <a:rPr b="0" i="1" lang="en-US" sz="2000" spc="-1" strike="noStrike">
                <a:solidFill>
                  <a:srgbClr val="0d0d0d"/>
                </a:solidFill>
                <a:latin typeface="Calibri"/>
                <a:ea typeface="맑은 고딕"/>
              </a:rPr>
              <a:t>	</a:t>
            </a:r>
            <a:r>
              <a:rPr b="0" i="1" lang="en-US" sz="2000" spc="-1" strike="noStrike">
                <a:solidFill>
                  <a:srgbClr val="0d0d0d"/>
                </a:solidFill>
                <a:latin typeface="Calibri"/>
                <a:ea typeface="맑은 고딕"/>
              </a:rPr>
              <a:t>Action</a:t>
            </a:r>
            <a:endParaRPr b="0" lang="fr-FR" sz="2000" spc="-1" strike="noStrike">
              <a:solidFill>
                <a:srgbClr val="000000"/>
              </a:solidFill>
              <a:latin typeface="Arial"/>
            </a:endParaRPr>
          </a:p>
          <a:p>
            <a:pPr marL="373320" indent="0">
              <a:lnSpc>
                <a:spcPct val="100000"/>
              </a:lnSpc>
              <a:spcBef>
                <a:spcPts val="400"/>
              </a:spcBef>
              <a:buNone/>
              <a:tabLst>
                <a:tab algn="l" pos="0"/>
              </a:tabLst>
            </a:pPr>
            <a:r>
              <a:rPr b="0" i="1" lang="en-US" sz="2000" spc="-1" strike="noStrike">
                <a:solidFill>
                  <a:srgbClr val="0d0d0d"/>
                </a:solidFill>
                <a:latin typeface="Calibri"/>
                <a:ea typeface="맑은 고딕"/>
              </a:rPr>
              <a:t>Modèle IA peu performant</a:t>
            </a:r>
            <a:r>
              <a:rPr b="0" i="1" lang="en-US" sz="2000" spc="-1" strike="noStrike">
                <a:solidFill>
                  <a:srgbClr val="0d0d0d"/>
                </a:solidFill>
                <a:latin typeface="Calibri"/>
                <a:ea typeface="맑은 고딕"/>
              </a:rPr>
              <a:t>	</a:t>
            </a:r>
            <a:r>
              <a:rPr b="0" i="1" lang="en-US" sz="2000" spc="-1" strike="noStrike">
                <a:solidFill>
                  <a:srgbClr val="0d0d0d"/>
                </a:solidFill>
                <a:latin typeface="Calibri"/>
                <a:ea typeface="맑은 고딕"/>
              </a:rPr>
              <a:t>Modèles pré-entraînés + MVP</a:t>
            </a:r>
            <a:endParaRPr b="0" lang="fr-FR" sz="2000" spc="-1" strike="noStrike">
              <a:solidFill>
                <a:srgbClr val="000000"/>
              </a:solidFill>
              <a:latin typeface="Arial"/>
            </a:endParaRPr>
          </a:p>
          <a:p>
            <a:pPr marL="373320" indent="0">
              <a:lnSpc>
                <a:spcPct val="100000"/>
              </a:lnSpc>
              <a:spcBef>
                <a:spcPts val="400"/>
              </a:spcBef>
              <a:buNone/>
              <a:tabLst>
                <a:tab algn="l" pos="0"/>
              </a:tabLst>
            </a:pPr>
            <a:r>
              <a:rPr b="0" i="1" lang="en-US" sz="2000" spc="-1" strike="noStrike">
                <a:solidFill>
                  <a:srgbClr val="0d0d0d"/>
                </a:solidFill>
                <a:latin typeface="Calibri"/>
                <a:ea typeface="맑은 고딕"/>
              </a:rPr>
              <a:t>RGPD</a:t>
            </a:r>
            <a:r>
              <a:rPr b="0" i="1" lang="en-US" sz="2000" spc="-1" strike="noStrike">
                <a:solidFill>
                  <a:srgbClr val="0d0d0d"/>
                </a:solidFill>
                <a:latin typeface="Calibri"/>
                <a:ea typeface="맑은 고딕"/>
              </a:rPr>
              <a:t>	</a:t>
            </a:r>
            <a:r>
              <a:rPr b="0" i="1" lang="en-US" sz="2000" spc="-1" strike="noStrike">
                <a:solidFill>
                  <a:srgbClr val="0d0d0d"/>
                </a:solidFill>
                <a:latin typeface="Calibri"/>
                <a:ea typeface="맑은 고딕"/>
              </a:rPr>
              <a:t>DPO + registre CNIL</a:t>
            </a:r>
            <a:endParaRPr b="0" lang="fr-FR" sz="2000" spc="-1" strike="noStrike">
              <a:solidFill>
                <a:srgbClr val="000000"/>
              </a:solidFill>
              <a:latin typeface="Arial"/>
            </a:endParaRPr>
          </a:p>
          <a:p>
            <a:pPr marL="373320" indent="0">
              <a:lnSpc>
                <a:spcPct val="100000"/>
              </a:lnSpc>
              <a:spcBef>
                <a:spcPts val="400"/>
              </a:spcBef>
              <a:buNone/>
              <a:tabLst>
                <a:tab algn="l" pos="0"/>
              </a:tabLst>
            </a:pPr>
            <a:r>
              <a:rPr b="0" i="1" lang="en-US" sz="2000" spc="-1" strike="noStrike">
                <a:solidFill>
                  <a:srgbClr val="0d0d0d"/>
                </a:solidFill>
                <a:latin typeface="Calibri"/>
                <a:ea typeface="맑은 고딕"/>
              </a:rPr>
              <a:t>Délais courts</a:t>
            </a:r>
            <a:r>
              <a:rPr b="0" i="1" lang="en-US" sz="2000" spc="-1" strike="noStrike">
                <a:solidFill>
                  <a:srgbClr val="0d0d0d"/>
                </a:solidFill>
                <a:latin typeface="Calibri"/>
                <a:ea typeface="맑은 고딕"/>
              </a:rPr>
              <a:t>	</a:t>
            </a:r>
            <a:r>
              <a:rPr b="0" i="1" lang="en-US" sz="2000" spc="-1" strike="noStrike">
                <a:solidFill>
                  <a:srgbClr val="0d0d0d"/>
                </a:solidFill>
                <a:latin typeface="Calibri"/>
                <a:ea typeface="맑은 고딕"/>
              </a:rPr>
              <a:t>Priorisation MVP</a:t>
            </a:r>
            <a:endParaRPr b="0" lang="fr-FR" sz="2000" spc="-1" strike="noStrike">
              <a:solidFill>
                <a:srgbClr val="000000"/>
              </a:solidFill>
              <a:latin typeface="Arial"/>
            </a:endParaRPr>
          </a:p>
          <a:p>
            <a:pPr marL="373320" indent="0">
              <a:lnSpc>
                <a:spcPct val="100000"/>
              </a:lnSpc>
              <a:spcBef>
                <a:spcPts val="400"/>
              </a:spcBef>
              <a:buNone/>
              <a:tabLst>
                <a:tab algn="l" pos="0"/>
              </a:tabLst>
            </a:pPr>
            <a:r>
              <a:rPr b="0" i="1" lang="en-US" sz="2000" spc="-1" strike="noStrike">
                <a:solidFill>
                  <a:srgbClr val="0d0d0d"/>
                </a:solidFill>
                <a:latin typeface="Calibri"/>
                <a:ea typeface="맑은 고딕"/>
              </a:rPr>
              <a:t>Coûts cloud</a:t>
            </a:r>
            <a:r>
              <a:rPr b="0" i="1" lang="en-US" sz="2000" spc="-1" strike="noStrike">
                <a:solidFill>
                  <a:srgbClr val="0d0d0d"/>
                </a:solidFill>
                <a:latin typeface="Calibri"/>
                <a:ea typeface="맑은 고딕"/>
              </a:rPr>
              <a:t>	</a:t>
            </a:r>
            <a:r>
              <a:rPr b="0" i="1" lang="en-US" sz="2000" spc="-1" strike="noStrike">
                <a:solidFill>
                  <a:srgbClr val="0d0d0d"/>
                </a:solidFill>
                <a:latin typeface="Calibri"/>
                <a:ea typeface="맑은 고딕"/>
              </a:rPr>
              <a:t>Suivi &amp; quotas</a:t>
            </a:r>
            <a:endParaRPr b="0" lang="fr-FR" sz="2000" spc="-1" strike="noStrike">
              <a:solidFill>
                <a:srgbClr val="000000"/>
              </a:solidFill>
              <a:latin typeface="Arial"/>
            </a:endParaRPr>
          </a:p>
          <a:p>
            <a:pPr marL="373320" indent="0">
              <a:lnSpc>
                <a:spcPct val="100000"/>
              </a:lnSpc>
              <a:spcBef>
                <a:spcPts val="400"/>
              </a:spcBef>
              <a:buNone/>
              <a:tabLst>
                <a:tab algn="l" pos="0"/>
              </a:tabLst>
            </a:pPr>
            <a:endParaRPr b="0" lang="fr-FR" sz="2000" spc="-1" strike="noStrike">
              <a:solidFill>
                <a:srgbClr val="000000"/>
              </a:solidFill>
              <a:latin typeface="Arial"/>
            </a:endParaRPr>
          </a:p>
          <a:p>
            <a:pPr marL="373320" indent="0">
              <a:lnSpc>
                <a:spcPct val="100000"/>
              </a:lnSpc>
              <a:spcBef>
                <a:spcPts val="400"/>
              </a:spcBef>
              <a:buNone/>
              <a:tabLst>
                <a:tab algn="l" pos="0"/>
              </a:tabLst>
            </a:pPr>
            <a:r>
              <a:rPr b="0" i="1" lang="en-US" sz="2000" spc="-1" strike="noStrike">
                <a:solidFill>
                  <a:srgbClr val="0d0d0d"/>
                </a:solidFill>
                <a:latin typeface="Calibri"/>
                <a:ea typeface="맑은 고딕"/>
              </a:rPr>
              <a:t>👉 </a:t>
            </a:r>
            <a:r>
              <a:rPr b="0" i="1" lang="en-US" sz="2000" spc="-1" strike="noStrike">
                <a:solidFill>
                  <a:srgbClr val="0d0d0d"/>
                </a:solidFill>
                <a:latin typeface="Calibri"/>
                <a:ea typeface="맑은 고딕"/>
              </a:rPr>
              <a:t>Mention du risque résiduel maîtrisé</a:t>
            </a:r>
            <a:endParaRPr b="0" lang="fr-FR" sz="2000" spc="-1" strike="noStrike">
              <a:solidFill>
                <a:srgbClr val="000000"/>
              </a:solidFill>
              <a:latin typeface="Arial"/>
            </a:endParaRPr>
          </a:p>
        </p:txBody>
      </p:sp>
      <p:pic>
        <p:nvPicPr>
          <p:cNvPr id="232" name="Image 4" descr="Une image contenant texte, capture d’écran, nombre, Police&#10;&#10;Le contenu généré par l’IA peut être incorrect."/>
          <p:cNvPicPr/>
          <p:nvPr/>
        </p:nvPicPr>
        <p:blipFill>
          <a:blip r:embed="rId1"/>
          <a:stretch/>
        </p:blipFill>
        <p:spPr>
          <a:xfrm>
            <a:off x="9720" y="1327320"/>
            <a:ext cx="12189960" cy="5427000"/>
          </a:xfrm>
          <a:prstGeom prst="rect">
            <a:avLst/>
          </a:prstGeom>
          <a:ln w="0">
            <a:noFill/>
          </a:ln>
        </p:spPr>
      </p:pic>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3" name="PlaceHolder 1"/>
          <p:cNvSpPr>
            <a:spLocks noGrp="1"/>
          </p:cNvSpPr>
          <p:nvPr>
            <p:ph type="title"/>
          </p:nvPr>
        </p:nvSpPr>
        <p:spPr>
          <a:xfrm>
            <a:off x="609480" y="189360"/>
            <a:ext cx="10970640" cy="798120"/>
          </a:xfrm>
          <a:prstGeom prst="rect">
            <a:avLst/>
          </a:prstGeom>
          <a:noFill/>
          <a:ln w="0">
            <a:noFill/>
          </a:ln>
        </p:spPr>
        <p:txBody>
          <a:bodyPr lIns="99720" rIns="99720" tIns="49680" bIns="49680" anchor="ctr">
            <a:noAutofit/>
          </a:bodyPr>
          <a:p>
            <a:pPr indent="0">
              <a:lnSpc>
                <a:spcPct val="100000"/>
              </a:lnSpc>
              <a:buNone/>
              <a:tabLst>
                <a:tab algn="l" pos="0"/>
              </a:tabLst>
            </a:pPr>
            <a:r>
              <a:rPr b="1" lang="en-US" sz="4000" spc="-1" strike="noStrike">
                <a:solidFill>
                  <a:srgbClr val="ffffff"/>
                </a:solidFill>
                <a:latin typeface="Calibri"/>
                <a:ea typeface="맑은 고딕"/>
              </a:rPr>
              <a:t>Conclusion</a:t>
            </a:r>
            <a:endParaRPr b="0" lang="fr-FR" sz="4000" spc="-1" strike="noStrike">
              <a:solidFill>
                <a:srgbClr val="000000"/>
              </a:solidFill>
              <a:latin typeface="Arial"/>
            </a:endParaRPr>
          </a:p>
        </p:txBody>
      </p:sp>
      <p:sp>
        <p:nvSpPr>
          <p:cNvPr id="234" name="PlaceHolder 2"/>
          <p:cNvSpPr>
            <a:spLocks noGrp="1"/>
          </p:cNvSpPr>
          <p:nvPr>
            <p:ph/>
          </p:nvPr>
        </p:nvSpPr>
        <p:spPr>
          <a:xfrm>
            <a:off x="0" y="1485720"/>
            <a:ext cx="7020000" cy="3374280"/>
          </a:xfrm>
          <a:prstGeom prst="rect">
            <a:avLst/>
          </a:prstGeom>
          <a:noFill/>
          <a:ln w="0">
            <a:noFill/>
          </a:ln>
        </p:spPr>
        <p:txBody>
          <a:bodyPr lIns="99720" rIns="99720" tIns="49680" bIns="49680" anchor="t">
            <a:noAutofit/>
          </a:bodyPr>
          <a:p>
            <a:pPr marL="373320" indent="0">
              <a:lnSpc>
                <a:spcPct val="100000"/>
              </a:lnSpc>
              <a:spcBef>
                <a:spcPts val="400"/>
              </a:spcBef>
              <a:buNone/>
              <a:tabLst>
                <a:tab algn="l" pos="0"/>
              </a:tabLst>
            </a:pPr>
            <a:r>
              <a:rPr b="0" i="1" lang="en-US" sz="2000" spc="-1" strike="noStrike">
                <a:solidFill>
                  <a:srgbClr val="0d0d0d"/>
                </a:solidFill>
                <a:latin typeface="Calibri"/>
                <a:ea typeface="맑은 고딕"/>
              </a:rPr>
              <a:t>✔ </a:t>
            </a:r>
            <a:r>
              <a:rPr b="1" lang="en-US" sz="2000" spc="-1" strike="noStrike" u="sng">
                <a:solidFill>
                  <a:srgbClr val="0d0d0d"/>
                </a:solidFill>
                <a:uFillTx/>
                <a:latin typeface="Calibri"/>
                <a:ea typeface="Calibri"/>
              </a:rPr>
              <a:t>Projet aligné avec la stratégie de l’entreprise</a:t>
            </a:r>
            <a:endParaRPr b="0" lang="fr-FR" sz="2000" spc="-1" strike="noStrike">
              <a:solidFill>
                <a:srgbClr val="000000"/>
              </a:solidFill>
              <a:latin typeface="Arial"/>
            </a:endParaRPr>
          </a:p>
          <a:p>
            <a:pPr marL="373320">
              <a:lnSpc>
                <a:spcPct val="100000"/>
              </a:lnSpc>
              <a:spcBef>
                <a:spcPts val="400"/>
              </a:spcBef>
              <a:buClr>
                <a:srgbClr val="000000"/>
              </a:buClr>
              <a:buSzPct val="45000"/>
              <a:buFont typeface="Wingdings" charset="2"/>
              <a:buChar char=""/>
              <a:tabLst>
                <a:tab algn="l" pos="0"/>
              </a:tabLst>
            </a:pPr>
            <a:r>
              <a:rPr b="0" lang="en-US" sz="2000" spc="-1" strike="noStrike">
                <a:solidFill>
                  <a:srgbClr val="0d0d0d"/>
                </a:solidFill>
                <a:latin typeface="Calibri"/>
                <a:ea typeface="맑은 고딕"/>
              </a:rPr>
              <a:t>Différenciation concurrentielle forte </a:t>
            </a:r>
            <a:endParaRPr b="0" lang="fr-FR" sz="2000" spc="-1" strike="noStrike">
              <a:solidFill>
                <a:srgbClr val="000000"/>
              </a:solidFill>
              <a:latin typeface="Arial"/>
            </a:endParaRPr>
          </a:p>
          <a:p>
            <a:pPr marL="373320">
              <a:lnSpc>
                <a:spcPct val="100000"/>
              </a:lnSpc>
              <a:spcBef>
                <a:spcPts val="400"/>
              </a:spcBef>
              <a:buClr>
                <a:srgbClr val="000000"/>
              </a:buClr>
              <a:buSzPct val="45000"/>
              <a:buFont typeface="Wingdings" charset="2"/>
              <a:buChar char=""/>
              <a:tabLst>
                <a:tab algn="l" pos="0"/>
              </a:tabLst>
            </a:pPr>
            <a:r>
              <a:rPr b="0" lang="en-US" sz="2000" spc="-1" strike="noStrike">
                <a:solidFill>
                  <a:srgbClr val="0d0d0d"/>
                </a:solidFill>
                <a:latin typeface="Calibri"/>
                <a:ea typeface="맑은 고딕"/>
              </a:rPr>
              <a:t>Innovation valorisable pour l’image de marque</a:t>
            </a:r>
            <a:endParaRPr b="0" lang="fr-FR" sz="2000" spc="-1" strike="noStrike">
              <a:solidFill>
                <a:srgbClr val="000000"/>
              </a:solidFill>
              <a:latin typeface="Arial"/>
            </a:endParaRPr>
          </a:p>
          <a:p>
            <a:pPr marL="373320">
              <a:lnSpc>
                <a:spcPct val="100000"/>
              </a:lnSpc>
              <a:spcBef>
                <a:spcPts val="400"/>
              </a:spcBef>
              <a:buClr>
                <a:srgbClr val="000000"/>
              </a:buClr>
              <a:buSzPct val="45000"/>
              <a:buFont typeface="Wingdings" charset="2"/>
              <a:buChar char=""/>
              <a:tabLst>
                <a:tab algn="l" pos="0"/>
              </a:tabLst>
            </a:pPr>
            <a:r>
              <a:rPr b="0" lang="en-US" sz="2000" spc="-1" strike="noStrike">
                <a:solidFill>
                  <a:srgbClr val="0d0d0d"/>
                </a:solidFill>
                <a:latin typeface="Calibri"/>
                <a:ea typeface="맑은 고딕"/>
              </a:rPr>
              <a:t>Meilleure connaissance client via des données propriétaires</a:t>
            </a:r>
            <a:endParaRPr b="0" lang="fr-FR" sz="2000" spc="-1" strike="noStrike">
              <a:solidFill>
                <a:srgbClr val="000000"/>
              </a:solidFill>
              <a:latin typeface="Arial"/>
            </a:endParaRPr>
          </a:p>
          <a:p>
            <a:pPr marL="373320" indent="0">
              <a:lnSpc>
                <a:spcPct val="100000"/>
              </a:lnSpc>
              <a:spcBef>
                <a:spcPts val="400"/>
              </a:spcBef>
              <a:buNone/>
              <a:tabLst>
                <a:tab algn="l" pos="0"/>
              </a:tabLst>
            </a:pPr>
            <a:endParaRPr b="0" lang="fr-FR" sz="2000" spc="-1" strike="noStrike">
              <a:solidFill>
                <a:srgbClr val="000000"/>
              </a:solidFill>
              <a:latin typeface="Arial"/>
            </a:endParaRPr>
          </a:p>
          <a:p>
            <a:pPr marL="373320" indent="0">
              <a:lnSpc>
                <a:spcPct val="100000"/>
              </a:lnSpc>
              <a:spcBef>
                <a:spcPts val="400"/>
              </a:spcBef>
              <a:buNone/>
              <a:tabLst>
                <a:tab algn="l" pos="0"/>
              </a:tabLst>
            </a:pPr>
            <a:r>
              <a:rPr b="0" i="1" lang="en-US" sz="2000" spc="-1" strike="noStrike">
                <a:solidFill>
                  <a:srgbClr val="0d0d0d"/>
                </a:solidFill>
                <a:latin typeface="Calibri"/>
                <a:ea typeface="맑은 고딕"/>
              </a:rPr>
              <a:t>✔ </a:t>
            </a:r>
            <a:r>
              <a:rPr b="1" lang="en-US" sz="2000" spc="-1" strike="noStrike" u="sng">
                <a:solidFill>
                  <a:srgbClr val="0d0d0d"/>
                </a:solidFill>
                <a:uFillTx/>
                <a:latin typeface="Calibri"/>
                <a:ea typeface="Calibri"/>
              </a:rPr>
              <a:t>Cadrage maîtrisé</a:t>
            </a:r>
            <a:endParaRPr b="0" lang="fr-FR" sz="2000" spc="-1" strike="noStrike">
              <a:solidFill>
                <a:srgbClr val="000000"/>
              </a:solidFill>
              <a:latin typeface="Arial"/>
            </a:endParaRPr>
          </a:p>
          <a:p>
            <a:pPr marL="373320">
              <a:lnSpc>
                <a:spcPct val="100000"/>
              </a:lnSpc>
              <a:spcBef>
                <a:spcPts val="400"/>
              </a:spcBef>
              <a:buClr>
                <a:srgbClr val="000000"/>
              </a:buClr>
              <a:buSzPct val="45000"/>
              <a:buFont typeface="Wingdings" charset="2"/>
              <a:buChar char=""/>
              <a:tabLst>
                <a:tab algn="l" pos="0"/>
              </a:tabLst>
            </a:pPr>
            <a:r>
              <a:rPr b="0" lang="en-US" sz="2000" spc="-1" strike="noStrike">
                <a:solidFill>
                  <a:srgbClr val="0d0d0d"/>
                </a:solidFill>
                <a:latin typeface="Calibri"/>
                <a:ea typeface="맑은 고딕"/>
              </a:rPr>
              <a:t>MVP limité et priorisé pour sécuriser délais et coûts</a:t>
            </a:r>
            <a:endParaRPr b="0" lang="fr-FR" sz="2000" spc="-1" strike="noStrike">
              <a:solidFill>
                <a:srgbClr val="000000"/>
              </a:solidFill>
              <a:latin typeface="Arial"/>
            </a:endParaRPr>
          </a:p>
          <a:p>
            <a:pPr marL="373320">
              <a:lnSpc>
                <a:spcPct val="100000"/>
              </a:lnSpc>
              <a:spcBef>
                <a:spcPts val="400"/>
              </a:spcBef>
              <a:buClr>
                <a:srgbClr val="000000"/>
              </a:buClr>
              <a:buSzPct val="45000"/>
              <a:buFont typeface="Wingdings" charset="2"/>
              <a:buChar char=""/>
              <a:tabLst>
                <a:tab algn="l" pos="0"/>
              </a:tabLst>
            </a:pPr>
            <a:r>
              <a:rPr b="0" lang="en-US" sz="2000" spc="-1" strike="noStrike">
                <a:solidFill>
                  <a:srgbClr val="0d0d0d"/>
                </a:solidFill>
                <a:latin typeface="Calibri"/>
                <a:ea typeface="맑은 고딕"/>
              </a:rPr>
              <a:t>Méthode Agile garantissant visibilité et adaptabilité</a:t>
            </a:r>
            <a:endParaRPr b="0" lang="fr-FR" sz="2000" spc="-1" strike="noStrike">
              <a:solidFill>
                <a:srgbClr val="000000"/>
              </a:solidFill>
              <a:latin typeface="Arial"/>
            </a:endParaRPr>
          </a:p>
          <a:p>
            <a:pPr marL="373320">
              <a:lnSpc>
                <a:spcPct val="100000"/>
              </a:lnSpc>
              <a:spcBef>
                <a:spcPts val="400"/>
              </a:spcBef>
              <a:buClr>
                <a:srgbClr val="000000"/>
              </a:buClr>
              <a:buSzPct val="45000"/>
              <a:buFont typeface="Wingdings" charset="2"/>
              <a:buChar char=""/>
              <a:tabLst>
                <a:tab algn="l" pos="0"/>
              </a:tabLst>
            </a:pPr>
            <a:r>
              <a:rPr b="0" lang="en-US" sz="2000" spc="-1" strike="noStrike">
                <a:solidFill>
                  <a:srgbClr val="0d0d0d"/>
                </a:solidFill>
                <a:latin typeface="Calibri"/>
                <a:ea typeface="맑은 고딕"/>
              </a:rPr>
              <a:t>Coûts cloud et humains maîtrisés</a:t>
            </a:r>
            <a:endParaRPr b="0" lang="fr-FR" sz="2000" spc="-1" strike="noStrike">
              <a:solidFill>
                <a:srgbClr val="000000"/>
              </a:solidFill>
              <a:latin typeface="Arial"/>
            </a:endParaRPr>
          </a:p>
          <a:p>
            <a:pPr marL="373320" indent="0">
              <a:lnSpc>
                <a:spcPct val="100000"/>
              </a:lnSpc>
              <a:spcBef>
                <a:spcPts val="400"/>
              </a:spcBef>
              <a:buNone/>
              <a:tabLst>
                <a:tab algn="l" pos="0"/>
              </a:tabLst>
            </a:pPr>
            <a:endParaRPr b="0" lang="fr-FR" sz="2000" spc="-1" strike="noStrike">
              <a:solidFill>
                <a:srgbClr val="000000"/>
              </a:solidFill>
              <a:latin typeface="Arial"/>
            </a:endParaRPr>
          </a:p>
        </p:txBody>
      </p:sp>
      <p:sp>
        <p:nvSpPr>
          <p:cNvPr id="235" name=""/>
          <p:cNvSpPr txBox="1"/>
          <p:nvPr/>
        </p:nvSpPr>
        <p:spPr>
          <a:xfrm>
            <a:off x="7020000" y="1548000"/>
            <a:ext cx="5170320" cy="5311440"/>
          </a:xfrm>
          <a:prstGeom prst="rect">
            <a:avLst/>
          </a:prstGeom>
          <a:solidFill>
            <a:srgbClr val="ffffff"/>
          </a:solidFill>
          <a:ln w="0">
            <a:noFill/>
          </a:ln>
        </p:spPr>
        <p:txBody>
          <a:bodyPr lIns="90000" rIns="90000" tIns="45000" bIns="45000" anchor="t">
            <a:noAutofit/>
          </a:bodyPr>
          <a:p>
            <a:pPr marL="373320">
              <a:lnSpc>
                <a:spcPct val="100000"/>
              </a:lnSpc>
              <a:spcBef>
                <a:spcPts val="400"/>
              </a:spcBef>
              <a:tabLst>
                <a:tab algn="l" pos="0"/>
              </a:tabLst>
            </a:pPr>
            <a:r>
              <a:rPr b="0" i="1" lang="en-US" sz="2000" spc="-1" strike="noStrike">
                <a:solidFill>
                  <a:srgbClr val="0d0d0d"/>
                </a:solidFill>
                <a:latin typeface="Calibri"/>
                <a:ea typeface="맑은 고딕"/>
              </a:rPr>
              <a:t>✔ </a:t>
            </a:r>
            <a:r>
              <a:rPr b="1" lang="en-US" sz="2000" spc="-1" strike="noStrike" u="sng">
                <a:solidFill>
                  <a:srgbClr val="0d0d0d"/>
                </a:solidFill>
                <a:uFillTx/>
                <a:latin typeface="Calibri"/>
                <a:ea typeface="Calibri"/>
              </a:rPr>
              <a:t>Cadre légal et éthique solide</a:t>
            </a:r>
            <a:endParaRPr b="0" lang="fr-FR" sz="2000" spc="-1" strike="noStrike">
              <a:latin typeface="Arial"/>
            </a:endParaRPr>
          </a:p>
          <a:p>
            <a:pPr marL="373320">
              <a:lnSpc>
                <a:spcPct val="100000"/>
              </a:lnSpc>
              <a:spcBef>
                <a:spcPts val="683"/>
              </a:spcBef>
              <a:spcAft>
                <a:spcPts val="283"/>
              </a:spcAft>
              <a:buClr>
                <a:srgbClr val="000000"/>
              </a:buClr>
              <a:buSzPct val="45000"/>
              <a:buFont typeface="Wingdings" charset="2"/>
              <a:buChar char=""/>
              <a:tabLst>
                <a:tab algn="l" pos="0"/>
              </a:tabLst>
            </a:pPr>
            <a:r>
              <a:rPr b="0" lang="en-US" sz="2000" spc="-1" strike="noStrike">
                <a:solidFill>
                  <a:srgbClr val="0d0d0d"/>
                </a:solidFill>
                <a:latin typeface="Calibri"/>
                <a:ea typeface="맑은 고딕"/>
              </a:rPr>
              <a:t>Registre CNIL formalisé</a:t>
            </a:r>
            <a:endParaRPr b="0" lang="fr-FR" sz="2000" spc="-1" strike="noStrike">
              <a:latin typeface="Arial"/>
              <a:ea typeface="Microsoft YaHei"/>
            </a:endParaRPr>
          </a:p>
          <a:p>
            <a:pPr marL="373320">
              <a:lnSpc>
                <a:spcPct val="100000"/>
              </a:lnSpc>
              <a:spcBef>
                <a:spcPts val="683"/>
              </a:spcBef>
              <a:spcAft>
                <a:spcPts val="283"/>
              </a:spcAft>
              <a:buClr>
                <a:srgbClr val="000000"/>
              </a:buClr>
              <a:buSzPct val="45000"/>
              <a:buFont typeface="Wingdings" charset="2"/>
              <a:buChar char=""/>
              <a:tabLst>
                <a:tab algn="l" pos="0"/>
              </a:tabLst>
            </a:pPr>
            <a:r>
              <a:rPr b="0" lang="en-US" sz="2000" spc="-1" strike="noStrike">
                <a:solidFill>
                  <a:srgbClr val="0d0d0d"/>
                </a:solidFill>
                <a:latin typeface="Calibri"/>
                <a:ea typeface="맑은 고딕"/>
              </a:rPr>
              <a:t>Respect des principes RGPD</a:t>
            </a:r>
            <a:endParaRPr b="0" lang="fr-FR" sz="2000" spc="-1" strike="noStrike">
              <a:latin typeface="Arial"/>
              <a:ea typeface="Microsoft YaHei"/>
            </a:endParaRPr>
          </a:p>
          <a:p>
            <a:pPr marL="373320">
              <a:lnSpc>
                <a:spcPct val="100000"/>
              </a:lnSpc>
              <a:spcBef>
                <a:spcPts val="683"/>
              </a:spcBef>
              <a:spcAft>
                <a:spcPts val="283"/>
              </a:spcAft>
              <a:buClr>
                <a:srgbClr val="000000"/>
              </a:buClr>
              <a:buSzPct val="45000"/>
              <a:buFont typeface="Wingdings" charset="2"/>
              <a:buChar char=""/>
              <a:tabLst>
                <a:tab algn="l" pos="0"/>
              </a:tabLst>
            </a:pPr>
            <a:r>
              <a:rPr b="0" lang="en-US" sz="2000" spc="-1" strike="noStrike">
                <a:solidFill>
                  <a:srgbClr val="0d0d0d"/>
                </a:solidFill>
                <a:latin typeface="Calibri"/>
                <a:ea typeface="맑은 고딕"/>
              </a:rPr>
              <a:t>Prise en compte proactive des biais IA</a:t>
            </a:r>
            <a:endParaRPr b="0" lang="fr-FR" sz="2000" spc="-1" strike="noStrike">
              <a:latin typeface="Arial"/>
              <a:ea typeface="Microsoft YaHei"/>
            </a:endParaRPr>
          </a:p>
          <a:p>
            <a:pPr marL="373320">
              <a:lnSpc>
                <a:spcPct val="100000"/>
              </a:lnSpc>
              <a:spcBef>
                <a:spcPts val="400"/>
              </a:spcBef>
              <a:tabLst>
                <a:tab algn="l" pos="0"/>
              </a:tabLst>
            </a:pPr>
            <a:endParaRPr b="0" lang="fr-FR" sz="2000" spc="-1" strike="noStrike">
              <a:latin typeface="Arial"/>
            </a:endParaRPr>
          </a:p>
          <a:p>
            <a:pPr marL="373320">
              <a:lnSpc>
                <a:spcPct val="100000"/>
              </a:lnSpc>
              <a:spcBef>
                <a:spcPts val="400"/>
              </a:spcBef>
              <a:tabLst>
                <a:tab algn="l" pos="0"/>
              </a:tabLst>
            </a:pPr>
            <a:r>
              <a:rPr b="0" i="1" lang="en-US" sz="2000" spc="-1" strike="noStrike">
                <a:solidFill>
                  <a:srgbClr val="0d0d0d"/>
                </a:solidFill>
                <a:latin typeface="Calibri"/>
                <a:ea typeface="맑은 고딕"/>
              </a:rPr>
              <a:t>✔ </a:t>
            </a:r>
            <a:r>
              <a:rPr b="1" lang="en-US" sz="2000" spc="-1" strike="noStrike" u="sng">
                <a:solidFill>
                  <a:srgbClr val="0d0d0d"/>
                </a:solidFill>
                <a:uFillTx/>
                <a:latin typeface="Calibri"/>
                <a:ea typeface="Calibri"/>
              </a:rPr>
              <a:t>Rentabilité rapide</a:t>
            </a:r>
            <a:endParaRPr b="0" lang="fr-FR" sz="2000" spc="-1" strike="noStrike">
              <a:latin typeface="Arial"/>
            </a:endParaRPr>
          </a:p>
          <a:p>
            <a:pPr marL="373320">
              <a:lnSpc>
                <a:spcPct val="100000"/>
              </a:lnSpc>
              <a:spcBef>
                <a:spcPts val="683"/>
              </a:spcBef>
              <a:spcAft>
                <a:spcPts val="283"/>
              </a:spcAft>
              <a:buClr>
                <a:srgbClr val="000000"/>
              </a:buClr>
              <a:buSzPct val="45000"/>
              <a:buFont typeface="Wingdings" charset="2"/>
              <a:buChar char=""/>
              <a:tabLst>
                <a:tab algn="l" pos="0"/>
              </a:tabLst>
            </a:pPr>
            <a:r>
              <a:rPr b="0" lang="en-US" sz="2000" spc="-1" strike="noStrike">
                <a:solidFill>
                  <a:srgbClr val="0d0d0d"/>
                </a:solidFill>
                <a:latin typeface="Calibri"/>
                <a:ea typeface="맑은 고딕"/>
              </a:rPr>
              <a:t>ROI attendu en 1 an</a:t>
            </a:r>
            <a:endParaRPr b="0" lang="fr-FR" sz="2000" spc="-1" strike="noStrike">
              <a:latin typeface="Arial"/>
              <a:ea typeface="Microsoft YaHei"/>
            </a:endParaRPr>
          </a:p>
          <a:p>
            <a:pPr marL="373320">
              <a:lnSpc>
                <a:spcPct val="100000"/>
              </a:lnSpc>
              <a:spcBef>
                <a:spcPts val="683"/>
              </a:spcBef>
              <a:spcAft>
                <a:spcPts val="283"/>
              </a:spcAft>
              <a:buClr>
                <a:srgbClr val="000000"/>
              </a:buClr>
              <a:buSzPct val="45000"/>
              <a:buFont typeface="Wingdings" charset="2"/>
              <a:buChar char=""/>
              <a:tabLst>
                <a:tab algn="l" pos="0"/>
              </a:tabLst>
            </a:pPr>
            <a:r>
              <a:rPr b="0" lang="en-US" sz="2000" spc="-1" strike="noStrike">
                <a:solidFill>
                  <a:srgbClr val="0d0d0d"/>
                </a:solidFill>
                <a:latin typeface="Calibri"/>
                <a:ea typeface="맑은 고딕"/>
              </a:rPr>
              <a:t>Gains récurrents à moyen terme</a:t>
            </a:r>
            <a:endParaRPr b="0" lang="fr-FR" sz="2000" spc="-1" strike="noStrike">
              <a:latin typeface="Arial"/>
              <a:ea typeface="Microsoft YaHei"/>
            </a:endParaRPr>
          </a:p>
        </p:txBody>
      </p:sp>
      <p:sp>
        <p:nvSpPr>
          <p:cNvPr id="236" name=""/>
          <p:cNvSpPr txBox="1"/>
          <p:nvPr/>
        </p:nvSpPr>
        <p:spPr>
          <a:xfrm>
            <a:off x="2556000" y="5234400"/>
            <a:ext cx="7740000" cy="1444320"/>
          </a:xfrm>
          <a:prstGeom prst="rect">
            <a:avLst/>
          </a:prstGeom>
          <a:noFill/>
          <a:ln w="19080">
            <a:solidFill>
              <a:srgbClr val="ff8000"/>
            </a:solidFill>
            <a:round/>
          </a:ln>
        </p:spPr>
        <p:txBody>
          <a:bodyPr lIns="99360" rIns="99360" tIns="54360" bIns="54360" anchor="t">
            <a:noAutofit/>
          </a:bodyPr>
          <a:p>
            <a:pPr marL="373320">
              <a:lnSpc>
                <a:spcPct val="100000"/>
              </a:lnSpc>
              <a:spcBef>
                <a:spcPts val="400"/>
              </a:spcBef>
              <a:tabLst>
                <a:tab algn="l" pos="0"/>
              </a:tabLst>
            </a:pPr>
            <a:r>
              <a:rPr b="0" lang="en-US" sz="2000" spc="-1" strike="noStrike">
                <a:solidFill>
                  <a:srgbClr val="0d0d0d"/>
                </a:solidFill>
                <a:latin typeface="Calibri"/>
                <a:ea typeface="맑은 고딕"/>
              </a:rPr>
              <a:t>Valider le lancement du MVP sur 3 mois avec </a:t>
            </a:r>
            <a:endParaRPr b="0" lang="fr-FR" sz="2000" spc="-1" strike="noStrike">
              <a:latin typeface="Arial"/>
            </a:endParaRPr>
          </a:p>
          <a:p>
            <a:pPr lvl="4" marL="373320">
              <a:lnSpc>
                <a:spcPct val="100000"/>
              </a:lnSpc>
              <a:spcBef>
                <a:spcPts val="400"/>
              </a:spcBef>
              <a:buClr>
                <a:srgbClr val="000000"/>
              </a:buClr>
              <a:buSzPct val="45000"/>
              <a:buFont typeface="Wingdings" charset="2"/>
              <a:buChar char=""/>
              <a:tabLst>
                <a:tab algn="l" pos="0"/>
              </a:tabLst>
            </a:pPr>
            <a:r>
              <a:rPr b="0" lang="en-US" sz="2000" spc="-1" strike="noStrike">
                <a:solidFill>
                  <a:srgbClr val="0d0d0d"/>
                </a:solidFill>
                <a:latin typeface="Calibri"/>
                <a:ea typeface="맑은 고딕"/>
              </a:rPr>
              <a:t>Suivi régulier des indicateurs</a:t>
            </a:r>
            <a:endParaRPr b="0" lang="fr-FR" sz="2000" spc="-1" strike="noStrike">
              <a:latin typeface="Arial"/>
            </a:endParaRPr>
          </a:p>
          <a:p>
            <a:pPr lvl="4" marL="373320">
              <a:lnSpc>
                <a:spcPct val="100000"/>
              </a:lnSpc>
              <a:spcBef>
                <a:spcPts val="400"/>
              </a:spcBef>
              <a:buClr>
                <a:srgbClr val="000000"/>
              </a:buClr>
              <a:buSzPct val="45000"/>
              <a:buFont typeface="Wingdings" charset="2"/>
              <a:buChar char=""/>
              <a:tabLst>
                <a:tab algn="l" pos="0"/>
              </a:tabLst>
            </a:pPr>
            <a:r>
              <a:rPr b="0" lang="en-US" sz="2000" spc="-1" strike="noStrike">
                <a:solidFill>
                  <a:srgbClr val="0d0d0d"/>
                </a:solidFill>
                <a:latin typeface="Calibri"/>
                <a:ea typeface="맑은 고딕"/>
              </a:rPr>
              <a:t>Surveillance des risques IA et RGPD</a:t>
            </a:r>
            <a:endParaRPr b="0" lang="fr-FR" sz="2000" spc="-1" strike="noStrike">
              <a:latin typeface="Arial"/>
            </a:endParaRPr>
          </a:p>
          <a:p>
            <a:pPr lvl="4" marL="373320">
              <a:lnSpc>
                <a:spcPct val="100000"/>
              </a:lnSpc>
              <a:spcBef>
                <a:spcPts val="400"/>
              </a:spcBef>
              <a:buClr>
                <a:srgbClr val="000000"/>
              </a:buClr>
              <a:buSzPct val="45000"/>
              <a:buFont typeface="Wingdings" charset="2"/>
              <a:buChar char=""/>
              <a:tabLst>
                <a:tab algn="l" pos="0"/>
              </a:tabLst>
            </a:pPr>
            <a:r>
              <a:rPr b="0" lang="en-US" sz="2000" spc="-1" strike="noStrike">
                <a:solidFill>
                  <a:srgbClr val="0d0d0d"/>
                </a:solidFill>
                <a:latin typeface="Calibri"/>
                <a:ea typeface="맑은 고딕"/>
              </a:rPr>
              <a:t>Ajustements fonctionnels basés sur les retours utilisateurs</a:t>
            </a:r>
            <a:endParaRPr b="0" lang="fr-FR" sz="2000" spc="-1" strike="noStrike">
              <a:latin typeface="Arial"/>
            </a:endParaRPr>
          </a:p>
        </p:txBody>
      </p:sp>
      <p:sp>
        <p:nvSpPr>
          <p:cNvPr id="237" name=""/>
          <p:cNvSpPr txBox="1"/>
          <p:nvPr/>
        </p:nvSpPr>
        <p:spPr>
          <a:xfrm>
            <a:off x="2088000" y="4961520"/>
            <a:ext cx="3240000" cy="344880"/>
          </a:xfrm>
          <a:prstGeom prst="rect">
            <a:avLst/>
          </a:prstGeom>
          <a:noFill/>
          <a:ln w="0">
            <a:noFill/>
          </a:ln>
        </p:spPr>
        <p:txBody>
          <a:bodyPr lIns="90000" rIns="90000" tIns="45000" bIns="45000" anchor="t">
            <a:noAutofit/>
          </a:bodyPr>
          <a:p>
            <a:pPr marL="373320">
              <a:lnSpc>
                <a:spcPct val="100000"/>
              </a:lnSpc>
              <a:spcBef>
                <a:spcPts val="400"/>
              </a:spcBef>
              <a:tabLst>
                <a:tab algn="l" pos="0"/>
              </a:tabLst>
            </a:pPr>
            <a:r>
              <a:rPr b="0" lang="en-US" sz="2000" spc="-1" strike="noStrike">
                <a:solidFill>
                  <a:srgbClr val="ff8000"/>
                </a:solidFill>
                <a:latin typeface="Calibri"/>
                <a:ea typeface="맑은 고딕"/>
              </a:rPr>
              <a:t>RECOMMANDATION</a:t>
            </a:r>
            <a:endParaRPr b="0" lang="fr-FR" sz="2000" spc="-1" strike="noStrike">
              <a:solidFill>
                <a:srgbClr val="ff8000"/>
              </a:solidFill>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8" name="PlaceHolder 1"/>
          <p:cNvSpPr>
            <a:spLocks noGrp="1"/>
          </p:cNvSpPr>
          <p:nvPr>
            <p:ph type="title"/>
          </p:nvPr>
        </p:nvSpPr>
        <p:spPr>
          <a:xfrm>
            <a:off x="1620000" y="2340000"/>
            <a:ext cx="9144360" cy="1223280"/>
          </a:xfrm>
          <a:prstGeom prst="rect">
            <a:avLst/>
          </a:prstGeom>
          <a:noFill/>
          <a:ln w="9360">
            <a:noFill/>
          </a:ln>
        </p:spPr>
        <p:txBody>
          <a:bodyPr numCol="1" spcCol="0" lIns="99720" rIns="99720" tIns="49680" bIns="49680" anchor="t">
            <a:noAutofit/>
          </a:bodyPr>
          <a:p>
            <a:pPr indent="0" algn="ctr">
              <a:lnSpc>
                <a:spcPct val="100000"/>
              </a:lnSpc>
              <a:buNone/>
              <a:tabLst>
                <a:tab algn="l" pos="0"/>
              </a:tabLst>
            </a:pPr>
            <a:r>
              <a:rPr b="0" lang="en-US" sz="7200" spc="-1" strike="noStrike">
                <a:solidFill>
                  <a:srgbClr val="ff6100"/>
                </a:solidFill>
                <a:latin typeface="Calibri"/>
                <a:ea typeface="맑은 고딕"/>
              </a:rPr>
              <a:t>Merci pour votre attention</a:t>
            </a:r>
            <a:endParaRPr b="0" lang="fr-FR" sz="72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9" name="PlaceHolder 1"/>
          <p:cNvSpPr>
            <a:spLocks noGrp="1"/>
          </p:cNvSpPr>
          <p:nvPr>
            <p:ph type="title"/>
          </p:nvPr>
        </p:nvSpPr>
        <p:spPr>
          <a:xfrm>
            <a:off x="609480" y="189360"/>
            <a:ext cx="10970640" cy="798120"/>
          </a:xfrm>
          <a:prstGeom prst="rect">
            <a:avLst/>
          </a:prstGeom>
          <a:noFill/>
          <a:ln w="0">
            <a:noFill/>
          </a:ln>
        </p:spPr>
        <p:txBody>
          <a:bodyPr lIns="99720" rIns="99720" tIns="49680" bIns="49680" anchor="ctr">
            <a:noAutofit/>
          </a:bodyPr>
          <a:p>
            <a:pPr indent="0">
              <a:lnSpc>
                <a:spcPct val="100000"/>
              </a:lnSpc>
              <a:buNone/>
              <a:tabLst>
                <a:tab algn="l" pos="0"/>
              </a:tabLst>
            </a:pPr>
            <a:r>
              <a:rPr b="1" lang="en-US" sz="4000" spc="-1" strike="noStrike">
                <a:solidFill>
                  <a:srgbClr val="ffffff"/>
                </a:solidFill>
                <a:latin typeface="Calibri"/>
                <a:ea typeface="맑은 고딕"/>
              </a:rPr>
              <a:t>Annexes – User Stories détaillées</a:t>
            </a:r>
            <a:endParaRPr b="0" lang="fr-FR" sz="4000" spc="-1" strike="noStrike">
              <a:solidFill>
                <a:srgbClr val="000000"/>
              </a:solidFill>
              <a:latin typeface="Arial"/>
            </a:endParaRPr>
          </a:p>
        </p:txBody>
      </p:sp>
      <p:sp>
        <p:nvSpPr>
          <p:cNvPr id="240" name="PlaceHolder 2"/>
          <p:cNvSpPr>
            <a:spLocks noGrp="1"/>
          </p:cNvSpPr>
          <p:nvPr>
            <p:ph/>
          </p:nvPr>
        </p:nvSpPr>
        <p:spPr>
          <a:xfrm>
            <a:off x="609480" y="1485720"/>
            <a:ext cx="10970640" cy="4823640"/>
          </a:xfrm>
          <a:prstGeom prst="rect">
            <a:avLst/>
          </a:prstGeom>
          <a:noFill/>
          <a:ln w="0">
            <a:noFill/>
          </a:ln>
        </p:spPr>
        <p:txBody>
          <a:bodyPr lIns="99720" rIns="99720" tIns="49680" bIns="49680" anchor="t">
            <a:noAutofit/>
          </a:bodyPr>
          <a:p>
            <a:pPr marL="373320" indent="0">
              <a:lnSpc>
                <a:spcPct val="100000"/>
              </a:lnSpc>
              <a:spcBef>
                <a:spcPts val="400"/>
              </a:spcBef>
              <a:buNone/>
              <a:tabLst>
                <a:tab algn="l" pos="0"/>
              </a:tabLst>
            </a:pPr>
            <a:r>
              <a:rPr b="0" i="1" lang="en-US" sz="2000" spc="-1" strike="noStrike">
                <a:solidFill>
                  <a:srgbClr val="0d0d0d"/>
                </a:solidFill>
                <a:latin typeface="Calibri"/>
                <a:ea typeface="맑은 고딕"/>
              </a:rPr>
              <a:t>Backlog détaillé</a:t>
            </a:r>
            <a:endParaRPr b="0" lang="fr-FR" sz="2000" spc="-1" strike="noStrike">
              <a:solidFill>
                <a:srgbClr val="000000"/>
              </a:solidFill>
              <a:latin typeface="Arial"/>
            </a:endParaRPr>
          </a:p>
          <a:p>
            <a:pPr marL="373320" indent="0">
              <a:lnSpc>
                <a:spcPct val="100000"/>
              </a:lnSpc>
              <a:spcBef>
                <a:spcPts val="400"/>
              </a:spcBef>
              <a:buNone/>
              <a:tabLst>
                <a:tab algn="l" pos="0"/>
              </a:tabLst>
            </a:pPr>
            <a:endParaRPr b="0" lang="fr-FR" sz="2000" spc="-1" strike="noStrike">
              <a:solidFill>
                <a:srgbClr val="000000"/>
              </a:solidFill>
              <a:latin typeface="Arial"/>
            </a:endParaRPr>
          </a:p>
          <a:p>
            <a:pPr marL="373320" indent="0">
              <a:lnSpc>
                <a:spcPct val="100000"/>
              </a:lnSpc>
              <a:spcBef>
                <a:spcPts val="400"/>
              </a:spcBef>
              <a:buNone/>
              <a:tabLst>
                <a:tab algn="l" pos="0"/>
              </a:tabLst>
            </a:pPr>
            <a:r>
              <a:rPr b="0" i="1" lang="en-US" sz="2000" spc="-1" strike="noStrike">
                <a:solidFill>
                  <a:srgbClr val="0d0d0d"/>
                </a:solidFill>
                <a:latin typeface="Calibri"/>
                <a:ea typeface="맑은 고딕"/>
              </a:rPr>
              <a:t>Répartition des charges</a:t>
            </a:r>
            <a:endParaRPr b="0" lang="fr-FR" sz="2000" spc="-1" strike="noStrike">
              <a:solidFill>
                <a:srgbClr val="000000"/>
              </a:solidFill>
              <a:latin typeface="Arial"/>
            </a:endParaRPr>
          </a:p>
          <a:p>
            <a:pPr marL="373320" indent="0">
              <a:lnSpc>
                <a:spcPct val="100000"/>
              </a:lnSpc>
              <a:spcBef>
                <a:spcPts val="400"/>
              </a:spcBef>
              <a:buNone/>
              <a:tabLst>
                <a:tab algn="l" pos="0"/>
              </a:tabLst>
            </a:pPr>
            <a:endParaRPr b="0" lang="fr-FR" sz="2000" spc="-1" strike="noStrike">
              <a:solidFill>
                <a:srgbClr val="000000"/>
              </a:solidFill>
              <a:latin typeface="Arial"/>
            </a:endParaRPr>
          </a:p>
          <a:p>
            <a:pPr marL="373320" indent="0">
              <a:lnSpc>
                <a:spcPct val="100000"/>
              </a:lnSpc>
              <a:spcBef>
                <a:spcPts val="400"/>
              </a:spcBef>
              <a:buNone/>
              <a:tabLst>
                <a:tab algn="l" pos="0"/>
              </a:tabLst>
            </a:pPr>
            <a:r>
              <a:rPr b="0" i="1" lang="en-US" sz="2000" spc="-1" strike="noStrike">
                <a:solidFill>
                  <a:srgbClr val="0d0d0d"/>
                </a:solidFill>
                <a:latin typeface="Calibri"/>
                <a:ea typeface="맑은 고딕"/>
              </a:rPr>
              <a:t>Analyse des risques complète</a:t>
            </a:r>
            <a:endParaRPr b="0" lang="fr-FR" sz="2000" spc="-1" strike="noStrike">
              <a:solidFill>
                <a:srgbClr val="000000"/>
              </a:solidFill>
              <a:latin typeface="Arial"/>
            </a:endParaRPr>
          </a:p>
        </p:txBody>
      </p:sp>
      <p:pic>
        <p:nvPicPr>
          <p:cNvPr id="241" name="" descr=""/>
          <p:cNvPicPr/>
          <p:nvPr/>
        </p:nvPicPr>
        <p:blipFill>
          <a:blip r:embed="rId1"/>
          <a:stretch/>
        </p:blipFill>
        <p:spPr>
          <a:xfrm>
            <a:off x="0" y="1440000"/>
            <a:ext cx="12189960" cy="4869360"/>
          </a:xfrm>
          <a:prstGeom prst="rect">
            <a:avLst/>
          </a:prstGeom>
          <a:ln w="0">
            <a:noFill/>
          </a:ln>
        </p:spPr>
      </p:pic>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2" name="PlaceHolder 1"/>
          <p:cNvSpPr>
            <a:spLocks noGrp="1"/>
          </p:cNvSpPr>
          <p:nvPr>
            <p:ph type="title"/>
          </p:nvPr>
        </p:nvSpPr>
        <p:spPr>
          <a:xfrm>
            <a:off x="609480" y="189360"/>
            <a:ext cx="10970640" cy="798120"/>
          </a:xfrm>
          <a:prstGeom prst="rect">
            <a:avLst/>
          </a:prstGeom>
          <a:noFill/>
          <a:ln w="0">
            <a:noFill/>
          </a:ln>
        </p:spPr>
        <p:txBody>
          <a:bodyPr lIns="99720" rIns="99720" tIns="49680" bIns="49680" anchor="ctr">
            <a:noAutofit/>
          </a:bodyPr>
          <a:p>
            <a:pPr indent="0">
              <a:lnSpc>
                <a:spcPct val="100000"/>
              </a:lnSpc>
              <a:buNone/>
              <a:tabLst>
                <a:tab algn="l" pos="0"/>
              </a:tabLst>
            </a:pPr>
            <a:r>
              <a:rPr b="1" lang="en-US" sz="4000" spc="-1" strike="noStrike">
                <a:solidFill>
                  <a:srgbClr val="ffffff"/>
                </a:solidFill>
                <a:latin typeface="Calibri"/>
                <a:ea typeface="맑은 고딕"/>
              </a:rPr>
              <a:t>Annexes – User Stories détaillées</a:t>
            </a:r>
            <a:endParaRPr b="0" lang="fr-FR" sz="4000" spc="-1" strike="noStrike">
              <a:solidFill>
                <a:srgbClr val="000000"/>
              </a:solidFill>
              <a:latin typeface="Arial"/>
            </a:endParaRPr>
          </a:p>
        </p:txBody>
      </p:sp>
      <p:sp>
        <p:nvSpPr>
          <p:cNvPr id="243" name="PlaceHolder 2"/>
          <p:cNvSpPr>
            <a:spLocks noGrp="1"/>
          </p:cNvSpPr>
          <p:nvPr>
            <p:ph/>
          </p:nvPr>
        </p:nvSpPr>
        <p:spPr>
          <a:xfrm>
            <a:off x="609480" y="1485720"/>
            <a:ext cx="10970640" cy="4823640"/>
          </a:xfrm>
          <a:prstGeom prst="rect">
            <a:avLst/>
          </a:prstGeom>
          <a:noFill/>
          <a:ln w="0">
            <a:noFill/>
          </a:ln>
        </p:spPr>
        <p:txBody>
          <a:bodyPr lIns="99720" rIns="99720" tIns="49680" bIns="49680" anchor="t">
            <a:noAutofit/>
          </a:bodyPr>
          <a:p>
            <a:pPr marL="373320" indent="0">
              <a:lnSpc>
                <a:spcPct val="100000"/>
              </a:lnSpc>
              <a:spcBef>
                <a:spcPts val="400"/>
              </a:spcBef>
              <a:buNone/>
              <a:tabLst>
                <a:tab algn="l" pos="0"/>
              </a:tabLst>
            </a:pPr>
            <a:r>
              <a:rPr b="0" i="1" lang="en-US" sz="2000" spc="-1" strike="noStrike">
                <a:solidFill>
                  <a:srgbClr val="0d0d0d"/>
                </a:solidFill>
                <a:latin typeface="Calibri"/>
                <a:ea typeface="맑은 고딕"/>
              </a:rPr>
              <a:t>Backlog détaillé</a:t>
            </a:r>
            <a:endParaRPr b="0" lang="fr-FR" sz="2000" spc="-1" strike="noStrike">
              <a:solidFill>
                <a:srgbClr val="000000"/>
              </a:solidFill>
              <a:latin typeface="Arial"/>
            </a:endParaRPr>
          </a:p>
          <a:p>
            <a:pPr marL="373320" indent="0">
              <a:lnSpc>
                <a:spcPct val="100000"/>
              </a:lnSpc>
              <a:spcBef>
                <a:spcPts val="400"/>
              </a:spcBef>
              <a:buNone/>
              <a:tabLst>
                <a:tab algn="l" pos="0"/>
              </a:tabLst>
            </a:pPr>
            <a:endParaRPr b="0" lang="fr-FR" sz="2000" spc="-1" strike="noStrike">
              <a:solidFill>
                <a:srgbClr val="000000"/>
              </a:solidFill>
              <a:latin typeface="Arial"/>
            </a:endParaRPr>
          </a:p>
          <a:p>
            <a:pPr marL="373320" indent="0">
              <a:lnSpc>
                <a:spcPct val="100000"/>
              </a:lnSpc>
              <a:spcBef>
                <a:spcPts val="400"/>
              </a:spcBef>
              <a:buNone/>
              <a:tabLst>
                <a:tab algn="l" pos="0"/>
              </a:tabLst>
            </a:pPr>
            <a:r>
              <a:rPr b="0" i="1" lang="en-US" sz="2000" spc="-1" strike="noStrike">
                <a:solidFill>
                  <a:srgbClr val="0d0d0d"/>
                </a:solidFill>
                <a:latin typeface="Calibri"/>
                <a:ea typeface="맑은 고딕"/>
              </a:rPr>
              <a:t>Répartition des charges</a:t>
            </a:r>
            <a:endParaRPr b="0" lang="fr-FR" sz="2000" spc="-1" strike="noStrike">
              <a:solidFill>
                <a:srgbClr val="000000"/>
              </a:solidFill>
              <a:latin typeface="Arial"/>
            </a:endParaRPr>
          </a:p>
          <a:p>
            <a:pPr marL="373320" indent="0">
              <a:lnSpc>
                <a:spcPct val="100000"/>
              </a:lnSpc>
              <a:spcBef>
                <a:spcPts val="400"/>
              </a:spcBef>
              <a:buNone/>
              <a:tabLst>
                <a:tab algn="l" pos="0"/>
              </a:tabLst>
            </a:pPr>
            <a:endParaRPr b="0" lang="fr-FR" sz="2000" spc="-1" strike="noStrike">
              <a:solidFill>
                <a:srgbClr val="000000"/>
              </a:solidFill>
              <a:latin typeface="Arial"/>
            </a:endParaRPr>
          </a:p>
          <a:p>
            <a:pPr marL="373320" indent="0">
              <a:lnSpc>
                <a:spcPct val="100000"/>
              </a:lnSpc>
              <a:spcBef>
                <a:spcPts val="400"/>
              </a:spcBef>
              <a:buNone/>
              <a:tabLst>
                <a:tab algn="l" pos="0"/>
              </a:tabLst>
            </a:pPr>
            <a:r>
              <a:rPr b="0" i="1" lang="en-US" sz="2000" spc="-1" strike="noStrike">
                <a:solidFill>
                  <a:srgbClr val="0d0d0d"/>
                </a:solidFill>
                <a:latin typeface="Calibri"/>
                <a:ea typeface="맑은 고딕"/>
              </a:rPr>
              <a:t>Analyse des risques complète</a:t>
            </a:r>
            <a:endParaRPr b="0" lang="fr-FR" sz="2000" spc="-1" strike="noStrike">
              <a:solidFill>
                <a:srgbClr val="000000"/>
              </a:solidFill>
              <a:latin typeface="Arial"/>
            </a:endParaRPr>
          </a:p>
        </p:txBody>
      </p:sp>
      <p:pic>
        <p:nvPicPr>
          <p:cNvPr id="244" name="" descr=""/>
          <p:cNvPicPr/>
          <p:nvPr/>
        </p:nvPicPr>
        <p:blipFill>
          <a:blip r:embed="rId1"/>
          <a:stretch/>
        </p:blipFill>
        <p:spPr>
          <a:xfrm>
            <a:off x="0" y="1597680"/>
            <a:ext cx="12189960" cy="2902320"/>
          </a:xfrm>
          <a:prstGeom prst="rect">
            <a:avLst/>
          </a:prstGeom>
          <a:ln w="0">
            <a:noFill/>
          </a:ln>
        </p:spPr>
      </p:pic>
    </p:spTree>
  </p:cSld>
  <mc:AlternateContent>
    <mc:Choice Requires="p14">
      <p:transition spd="slow" p14:dur="2000"/>
    </mc:Choice>
    <mc:Fallback>
      <p:transition spd="slow"/>
    </mc:Fallback>
  </mc:AlternateContent>
</p:sld>
</file>

<file path=ppt/theme/theme1.xml><?xml version="1.0" encoding="utf-8"?>
<a:theme xmlns:a="http://schemas.openxmlformats.org/drawingml/2006/main" name="Office 테마">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테마">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name="Office 테마">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Manager>Slide Members</Manager>
  <TotalTime>12995</TotalTime>
  <Application>View_PPTX_PLUS/7.4.0.3$Windows_X86_64 LibreOffice_project/</Application>
  <AppVersion>15.0000</AppVersion>
  <Words>1125</Words>
  <Paragraphs>301</Paragraphs>
  <Company>YESFORM Co.,Ltd.</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category>www.slidemembers.com</cp:category>
  <dcterms:created xsi:type="dcterms:W3CDTF">2010-02-01T08:03:16Z</dcterms:created>
  <dc:creator>Slide Members by HS.SEO</dc:creator>
  <dc:description>The copyright of this document is at Slide Members. Unauthorized copying may result in legal sanctions.</dc:description>
  <cp:keywords>SlideMembers ppt PPT Templates Presentation Diagram Chart Yesform Google slides Keynote Free Slides</cp:keywords>
  <dc:language>fr-FR</dc:language>
  <cp:lastModifiedBy/>
  <dcterms:modified xsi:type="dcterms:W3CDTF">2026-01-06T15:02:04Z</dcterms:modified>
  <cp:revision>32</cp:revision>
  <dc:subject>Powerpoint Templates , Diagram, Chart, Google slides, Keynote</dc:subject>
  <dc:title>Slide Members</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1</vt:i4>
  </property>
  <property fmtid="{D5CDD505-2E9C-101B-9397-08002B2CF9AE}" pid="3" name="PresentationFormat">
    <vt:lpwstr>Personnalisé</vt:lpwstr>
  </property>
  <property fmtid="{D5CDD505-2E9C-101B-9397-08002B2CF9AE}" pid="4" name="Slides">
    <vt:i4>21</vt:i4>
  </property>
</Properties>
</file>